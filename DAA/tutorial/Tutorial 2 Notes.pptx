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2" r:id="rId6"/>
    <p:sldId id="263" r:id="rId7"/>
    <p:sldId id="265" r:id="rId8"/>
    <p:sldId id="261" r:id="rId9"/>
    <p:sldId id="264" r:id="rId10"/>
    <p:sldId id="266" r:id="rId11"/>
    <p:sldId id="267" r:id="rId12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7206-308B-4FB3-A1D0-FBD29EC9C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7C3FC-3199-4D4A-84B7-6AE0257A3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7DF05-253A-46C8-9789-AAEB36B12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4996E-5A3A-4C98-B525-54567BAF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E796C-4A60-4EF1-AADC-D3637DD8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5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17EB-BC1A-4BAA-B89A-7B2129E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36D1-2802-440C-A3A9-C26889E20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1CA85-53C7-40FB-A65A-BBBA3A11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F7F0-6247-4599-BB37-EDEEC87A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B64E-B175-4EB1-8C8F-E0922D4C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304B-411F-4558-833A-E270BEA4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565CB-4DE0-44CE-A1F8-65EBCEA0E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4715C-2D2D-4629-8416-FB6AA2B2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757F8-990F-40D4-842C-69F58423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E2DA9-8D2A-49A3-9404-460C2C0E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08C0-B3B6-429F-9DBC-50FE9F4B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4BF5-98B9-4465-A9A1-21DB559CB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CAB9D-066B-4296-96D9-64B597F49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8AA0C-07C6-478F-8098-23DDFED9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995E-BA3E-46BB-8FD9-EE83F509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A2CE8-3CD6-498D-8D21-47317B4F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1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4C0F-8669-473A-89C7-2614FCAD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28BBA-02B9-4FC3-812E-F6ADF0A6F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13ECA-02AC-481A-AAE5-02C23985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483DD-9F64-428D-BB30-454FCD5F0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2D07D-2D12-4CD8-8C04-DA8EA7E38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0E3D03-048D-43E4-A2F5-2DEAABA8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D59A2-7AA0-4A38-A6A9-EA457754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51E07-E65F-4E37-85B8-7103A610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6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A1AA-D98B-4E8E-A464-0F942BCF8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1E9D8-F00C-4EC8-804F-B5B3404E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25153-6B87-41FB-B94F-FE0C60C8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D4866-3800-421C-ADAD-171343F6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696F8-7312-4933-B38C-EEAD1FB4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E8FC7-D186-4629-BC3C-9DBDF76C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46F42-3DE7-414C-97DF-E48CED35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7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E151-4139-4877-893E-EB18B5F1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DC383-1FC6-4855-878F-818C7CEAC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22B86-0154-4CDA-8D22-4A912F730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7D046-AA3F-4B50-A591-F04F3678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D6D77-AAD2-4A2A-99B4-0FDCFE5D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798F3-7762-4D2D-9100-6DBE7B96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8B6A6-6F4F-49B7-89A6-ADA237ED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06362-D90A-49D3-A19D-5607A4F04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DF578-2A6E-41E6-8DA0-A2FEE907F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C8A2-7750-4B3F-B651-1553EABC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D4520-3764-4AB1-83E7-B37B7620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0DCCE-E77B-481E-966A-CACD93DD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5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D384-D3FA-464A-90B7-826D9B97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F259E-C191-402E-BF78-4F5BA7A3E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AF980-2A0D-4FEC-A228-D06C8F7D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FF4B-84E8-42E6-8A00-FE0C036B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40B52-8E4B-4A4B-A419-51CF9E77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8C424-1978-4AB5-8D66-2E43DF5A4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F190F-8476-477A-96AA-4EF37C28F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9D3A-6AD6-45BF-AEB9-452E7B7D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12050-A0A6-48D1-9AE3-C496B0F1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92F2E-354A-4B14-9FB0-E56DA5E6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C324C-E0A5-434F-9539-73E1074D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FA5A7-EC82-44F4-94CA-070338EA1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BAFF-9E09-4BBF-BBD9-1CD3D0A12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8132-D2CD-4BA6-871D-D20197CD842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C9FB8-5CBA-4B7E-96D0-A1E1F5D06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C33F-0E5A-428E-B6A4-92F5E33E5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92CC-1E75-4167-8EFB-620C12B15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827" y="1608924"/>
            <a:ext cx="9144000" cy="2387600"/>
          </a:xfrm>
        </p:spPr>
        <p:txBody>
          <a:bodyPr/>
          <a:lstStyle/>
          <a:p>
            <a:r>
              <a:rPr lang="en-US" altLang="zh-CN" dirty="0"/>
              <a:t>Tutorial 2 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7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68B02-42A4-42EC-AA9C-6C3B583FB145}"/>
              </a:ext>
            </a:extLst>
          </p:cNvPr>
          <p:cNvSpPr txBox="1"/>
          <p:nvPr/>
        </p:nvSpPr>
        <p:spPr>
          <a:xfrm>
            <a:off x="4874003" y="2801923"/>
            <a:ext cx="1686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Q1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41976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FB3807-DBB5-4798-8B08-102E2B509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38" y="0"/>
            <a:ext cx="8290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3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68B02-42A4-42EC-AA9C-6C3B583FB145}"/>
              </a:ext>
            </a:extLst>
          </p:cNvPr>
          <p:cNvSpPr txBox="1"/>
          <p:nvPr/>
        </p:nvSpPr>
        <p:spPr>
          <a:xfrm>
            <a:off x="4874003" y="2801923"/>
            <a:ext cx="1686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Q2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2312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49E58-A4AE-4D27-BCE2-29C6F0DAC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0,…,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]&gt;0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0≤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the maximum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0≤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Name the algorithm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𝑥𝐷𝑖𝑓𝑓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Some examples: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3, 2, 8, 10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𝑀𝑎𝑥𝐷𝑖𝑓𝑓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8, 10, 3, 2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𝑀𝑎𝑥𝐷𝑖𝑓𝑓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𝑥𝐷𝑖𝑓𝑓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49E58-A4AE-4D27-BCE2-29C6F0DAC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35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49E58-A4AE-4D27-BCE2-29C6F0DAC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implement? </a:t>
                </a:r>
              </a:p>
              <a:p>
                <a:pPr lvl="1"/>
                <a:r>
                  <a:rPr lang="en-US" dirty="0"/>
                  <a:t>Divide and conquer</a:t>
                </a:r>
              </a:p>
              <a:p>
                <a:r>
                  <a:rPr lang="en-US" dirty="0"/>
                  <a:t>Base case: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𝑀𝑎𝑥𝐷𝑖𝑓𝑓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 to find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𝑀𝑎𝑥𝐷𝑖𝑓𝑓</m:t>
                    </m:r>
                  </m:oMath>
                </a14:m>
                <a:r>
                  <a:rPr lang="en-US" dirty="0"/>
                  <a:t> between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2800" b="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971550" lvl="1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𝐷𝑖𝑓𝑓𝐿𝑒𝑓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𝑀𝑎𝑥𝐷𝑖𝑓𝑓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…,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𝑚𝑖𝑑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/>
              </a:p>
              <a:p>
                <a:pPr marL="971550" lvl="1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𝐷𝑖𝑓𝑓𝑅𝑖𝑔h𝑡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𝑀𝑎𝑥𝐷𝑖𝑓𝑓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𝑚𝑖𝑑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+1), …, 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−1)]</m:t>
                    </m:r>
                  </m:oMath>
                </a14:m>
                <a:endParaRPr lang="en-US" i="1" dirty="0"/>
              </a:p>
              <a:p>
                <a:pPr marL="971550" lvl="1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𝐷𝑖𝑓𝑓𝐴𝑐𝑟𝑜𝑠𝑠</m:t>
                    </m:r>
                  </m:oMath>
                </a14:m>
                <a:r>
                  <a:rPr lang="en-US" i="1" dirty="0"/>
                  <a:t>: </a:t>
                </a:r>
                <a:r>
                  <a:rPr lang="en-US" dirty="0"/>
                  <a:t>The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𝑀𝑎𝑥𝐷𝑖𝑓𝑓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across the cut</a:t>
                </a:r>
              </a:p>
              <a:p>
                <a:pPr marL="0" indent="0">
                  <a:buNone/>
                </a:pPr>
                <a:r>
                  <a:rPr lang="en-US" dirty="0"/>
                  <a:t>Thus,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𝑀𝑎𝑥𝐷𝑖𝑓𝑓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𝐷𝑖𝑓𝑓𝐿𝑒𝑓𝑡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𝐷𝑖𝑓𝑓𝑅𝑖𝑔h𝑡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𝐷𝑖𝑓𝑓𝐴𝑐𝑟𝑜𝑠𝑠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49E58-A4AE-4D27-BCE2-29C6F0DAC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12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49E58-A4AE-4D27-BCE2-29C6F0DAC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𝐷𝑖𝑓𝑓𝐴𝑐𝑟𝑜𝑠𝑠</m:t>
                    </m:r>
                  </m:oMath>
                </a14:m>
                <a:r>
                  <a:rPr lang="en-US" dirty="0"/>
                  <a:t>? 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en-US" dirty="0"/>
                  <a:t>Find the minimum element,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dirty="0"/>
                  <a:t>, in left sub-array ;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en-US" dirty="0"/>
                  <a:t>Find the maximum element,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dirty="0"/>
                  <a:t>, in the right sub-array;</a:t>
                </a:r>
              </a:p>
              <a:p>
                <a:pPr marL="971550" lvl="1" indent="-514350">
                  <a:buFont typeface="+mj-lt"/>
                  <a:buAutoNum type="arabicParenR"/>
                </a:pPr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𝐷𝑖𝑓𝑓𝐴𝑐𝑟𝑜𝑠𝑠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49E58-A4AE-4D27-BCE2-29C6F0DAC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84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407F29F-3F8E-4113-B825-1C70E7614DA3}"/>
              </a:ext>
            </a:extLst>
          </p:cNvPr>
          <p:cNvGrpSpPr/>
          <p:nvPr/>
        </p:nvGrpSpPr>
        <p:grpSpPr>
          <a:xfrm>
            <a:off x="1427866" y="756551"/>
            <a:ext cx="7880663" cy="4805990"/>
            <a:chOff x="1026650" y="159391"/>
            <a:chExt cx="7880663" cy="480599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10B019D-61C8-487A-B017-C14EE01EAB9A}"/>
                </a:ext>
              </a:extLst>
            </p:cNvPr>
            <p:cNvSpPr txBox="1"/>
            <p:nvPr/>
          </p:nvSpPr>
          <p:spPr>
            <a:xfrm>
              <a:off x="3540154" y="427839"/>
              <a:ext cx="3221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	2	8	10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EB3F53C-18F3-4D60-B283-16F1C0965A4F}"/>
                </a:ext>
              </a:extLst>
            </p:cNvPr>
            <p:cNvCxnSpPr/>
            <p:nvPr/>
          </p:nvCxnSpPr>
          <p:spPr>
            <a:xfrm>
              <a:off x="5083728" y="159391"/>
              <a:ext cx="0" cy="79695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96B3206-B1FB-41F4-80CB-FF0915A0C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1151" y="956345"/>
              <a:ext cx="2172579" cy="5329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472B721-07C3-4613-B55A-CCA1F9A5F660}"/>
                </a:ext>
              </a:extLst>
            </p:cNvPr>
            <p:cNvCxnSpPr>
              <a:cxnSpLocks/>
            </p:cNvCxnSpPr>
            <p:nvPr/>
          </p:nvCxnSpPr>
          <p:spPr>
            <a:xfrm>
              <a:off x="5046405" y="955614"/>
              <a:ext cx="2174400" cy="528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1643F1-EAF5-4CA9-AB75-F5FC9DB9413E}"/>
                </a:ext>
              </a:extLst>
            </p:cNvPr>
            <p:cNvSpPr txBox="1"/>
            <p:nvPr/>
          </p:nvSpPr>
          <p:spPr>
            <a:xfrm>
              <a:off x="2277140" y="1506244"/>
              <a:ext cx="1364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	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98BEB1-212D-471D-A73C-D9775A6F7C88}"/>
                </a:ext>
              </a:extLst>
            </p:cNvPr>
            <p:cNvSpPr txBox="1"/>
            <p:nvPr/>
          </p:nvSpPr>
          <p:spPr>
            <a:xfrm>
              <a:off x="6538486" y="1497148"/>
              <a:ext cx="1364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	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C6A0958-5797-4CA5-8EEA-7E9B9F37743C}"/>
                    </a:ext>
                  </a:extLst>
                </p:cNvPr>
                <p:cNvSpPr txBox="1"/>
                <p:nvPr/>
              </p:nvSpPr>
              <p:spPr>
                <a:xfrm>
                  <a:off x="1034388" y="2605143"/>
                  <a:ext cx="8350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𝑑𝑖𝑓𝑓𝐿</m:t>
                        </m:r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C6A0958-5797-4CA5-8EEA-7E9B9F377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388" y="2605143"/>
                  <a:ext cx="835091" cy="261610"/>
                </a:xfrm>
                <a:prstGeom prst="rect">
                  <a:avLst/>
                </a:prstGeom>
                <a:blipFill>
                  <a:blip r:embed="rId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9A66D6D-00B8-493D-974E-046E781BF48E}"/>
                </a:ext>
              </a:extLst>
            </p:cNvPr>
            <p:cNvCxnSpPr/>
            <p:nvPr/>
          </p:nvCxnSpPr>
          <p:spPr>
            <a:xfrm>
              <a:off x="2911151" y="1095562"/>
              <a:ext cx="0" cy="79695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FBE4829-5A2A-41C0-8991-83309A7CF94E}"/>
                </a:ext>
              </a:extLst>
            </p:cNvPr>
            <p:cNvCxnSpPr/>
            <p:nvPr/>
          </p:nvCxnSpPr>
          <p:spPr>
            <a:xfrm>
              <a:off x="7220804" y="1031969"/>
              <a:ext cx="0" cy="79695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96893DA-084E-4F5E-AF3E-2EADAB22A4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0350" y="1858636"/>
              <a:ext cx="1270800" cy="39411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91BB155-C0F3-494D-92CF-F10340F7A12B}"/>
                </a:ext>
              </a:extLst>
            </p:cNvPr>
            <p:cNvCxnSpPr>
              <a:cxnSpLocks/>
            </p:cNvCxnSpPr>
            <p:nvPr/>
          </p:nvCxnSpPr>
          <p:spPr>
            <a:xfrm>
              <a:off x="2911151" y="1866480"/>
              <a:ext cx="1268963" cy="39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CFF7261-BFB2-4360-99A2-059CA3B7A694}"/>
                </a:ext>
              </a:extLst>
            </p:cNvPr>
            <p:cNvSpPr txBox="1"/>
            <p:nvPr/>
          </p:nvSpPr>
          <p:spPr>
            <a:xfrm>
              <a:off x="1375576" y="2262480"/>
              <a:ext cx="5295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8F437F-6216-460F-AB22-834A34951F07}"/>
                </a:ext>
              </a:extLst>
            </p:cNvPr>
            <p:cNvSpPr txBox="1"/>
            <p:nvPr/>
          </p:nvSpPr>
          <p:spPr>
            <a:xfrm>
              <a:off x="3997440" y="2270324"/>
              <a:ext cx="5295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A6B0545-0AEC-4A19-B789-9292564C9D75}"/>
                    </a:ext>
                  </a:extLst>
                </p:cNvPr>
                <p:cNvSpPr txBox="1"/>
                <p:nvPr/>
              </p:nvSpPr>
              <p:spPr>
                <a:xfrm>
                  <a:off x="3762568" y="2597715"/>
                  <a:ext cx="8350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𝑑𝑖𝑓𝑓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A6B0545-0AEC-4A19-B789-9292564C9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2568" y="2597715"/>
                  <a:ext cx="835091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F9832D6-9573-4E22-9EA6-CC31CE099B09}"/>
                    </a:ext>
                  </a:extLst>
                </p:cNvPr>
                <p:cNvSpPr txBox="1"/>
                <p:nvPr/>
              </p:nvSpPr>
              <p:spPr>
                <a:xfrm>
                  <a:off x="2064909" y="2779465"/>
                  <a:ext cx="1502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=3,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𝑑𝑖𝑓𝑓𝐴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F9832D6-9573-4E22-9EA6-CC31CE099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4909" y="2779465"/>
                  <a:ext cx="1502229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059D779-7BDF-40AF-A36C-1F13F0FDE8C2}"/>
                </a:ext>
              </a:extLst>
            </p:cNvPr>
            <p:cNvCxnSpPr>
              <a:cxnSpLocks/>
            </p:cNvCxnSpPr>
            <p:nvPr/>
          </p:nvCxnSpPr>
          <p:spPr>
            <a:xfrm>
              <a:off x="1326226" y="2982951"/>
              <a:ext cx="1268963" cy="39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755CEA6-172F-41AE-999B-63EE24E600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7089" y="3016831"/>
              <a:ext cx="1270800" cy="39411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9D263A3-09AA-4944-8032-48E545D33BBA}"/>
                    </a:ext>
                  </a:extLst>
                </p:cNvPr>
                <p:cNvSpPr txBox="1"/>
                <p:nvPr/>
              </p:nvSpPr>
              <p:spPr>
                <a:xfrm>
                  <a:off x="1034388" y="3461891"/>
                  <a:ext cx="334035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𝑎𝑥𝐷𝑖𝑓𝑓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𝑑𝑖𝑓𝑓𝐿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𝑑𝑖𝑓𝑓𝑅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𝑑𝑖𝑓𝑓𝐴</m:t>
                                </m:r>
                              </m:e>
                            </m:d>
                          </m:e>
                        </m:func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9D263A3-09AA-4944-8032-48E545D33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388" y="3461891"/>
                  <a:ext cx="3340359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9A98AF0-6E5A-409E-AA94-8228367383F9}"/>
                    </a:ext>
                  </a:extLst>
                </p:cNvPr>
                <p:cNvSpPr txBox="1"/>
                <p:nvPr/>
              </p:nvSpPr>
              <p:spPr>
                <a:xfrm>
                  <a:off x="1026650" y="2546353"/>
                  <a:ext cx="334035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={3,2}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9A98AF0-6E5A-409E-AA94-822836738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650" y="2546353"/>
                  <a:ext cx="3340359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1B13F54-5F3D-4CEF-A73F-EEE95A5DE210}"/>
                    </a:ext>
                  </a:extLst>
                </p:cNvPr>
                <p:cNvSpPr txBox="1"/>
                <p:nvPr/>
              </p:nvSpPr>
              <p:spPr>
                <a:xfrm>
                  <a:off x="5344042" y="2557724"/>
                  <a:ext cx="8350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𝑑𝑖𝑓𝑓𝐿</m:t>
                        </m:r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1B13F54-5F3D-4CEF-A73F-EEE95A5DE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042" y="2557724"/>
                  <a:ext cx="835091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59C596E-BA01-4EF2-915B-F3FF5EBCAA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0004" y="1811217"/>
              <a:ext cx="1270800" cy="39411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3231673-2A38-4580-8EAA-F004AD5DA31A}"/>
                </a:ext>
              </a:extLst>
            </p:cNvPr>
            <p:cNvCxnSpPr>
              <a:cxnSpLocks/>
            </p:cNvCxnSpPr>
            <p:nvPr/>
          </p:nvCxnSpPr>
          <p:spPr>
            <a:xfrm>
              <a:off x="7220805" y="1819061"/>
              <a:ext cx="1268963" cy="39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5628D1-D431-4A00-90EE-239C9EB8ABED}"/>
                </a:ext>
              </a:extLst>
            </p:cNvPr>
            <p:cNvSpPr txBox="1"/>
            <p:nvPr/>
          </p:nvSpPr>
          <p:spPr>
            <a:xfrm>
              <a:off x="5685230" y="2215061"/>
              <a:ext cx="5295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FF41C13-EACA-4406-A467-2EF8C55F6D86}"/>
                </a:ext>
              </a:extLst>
            </p:cNvPr>
            <p:cNvSpPr txBox="1"/>
            <p:nvPr/>
          </p:nvSpPr>
          <p:spPr>
            <a:xfrm>
              <a:off x="8307094" y="2222905"/>
              <a:ext cx="5295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5CABDE-57B7-441A-8789-81DCF6E9B65D}"/>
                    </a:ext>
                  </a:extLst>
                </p:cNvPr>
                <p:cNvSpPr txBox="1"/>
                <p:nvPr/>
              </p:nvSpPr>
              <p:spPr>
                <a:xfrm>
                  <a:off x="8072222" y="2550296"/>
                  <a:ext cx="8350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𝑑𝑖𝑓𝑓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5CABDE-57B7-441A-8789-81DCF6E9B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222" y="2550296"/>
                  <a:ext cx="835091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55C0D00-0A78-4A82-9894-4EB6092DA8CA}"/>
                    </a:ext>
                  </a:extLst>
                </p:cNvPr>
                <p:cNvSpPr txBox="1"/>
                <p:nvPr/>
              </p:nvSpPr>
              <p:spPr>
                <a:xfrm>
                  <a:off x="6374563" y="2742861"/>
                  <a:ext cx="1502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=8,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=10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𝑑𝑖𝑓𝑓𝐴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55C0D00-0A78-4A82-9894-4EB6092DA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563" y="2742861"/>
                  <a:ext cx="1502229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0BDD7F3-9F54-46EF-AC45-1C384BDA4BD0}"/>
                </a:ext>
              </a:extLst>
            </p:cNvPr>
            <p:cNvCxnSpPr>
              <a:cxnSpLocks/>
            </p:cNvCxnSpPr>
            <p:nvPr/>
          </p:nvCxnSpPr>
          <p:spPr>
            <a:xfrm>
              <a:off x="5635880" y="2935532"/>
              <a:ext cx="1268963" cy="39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471D024-C478-47BD-AE2A-D6837CE22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6743" y="2969412"/>
              <a:ext cx="1270800" cy="39411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E9183CB-CEE7-407C-9286-F6F5D83F0DB2}"/>
                    </a:ext>
                  </a:extLst>
                </p:cNvPr>
                <p:cNvSpPr txBox="1"/>
                <p:nvPr/>
              </p:nvSpPr>
              <p:spPr>
                <a:xfrm>
                  <a:off x="5496282" y="3458530"/>
                  <a:ext cx="334035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𝑎𝑥𝐷𝑖𝑓𝑓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𝑑𝑖𝑓𝑓𝐿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𝑑𝑖𝑓𝑓𝑅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𝑑𝑖𝑓𝑓𝐴</m:t>
                                </m:r>
                              </m:e>
                            </m:d>
                          </m:e>
                        </m:func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E9183CB-CEE7-407C-9286-F6F5D83F0D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6282" y="3458530"/>
                  <a:ext cx="3340359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1AEFD28-A2BB-408C-BF4A-260BD1E5D7BF}"/>
                    </a:ext>
                  </a:extLst>
                </p:cNvPr>
                <p:cNvSpPr txBox="1"/>
                <p:nvPr/>
              </p:nvSpPr>
              <p:spPr>
                <a:xfrm>
                  <a:off x="5344042" y="2517585"/>
                  <a:ext cx="334035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={8,10}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1AEFD28-A2BB-408C-BF4A-260BD1E5D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042" y="2517585"/>
                  <a:ext cx="3340359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527EC2B5-77A4-4DE3-8223-AD387044A07F}"/>
                </a:ext>
              </a:extLst>
            </p:cNvPr>
            <p:cNvCxnSpPr>
              <a:cxnSpLocks/>
            </p:cNvCxnSpPr>
            <p:nvPr/>
          </p:nvCxnSpPr>
          <p:spPr>
            <a:xfrm>
              <a:off x="2423259" y="3772163"/>
              <a:ext cx="2174400" cy="781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D80FF26-E4FE-427C-AA48-9B674F9DCD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0840" y="3772187"/>
              <a:ext cx="2172580" cy="7811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D9C7BDC-3A7B-4BDC-B10B-5F2454307026}"/>
                    </a:ext>
                  </a:extLst>
                </p:cNvPr>
                <p:cNvSpPr txBox="1"/>
                <p:nvPr/>
              </p:nvSpPr>
              <p:spPr>
                <a:xfrm>
                  <a:off x="3157759" y="3839656"/>
                  <a:ext cx="334035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={3,2,8,10}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D9C7BDC-3A7B-4BDC-B10B-5F2454307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759" y="3839656"/>
                  <a:ext cx="3340359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B842D14-8C3C-4F90-825D-0AFC73ED55A4}"/>
                    </a:ext>
                  </a:extLst>
                </p:cNvPr>
                <p:cNvSpPr txBox="1"/>
                <p:nvPr/>
              </p:nvSpPr>
              <p:spPr>
                <a:xfrm>
                  <a:off x="4109749" y="4057570"/>
                  <a:ext cx="1502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=2,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=10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𝑑𝑖𝑓𝑓𝐴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B842D14-8C3C-4F90-825D-0AFC73ED5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749" y="4057570"/>
                  <a:ext cx="1502229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FEB22B-18DF-4BBC-8B7F-D97E0BADBC19}"/>
                    </a:ext>
                  </a:extLst>
                </p:cNvPr>
                <p:cNvSpPr txBox="1"/>
                <p:nvPr/>
              </p:nvSpPr>
              <p:spPr>
                <a:xfrm>
                  <a:off x="2159374" y="4688382"/>
                  <a:ext cx="59829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𝑎𝑥𝐷𝑖𝑓𝑓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𝑑𝑖𝑓𝑓𝐿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𝑑𝑖𝑓𝑓𝑅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𝑑𝑖𝑓𝑓𝐴</m:t>
                                </m:r>
                              </m:e>
                            </m:d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⁡{0,2,8}</m:t>
                            </m:r>
                          </m:e>
                        </m:func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FEB22B-18DF-4BBC-8B7F-D97E0BADBC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9374" y="4688382"/>
                  <a:ext cx="5982931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702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7739-750B-432E-8BD4-4F8F5662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DB6794-4EBB-48B8-9FBC-D250DA038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587" y="293926"/>
            <a:ext cx="6449980" cy="627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78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68B02-42A4-42EC-AA9C-6C3B583FB145}"/>
              </a:ext>
            </a:extLst>
          </p:cNvPr>
          <p:cNvSpPr txBox="1"/>
          <p:nvPr/>
        </p:nvSpPr>
        <p:spPr>
          <a:xfrm>
            <a:off x="4874003" y="2801923"/>
            <a:ext cx="1686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Q3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45788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7BB20-4D2C-4D20-857C-7B70C07F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9BD1FC-632A-48AB-A8B5-3EB8E6AEB7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we 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𝑏𝑑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instead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𝑏𝑑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9BD1FC-632A-48AB-A8B5-3EB8E6AEB7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54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81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4104</TotalTime>
  <Words>313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Tutorial 2 notes</vt:lpstr>
      <vt:lpstr>PowerPoint Presentation</vt:lpstr>
      <vt:lpstr>PowerPoint Presentation</vt:lpstr>
      <vt:lpstr>PowerPoint Presentation</vt:lpstr>
      <vt:lpstr>Analysis</vt:lpstr>
      <vt:lpstr>Analysis</vt:lpstr>
      <vt:lpstr>Analysis</vt:lpstr>
      <vt:lpstr>PowerPoint Presentation</vt:lpstr>
      <vt:lpstr>Pseudo code</vt:lpstr>
      <vt:lpstr>PowerPoint Presentation</vt:lpstr>
      <vt:lpstr>Think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2 notes</dc:title>
  <dc:creator>UIC</dc:creator>
  <cp:lastModifiedBy>UIC</cp:lastModifiedBy>
  <cp:revision>12</cp:revision>
  <cp:lastPrinted>2025-02-28T08:30:38Z</cp:lastPrinted>
  <dcterms:created xsi:type="dcterms:W3CDTF">2025-02-28T06:29:05Z</dcterms:created>
  <dcterms:modified xsi:type="dcterms:W3CDTF">2025-03-03T02:57:19Z</dcterms:modified>
</cp:coreProperties>
</file>