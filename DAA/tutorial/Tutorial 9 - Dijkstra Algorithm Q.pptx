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D87EB-BBED-4DB9-80CC-3A5838D9B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6D7D-87F5-401C-B1AE-4A1B4F9F5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080AE-A9DB-4A0D-8B16-7698C773C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14F9-EDCA-4774-AD8B-0FA6C6C8596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8AEE1-F14D-41D8-B512-BD6D77B0E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5D8E5-F1F0-4EFE-9E58-DF3A2E49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2EBF9-3821-4EFB-A2EF-265944658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1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C530-DAD0-4536-AE9C-4CB028B09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5EE84-CC77-4AEC-937C-B3B4CE1CF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21B56-10AD-456F-9385-51903A7C7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14F9-EDCA-4774-AD8B-0FA6C6C8596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672B3-E3E9-485F-B3E0-03F76530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8DAFE-88F4-44B7-810B-0F9F82DC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2EBF9-3821-4EFB-A2EF-265944658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26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C5385-DCCF-48A9-8D30-773F3D33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2105F-4230-4C95-AFF2-6B5B5BB85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4ADB8-EE13-4631-BD92-713AF30F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14F9-EDCA-4774-AD8B-0FA6C6C8596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CBAD7-EA22-4400-B1D8-70FB424C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ACD6-EA15-4E09-A7D4-28CEA409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2EBF9-3821-4EFB-A2EF-265944658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53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F46A8-1D47-40A4-97D9-A28252E26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3ED35-1C75-444B-9485-A0DFB7C61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D199E-7987-414E-AED2-87EF1A9AD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6500-D134-4EF0-B200-EC81818E6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14F9-EDCA-4774-AD8B-0FA6C6C8596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36613-FCD4-4886-8C20-6DC9A063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35B5A-CABD-4E58-8EB8-6338D334C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2EBF9-3821-4EFB-A2EF-265944658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8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5F20D-EB60-4220-AA35-613AA1BE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55A66-B594-41F0-9611-4D2ADE5F2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386BC-2785-4F10-877F-D0C60169D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55E23-492A-476B-986D-5E1740F6E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8FB088-524D-4D10-9E3F-7641DA7E4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F82C4D-E99C-43B7-9D7B-32FEA400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14F9-EDCA-4774-AD8B-0FA6C6C8596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042DA-7213-448D-8138-18B8E6BEF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5C946E-653D-440B-BCA8-ED691B91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2EBF9-3821-4EFB-A2EF-265944658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80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5148-9054-4BC6-BECC-1C60D919A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660CB-DF42-4ED9-9469-1AD8DC515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14F9-EDCA-4774-AD8B-0FA6C6C8596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73D5E-868F-43B5-BECF-EA3538C4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8AA3F-774E-4500-98AC-52F938C2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2EBF9-3821-4EFB-A2EF-265944658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13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39A52-AE6E-4118-9C04-24E92340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14F9-EDCA-4774-AD8B-0FA6C6C8596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10BFD-A1B9-4E54-BD0B-611A43228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8695A-5D4E-47D9-9548-CE31599B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2EBF9-3821-4EFB-A2EF-265944658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66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E1CE4-768B-44F7-9E96-36437A3C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1384D-6006-4BC1-890A-E67BCD301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857A2-F5CE-4D4E-B5DF-E559002E6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57537-C8CA-4706-A673-2693D08A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14F9-EDCA-4774-AD8B-0FA6C6C8596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A9EC1-A919-4E14-8F6F-1B8D24BC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B47F0-8517-4103-81D3-72F2FEAD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2EBF9-3821-4EFB-A2EF-265944658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1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03AA0-4DF3-4836-BBF1-245FA7E8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6D5D3A-790B-48C7-8962-C51FE3529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C7F28-CEAB-4D9A-BB8C-3D9DDB717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B11E1-DE22-4CB9-8753-0DA77A820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14F9-EDCA-4774-AD8B-0FA6C6C8596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A9E65-E056-43DD-BF7C-E34FA2E6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7E46E-5856-4D13-85AE-E59FDA83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2EBF9-3821-4EFB-A2EF-265944658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1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6120-6082-4DD5-9F12-D8D4FC55A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0CEEBA-91D0-4B0C-AAF5-EE3B763A1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1759C-FF19-4905-AFD7-4F03B1120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14F9-EDCA-4774-AD8B-0FA6C6C8596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BD25B-058A-48E8-8820-37CF032A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A244F-AA35-48EE-ABF4-8E78CF69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2EBF9-3821-4EFB-A2EF-265944658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85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D5178A-B2A9-455F-A61F-0001208882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B9BF7-3D4D-4E83-9C57-DCBC0A387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8E468-A1D1-4FDB-A84D-6523F77D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14F9-EDCA-4774-AD8B-0FA6C6C8596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14614-120F-4F97-BF93-CFD6F255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0C595-839F-4E91-B038-27034D66E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2EBF9-3821-4EFB-A2EF-265944658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0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DAB0-F6E9-442D-90E5-70AF649B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A69AA-9127-4A8B-BC04-4AA193529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34530-67DA-4143-B8AB-2B4D55099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D14F9-EDCA-4774-AD8B-0FA6C6C8596B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1AE24-C87B-4B95-85C8-1FDD9367D8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B3F44-7E9A-4859-8120-E8A1C2C6A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2EBF9-3821-4EFB-A2EF-265944658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7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C5B4D55-7C49-45D2-87E9-43B54E10C0B2}"/>
              </a:ext>
            </a:extLst>
          </p:cNvPr>
          <p:cNvSpPr txBox="1">
            <a:spLocks/>
          </p:cNvSpPr>
          <p:nvPr/>
        </p:nvSpPr>
        <p:spPr>
          <a:xfrm>
            <a:off x="899160" y="19805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Tutorial 9 </a:t>
            </a:r>
            <a:r>
              <a:rPr lang="en-US" sz="3200" dirty="0"/>
              <a:t>- Dijkstra Algorithm</a:t>
            </a:r>
          </a:p>
          <a:p>
            <a:r>
              <a:rPr lang="en-US" sz="3200" dirty="0"/>
              <a:t>Calculate the shortest path from vertex A to other vertices.</a:t>
            </a:r>
          </a:p>
        </p:txBody>
      </p:sp>
    </p:spTree>
    <p:extLst>
      <p:ext uri="{BB962C8B-B14F-4D97-AF65-F5344CB8AC3E}">
        <p14:creationId xmlns:p14="http://schemas.microsoft.com/office/powerpoint/2010/main" val="2750594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60E8D6C-4C4E-438C-95B3-B60D07157648}"/>
              </a:ext>
            </a:extLst>
          </p:cNvPr>
          <p:cNvGrpSpPr/>
          <p:nvPr/>
        </p:nvGrpSpPr>
        <p:grpSpPr>
          <a:xfrm>
            <a:off x="853944" y="1626915"/>
            <a:ext cx="6472779" cy="3083468"/>
            <a:chOff x="1789526" y="1792248"/>
            <a:chExt cx="6472779" cy="3083468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E061EC5-AC7A-4EE9-AC8C-2F80D166657E}"/>
                </a:ext>
              </a:extLst>
            </p:cNvPr>
            <p:cNvCxnSpPr>
              <a:cxnSpLocks/>
              <a:endCxn id="68" idx="2"/>
            </p:cNvCxnSpPr>
            <p:nvPr/>
          </p:nvCxnSpPr>
          <p:spPr>
            <a:xfrm flipV="1">
              <a:off x="2189526" y="2743199"/>
              <a:ext cx="1685494" cy="2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5377373-EAB1-4761-A157-E5CFCF49A95E}"/>
                </a:ext>
              </a:extLst>
            </p:cNvPr>
            <p:cNvCxnSpPr>
              <a:cxnSpLocks/>
              <a:stCxn id="67" idx="4"/>
              <a:endCxn id="72" idx="0"/>
            </p:cNvCxnSpPr>
            <p:nvPr/>
          </p:nvCxnSpPr>
          <p:spPr>
            <a:xfrm>
              <a:off x="2196517" y="2979803"/>
              <a:ext cx="1032" cy="1404043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C7B3F0D-BA74-4E09-BAD2-F62EECC9BB50}"/>
                </a:ext>
              </a:extLst>
            </p:cNvPr>
            <p:cNvCxnSpPr>
              <a:cxnSpLocks/>
              <a:stCxn id="68" idx="4"/>
              <a:endCxn id="73" idx="0"/>
            </p:cNvCxnSpPr>
            <p:nvPr/>
          </p:nvCxnSpPr>
          <p:spPr>
            <a:xfrm>
              <a:off x="4121790" y="2979803"/>
              <a:ext cx="0" cy="1422705"/>
            </a:xfrm>
            <a:prstGeom prst="line">
              <a:avLst/>
            </a:prstGeom>
            <a:ln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09543FE-DD39-4A6C-85FE-D2C11EC3BD85}"/>
                </a:ext>
              </a:extLst>
            </p:cNvPr>
            <p:cNvCxnSpPr>
              <a:cxnSpLocks/>
              <a:stCxn id="72" idx="6"/>
              <a:endCxn id="73" idx="2"/>
            </p:cNvCxnSpPr>
            <p:nvPr/>
          </p:nvCxnSpPr>
          <p:spPr>
            <a:xfrm>
              <a:off x="2444318" y="4620450"/>
              <a:ext cx="1456920" cy="0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CC48BC8-35DF-495E-B812-E82AAB311E62}"/>
                </a:ext>
              </a:extLst>
            </p:cNvPr>
            <p:cNvCxnSpPr>
              <a:cxnSpLocks/>
              <a:stCxn id="68" idx="6"/>
              <a:endCxn id="70" idx="2"/>
            </p:cNvCxnSpPr>
            <p:nvPr/>
          </p:nvCxnSpPr>
          <p:spPr>
            <a:xfrm>
              <a:off x="4368559" y="2743199"/>
              <a:ext cx="14317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BBCE268-C3B8-4E78-A68B-FC6EF49A3622}"/>
                </a:ext>
              </a:extLst>
            </p:cNvPr>
            <p:cNvCxnSpPr>
              <a:cxnSpLocks/>
              <a:stCxn id="70" idx="6"/>
              <a:endCxn id="71" idx="2"/>
            </p:cNvCxnSpPr>
            <p:nvPr/>
          </p:nvCxnSpPr>
          <p:spPr>
            <a:xfrm>
              <a:off x="6293832" y="2743199"/>
              <a:ext cx="143004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05B7871-35D8-4A1D-BC6B-478BB14F6B97}"/>
                </a:ext>
              </a:extLst>
            </p:cNvPr>
            <p:cNvCxnSpPr>
              <a:cxnSpLocks/>
              <a:stCxn id="73" idx="6"/>
              <a:endCxn id="74" idx="2"/>
            </p:cNvCxnSpPr>
            <p:nvPr/>
          </p:nvCxnSpPr>
          <p:spPr>
            <a:xfrm flipV="1">
              <a:off x="4394777" y="4626588"/>
              <a:ext cx="14312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87CE9E55-EE8C-4E33-8296-DBB3246067CF}"/>
                </a:ext>
              </a:extLst>
            </p:cNvPr>
            <p:cNvCxnSpPr>
              <a:cxnSpLocks/>
              <a:stCxn id="74" idx="0"/>
              <a:endCxn id="70" idx="4"/>
            </p:cNvCxnSpPr>
            <p:nvPr/>
          </p:nvCxnSpPr>
          <p:spPr>
            <a:xfrm flipH="1" flipV="1">
              <a:off x="6047063" y="2979803"/>
              <a:ext cx="0" cy="14264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727C17D3-A191-4085-949C-57531C42473A}"/>
                </a:ext>
              </a:extLst>
            </p:cNvPr>
            <p:cNvCxnSpPr>
              <a:cxnSpLocks/>
              <a:stCxn id="74" idx="6"/>
              <a:endCxn id="75" idx="2"/>
            </p:cNvCxnSpPr>
            <p:nvPr/>
          </p:nvCxnSpPr>
          <p:spPr>
            <a:xfrm>
              <a:off x="6319550" y="4626588"/>
              <a:ext cx="14492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5C8F62AF-AD9A-4FD0-8CAB-E05FD15F7244}"/>
                </a:ext>
              </a:extLst>
            </p:cNvPr>
            <p:cNvCxnSpPr>
              <a:cxnSpLocks/>
              <a:stCxn id="75" idx="0"/>
              <a:endCxn id="71" idx="4"/>
            </p:cNvCxnSpPr>
            <p:nvPr/>
          </p:nvCxnSpPr>
          <p:spPr>
            <a:xfrm flipH="1" flipV="1">
              <a:off x="7970644" y="2979803"/>
              <a:ext cx="0" cy="14213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B2F2165-3FC1-41E3-867D-89081906661A}"/>
                </a:ext>
              </a:extLst>
            </p:cNvPr>
            <p:cNvSpPr/>
            <p:nvPr/>
          </p:nvSpPr>
          <p:spPr>
            <a:xfrm>
              <a:off x="1949747" y="2506595"/>
              <a:ext cx="493539" cy="4732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3E0DDAE-A0CA-4C88-A33D-C7188A6F01AF}"/>
                </a:ext>
              </a:extLst>
            </p:cNvPr>
            <p:cNvSpPr/>
            <p:nvPr/>
          </p:nvSpPr>
          <p:spPr>
            <a:xfrm>
              <a:off x="3875020" y="2506595"/>
              <a:ext cx="493539" cy="4732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D591908-A9D5-4558-B6A8-2476603E3B92}"/>
                </a:ext>
              </a:extLst>
            </p:cNvPr>
            <p:cNvSpPr/>
            <p:nvPr/>
          </p:nvSpPr>
          <p:spPr>
            <a:xfrm>
              <a:off x="5800293" y="2506595"/>
              <a:ext cx="493539" cy="4732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7753164-6CDE-4D95-A061-9B08059B1D26}"/>
                </a:ext>
              </a:extLst>
            </p:cNvPr>
            <p:cNvSpPr/>
            <p:nvPr/>
          </p:nvSpPr>
          <p:spPr>
            <a:xfrm>
              <a:off x="7723874" y="2506595"/>
              <a:ext cx="493539" cy="4732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DD50AA5-C427-48AA-9975-4104E72CC622}"/>
                </a:ext>
              </a:extLst>
            </p:cNvPr>
            <p:cNvSpPr/>
            <p:nvPr/>
          </p:nvSpPr>
          <p:spPr>
            <a:xfrm>
              <a:off x="1950779" y="4383846"/>
              <a:ext cx="493539" cy="4732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A1E28C5-A216-4570-84D4-8C3BE6616B76}"/>
                </a:ext>
              </a:extLst>
            </p:cNvPr>
            <p:cNvSpPr/>
            <p:nvPr/>
          </p:nvSpPr>
          <p:spPr>
            <a:xfrm>
              <a:off x="3901238" y="4402508"/>
              <a:ext cx="493539" cy="4732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EEEDD3B-4A1B-4BE8-BE75-57448EAEAC92}"/>
                </a:ext>
              </a:extLst>
            </p:cNvPr>
            <p:cNvSpPr/>
            <p:nvPr/>
          </p:nvSpPr>
          <p:spPr>
            <a:xfrm>
              <a:off x="5826011" y="4406266"/>
              <a:ext cx="493539" cy="44064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                         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D7438D2-53AD-454D-874D-279744B45700}"/>
                </a:ext>
              </a:extLst>
            </p:cNvPr>
            <p:cNvSpPr/>
            <p:nvPr/>
          </p:nvSpPr>
          <p:spPr>
            <a:xfrm>
              <a:off x="7768766" y="4401187"/>
              <a:ext cx="493539" cy="4732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9CB3F506-2CE2-4FFA-A91D-CC9EA118949F}"/>
                </a:ext>
              </a:extLst>
            </p:cNvPr>
            <p:cNvCxnSpPr>
              <a:stCxn id="72" idx="7"/>
              <a:endCxn id="68" idx="3"/>
            </p:cNvCxnSpPr>
            <p:nvPr/>
          </p:nvCxnSpPr>
          <p:spPr>
            <a:xfrm flipV="1">
              <a:off x="2372041" y="2910503"/>
              <a:ext cx="1575256" cy="15426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F15DA58E-E4F2-4591-B1BC-7E7DA95206AA}"/>
                </a:ext>
              </a:extLst>
            </p:cNvPr>
            <p:cNvCxnSpPr>
              <a:stCxn id="73" idx="7"/>
              <a:endCxn id="70" idx="3"/>
            </p:cNvCxnSpPr>
            <p:nvPr/>
          </p:nvCxnSpPr>
          <p:spPr>
            <a:xfrm flipV="1">
              <a:off x="4322500" y="2910503"/>
              <a:ext cx="1550070" cy="15613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0E4C391F-3E83-45B7-A229-A7C269B613A9}"/>
                </a:ext>
              </a:extLst>
            </p:cNvPr>
            <p:cNvCxnSpPr>
              <a:stCxn id="74" idx="7"/>
              <a:endCxn id="71" idx="3"/>
            </p:cNvCxnSpPr>
            <p:nvPr/>
          </p:nvCxnSpPr>
          <p:spPr>
            <a:xfrm flipV="1">
              <a:off x="6247273" y="2910503"/>
              <a:ext cx="1548878" cy="15602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Connector: Elbow 131">
              <a:extLst>
                <a:ext uri="{FF2B5EF4-FFF2-40B4-BE49-F238E27FC236}">
                  <a16:creationId xmlns:a16="http://schemas.microsoft.com/office/drawing/2014/main" id="{3B7728AC-14CD-434B-ACE9-9E64DDB5C442}"/>
                </a:ext>
              </a:extLst>
            </p:cNvPr>
            <p:cNvCxnSpPr>
              <a:cxnSpLocks/>
              <a:stCxn id="67" idx="0"/>
              <a:endCxn id="71" idx="0"/>
            </p:cNvCxnSpPr>
            <p:nvPr/>
          </p:nvCxnSpPr>
          <p:spPr>
            <a:xfrm rot="5400000" flipH="1" flipV="1">
              <a:off x="5083580" y="-380468"/>
              <a:ext cx="12700" cy="5774127"/>
            </a:xfrm>
            <a:prstGeom prst="bentConnector3">
              <a:avLst>
                <a:gd name="adj1" fmla="val 312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1EEB4B4-5075-41AB-B8AA-DECFA00AAAEB}"/>
                </a:ext>
              </a:extLst>
            </p:cNvPr>
            <p:cNvSpPr txBox="1"/>
            <p:nvPr/>
          </p:nvSpPr>
          <p:spPr>
            <a:xfrm>
              <a:off x="2926079" y="2469860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30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354CB44-6240-4521-A495-7EC2110EC595}"/>
                </a:ext>
              </a:extLst>
            </p:cNvPr>
            <p:cNvSpPr txBox="1"/>
            <p:nvPr/>
          </p:nvSpPr>
          <p:spPr>
            <a:xfrm>
              <a:off x="4802942" y="2457520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3455CF6-A680-4A9C-957D-EC2E7BC06986}"/>
                </a:ext>
              </a:extLst>
            </p:cNvPr>
            <p:cNvSpPr txBox="1"/>
            <p:nvPr/>
          </p:nvSpPr>
          <p:spPr>
            <a:xfrm>
              <a:off x="6782184" y="2457520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FE1CEA4-32C9-4673-960A-0D8683FB2A2D}"/>
                </a:ext>
              </a:extLst>
            </p:cNvPr>
            <p:cNvSpPr txBox="1"/>
            <p:nvPr/>
          </p:nvSpPr>
          <p:spPr>
            <a:xfrm>
              <a:off x="2979683" y="4328001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2F8B502-1D8D-4D2A-A43D-0191A0942C62}"/>
                </a:ext>
              </a:extLst>
            </p:cNvPr>
            <p:cNvSpPr txBox="1"/>
            <p:nvPr/>
          </p:nvSpPr>
          <p:spPr>
            <a:xfrm>
              <a:off x="4856633" y="4328001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AAE8B800-125F-47B5-9D11-91EBB7D1B59A}"/>
                </a:ext>
              </a:extLst>
            </p:cNvPr>
            <p:cNvSpPr txBox="1"/>
            <p:nvPr/>
          </p:nvSpPr>
          <p:spPr>
            <a:xfrm>
              <a:off x="6845522" y="4328001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3F5B9EBD-0235-4266-8CC4-8F11CC2F800D}"/>
                </a:ext>
              </a:extLst>
            </p:cNvPr>
            <p:cNvSpPr txBox="1"/>
            <p:nvPr/>
          </p:nvSpPr>
          <p:spPr>
            <a:xfrm>
              <a:off x="1789526" y="3510781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B46ADF0-60BA-4A6F-B499-58883B12C09B}"/>
                </a:ext>
              </a:extLst>
            </p:cNvPr>
            <p:cNvSpPr txBox="1"/>
            <p:nvPr/>
          </p:nvSpPr>
          <p:spPr>
            <a:xfrm>
              <a:off x="3819701" y="3498441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49DA5C24-90AA-4B30-9ED9-8DC6C7B3A4E4}"/>
                </a:ext>
              </a:extLst>
            </p:cNvPr>
            <p:cNvSpPr txBox="1"/>
            <p:nvPr/>
          </p:nvSpPr>
          <p:spPr>
            <a:xfrm>
              <a:off x="5782247" y="3505829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15882EA-1090-492C-A0DF-99DA7A23E4FC}"/>
                </a:ext>
              </a:extLst>
            </p:cNvPr>
            <p:cNvSpPr txBox="1"/>
            <p:nvPr/>
          </p:nvSpPr>
          <p:spPr>
            <a:xfrm>
              <a:off x="7697395" y="3498441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EFBEF11-6AEC-487B-B578-E44FEB531BFB}"/>
                </a:ext>
              </a:extLst>
            </p:cNvPr>
            <p:cNvSpPr txBox="1"/>
            <p:nvPr/>
          </p:nvSpPr>
          <p:spPr>
            <a:xfrm>
              <a:off x="6794011" y="3409018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E6A5D62A-E3B2-45FC-B69B-D396617B3619}"/>
                </a:ext>
              </a:extLst>
            </p:cNvPr>
            <p:cNvSpPr txBox="1"/>
            <p:nvPr/>
          </p:nvSpPr>
          <p:spPr>
            <a:xfrm>
              <a:off x="4754621" y="3451743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D5DC7B86-B563-4931-9C06-DD71314962E2}"/>
                </a:ext>
              </a:extLst>
            </p:cNvPr>
            <p:cNvSpPr txBox="1"/>
            <p:nvPr/>
          </p:nvSpPr>
          <p:spPr>
            <a:xfrm>
              <a:off x="2797274" y="3477250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84EC06E7-7563-42E3-9EA8-4FD3AC238FB3}"/>
                </a:ext>
              </a:extLst>
            </p:cNvPr>
            <p:cNvSpPr txBox="1"/>
            <p:nvPr/>
          </p:nvSpPr>
          <p:spPr>
            <a:xfrm>
              <a:off x="4983215" y="1792248"/>
              <a:ext cx="455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60</a:t>
              </a: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240B42B2-B9D6-4123-AB38-6AAF8E0645C3}"/>
              </a:ext>
            </a:extLst>
          </p:cNvPr>
          <p:cNvSpPr txBox="1"/>
          <p:nvPr/>
        </p:nvSpPr>
        <p:spPr>
          <a:xfrm>
            <a:off x="1706880" y="480060"/>
            <a:ext cx="249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4D052B-92C0-4385-ACBF-E5ED3923E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329" y="236439"/>
            <a:ext cx="3828571" cy="2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2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54">
            <a:extLst>
              <a:ext uri="{FF2B5EF4-FFF2-40B4-BE49-F238E27FC236}">
                <a16:creationId xmlns:a16="http://schemas.microsoft.com/office/drawing/2014/main" id="{240B42B2-B9D6-4123-AB38-6AAF8E0645C3}"/>
              </a:ext>
            </a:extLst>
          </p:cNvPr>
          <p:cNvSpPr txBox="1"/>
          <p:nvPr/>
        </p:nvSpPr>
        <p:spPr>
          <a:xfrm>
            <a:off x="1706880" y="480060"/>
            <a:ext cx="249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 2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D31640A-FAD3-445B-811F-02CD29996072}"/>
              </a:ext>
            </a:extLst>
          </p:cNvPr>
          <p:cNvGrpSpPr/>
          <p:nvPr/>
        </p:nvGrpSpPr>
        <p:grpSpPr>
          <a:xfrm>
            <a:off x="4005871" y="1391900"/>
            <a:ext cx="3671512" cy="4164889"/>
            <a:chOff x="4005871" y="1391900"/>
            <a:chExt cx="3671512" cy="4164889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E09C93B-032D-4A7C-9C27-C767BD1A2D13}"/>
                </a:ext>
              </a:extLst>
            </p:cNvPr>
            <p:cNvCxnSpPr>
              <a:cxnSpLocks/>
              <a:stCxn id="56" idx="3"/>
              <a:endCxn id="58" idx="7"/>
            </p:cNvCxnSpPr>
            <p:nvPr/>
          </p:nvCxnSpPr>
          <p:spPr>
            <a:xfrm flipH="1">
              <a:off x="4884533" y="1795808"/>
              <a:ext cx="720745" cy="11306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4F8E487-45F4-4EC3-A3AB-1000475CEC7F}"/>
                </a:ext>
              </a:extLst>
            </p:cNvPr>
            <p:cNvCxnSpPr>
              <a:cxnSpLocks/>
              <a:stCxn id="56" idx="5"/>
              <a:endCxn id="63" idx="1"/>
            </p:cNvCxnSpPr>
            <p:nvPr/>
          </p:nvCxnSpPr>
          <p:spPr>
            <a:xfrm>
              <a:off x="5954263" y="1795808"/>
              <a:ext cx="759344" cy="11077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C145524-B4D4-46AC-AA83-3F308C2EC8DC}"/>
                </a:ext>
              </a:extLst>
            </p:cNvPr>
            <p:cNvCxnSpPr>
              <a:cxnSpLocks/>
              <a:stCxn id="58" idx="6"/>
              <a:endCxn id="63" idx="2"/>
            </p:cNvCxnSpPr>
            <p:nvPr/>
          </p:nvCxnSpPr>
          <p:spPr>
            <a:xfrm flipV="1">
              <a:off x="4956810" y="3070859"/>
              <a:ext cx="16845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D99EEC6-F4BE-41F4-AE99-A7FFC3A615CF}"/>
                </a:ext>
              </a:extLst>
            </p:cNvPr>
            <p:cNvCxnSpPr>
              <a:cxnSpLocks/>
              <a:stCxn id="58" idx="4"/>
              <a:endCxn id="62" idx="0"/>
            </p:cNvCxnSpPr>
            <p:nvPr/>
          </p:nvCxnSpPr>
          <p:spPr>
            <a:xfrm flipH="1">
              <a:off x="4709655" y="3330323"/>
              <a:ext cx="386" cy="13632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ADF4B35-3261-470B-8E48-FB74E9EE7166}"/>
                </a:ext>
              </a:extLst>
            </p:cNvPr>
            <p:cNvCxnSpPr>
              <a:cxnSpLocks/>
              <a:stCxn id="62" idx="6"/>
              <a:endCxn id="60" idx="2"/>
            </p:cNvCxnSpPr>
            <p:nvPr/>
          </p:nvCxnSpPr>
          <p:spPr>
            <a:xfrm flipV="1">
              <a:off x="4956424" y="4917842"/>
              <a:ext cx="17072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5924BBA-25BC-48DE-B9D5-2D985A3C9A67}"/>
                </a:ext>
              </a:extLst>
            </p:cNvPr>
            <p:cNvCxnSpPr>
              <a:cxnSpLocks/>
              <a:stCxn id="60" idx="0"/>
              <a:endCxn id="63" idx="4"/>
            </p:cNvCxnSpPr>
            <p:nvPr/>
          </p:nvCxnSpPr>
          <p:spPr>
            <a:xfrm flipH="1" flipV="1">
              <a:off x="6888100" y="3307463"/>
              <a:ext cx="0" cy="1373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F5D7ADE-CA7F-4C56-B0D1-D7C4F7E3079D}"/>
                </a:ext>
              </a:extLst>
            </p:cNvPr>
            <p:cNvSpPr/>
            <p:nvPr/>
          </p:nvSpPr>
          <p:spPr>
            <a:xfrm>
              <a:off x="5533001" y="1391900"/>
              <a:ext cx="493539" cy="4732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14FDE4D-7274-4293-93F0-96352C21DF91}"/>
                </a:ext>
              </a:extLst>
            </p:cNvPr>
            <p:cNvSpPr/>
            <p:nvPr/>
          </p:nvSpPr>
          <p:spPr>
            <a:xfrm>
              <a:off x="4463271" y="2857115"/>
              <a:ext cx="493539" cy="4732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5F3E3E7-A0B6-453D-BB59-DBEE9BD9F7B5}"/>
                </a:ext>
              </a:extLst>
            </p:cNvPr>
            <p:cNvSpPr/>
            <p:nvPr/>
          </p:nvSpPr>
          <p:spPr>
            <a:xfrm>
              <a:off x="6663691" y="4681238"/>
              <a:ext cx="493539" cy="4732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     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409186F-DD4F-4D1F-9183-9BA6F946B44C}"/>
                </a:ext>
              </a:extLst>
            </p:cNvPr>
            <p:cNvSpPr/>
            <p:nvPr/>
          </p:nvSpPr>
          <p:spPr>
            <a:xfrm>
              <a:off x="4462885" y="4693536"/>
              <a:ext cx="493539" cy="4732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9356BF1-2542-4D85-9D70-542A87021AD8}"/>
                </a:ext>
              </a:extLst>
            </p:cNvPr>
            <p:cNvSpPr/>
            <p:nvPr/>
          </p:nvSpPr>
          <p:spPr>
            <a:xfrm>
              <a:off x="6641330" y="2834255"/>
              <a:ext cx="493539" cy="47320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0FDCB00D-7CC0-42CE-B1A8-8C9DAA1B55C0}"/>
                </a:ext>
              </a:extLst>
            </p:cNvPr>
            <p:cNvCxnSpPr>
              <a:stCxn id="58" idx="0"/>
              <a:endCxn id="56" idx="2"/>
            </p:cNvCxnSpPr>
            <p:nvPr/>
          </p:nvCxnSpPr>
          <p:spPr>
            <a:xfrm rot="5400000" flipH="1" flipV="1">
              <a:off x="4507216" y="1831330"/>
              <a:ext cx="1228611" cy="822960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nector: Curved 41">
              <a:extLst>
                <a:ext uri="{FF2B5EF4-FFF2-40B4-BE49-F238E27FC236}">
                  <a16:creationId xmlns:a16="http://schemas.microsoft.com/office/drawing/2014/main" id="{8F15BEE4-5520-46A6-9AF1-82C35E0E075C}"/>
                </a:ext>
              </a:extLst>
            </p:cNvPr>
            <p:cNvCxnSpPr>
              <a:stCxn id="63" idx="3"/>
              <a:endCxn id="58" idx="5"/>
            </p:cNvCxnSpPr>
            <p:nvPr/>
          </p:nvCxnSpPr>
          <p:spPr>
            <a:xfrm rot="5400000">
              <a:off x="5787640" y="2335056"/>
              <a:ext cx="22860" cy="1829074"/>
            </a:xfrm>
            <a:prstGeom prst="curvedConnector3">
              <a:avLst>
                <a:gd name="adj1" fmla="val 469816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Connector: Curved 44">
              <a:extLst>
                <a:ext uri="{FF2B5EF4-FFF2-40B4-BE49-F238E27FC236}">
                  <a16:creationId xmlns:a16="http://schemas.microsoft.com/office/drawing/2014/main" id="{9A71ED0F-D939-4CEF-9419-7E6223DADA00}"/>
                </a:ext>
              </a:extLst>
            </p:cNvPr>
            <p:cNvCxnSpPr>
              <a:stCxn id="62" idx="1"/>
              <a:endCxn id="58" idx="3"/>
            </p:cNvCxnSpPr>
            <p:nvPr/>
          </p:nvCxnSpPr>
          <p:spPr>
            <a:xfrm rot="5400000" flipH="1" flipV="1">
              <a:off x="3784449" y="4011737"/>
              <a:ext cx="1501813" cy="386"/>
            </a:xfrm>
            <a:prstGeom prst="curvedConnector3">
              <a:avLst>
                <a:gd name="adj1" fmla="val 49493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or: Curved 51">
              <a:extLst>
                <a:ext uri="{FF2B5EF4-FFF2-40B4-BE49-F238E27FC236}">
                  <a16:creationId xmlns:a16="http://schemas.microsoft.com/office/drawing/2014/main" id="{C134C386-11FA-423E-A4FF-1D07E7F1A82F}"/>
                </a:ext>
              </a:extLst>
            </p:cNvPr>
            <p:cNvCxnSpPr>
              <a:stCxn id="60" idx="3"/>
              <a:endCxn id="62" idx="5"/>
            </p:cNvCxnSpPr>
            <p:nvPr/>
          </p:nvCxnSpPr>
          <p:spPr>
            <a:xfrm rot="5400000">
              <a:off x="5803909" y="4165385"/>
              <a:ext cx="12298" cy="1851821"/>
            </a:xfrm>
            <a:prstGeom prst="curvedConnector3">
              <a:avLst>
                <a:gd name="adj1" fmla="val 973313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Connector: Curved 68">
              <a:extLst>
                <a:ext uri="{FF2B5EF4-FFF2-40B4-BE49-F238E27FC236}">
                  <a16:creationId xmlns:a16="http://schemas.microsoft.com/office/drawing/2014/main" id="{90CAA520-6672-4F31-8733-25B4EB7C49BE}"/>
                </a:ext>
              </a:extLst>
            </p:cNvPr>
            <p:cNvCxnSpPr>
              <a:stCxn id="63" idx="5"/>
              <a:endCxn id="60" idx="7"/>
            </p:cNvCxnSpPr>
            <p:nvPr/>
          </p:nvCxnSpPr>
          <p:spPr>
            <a:xfrm rot="16200000" flipH="1">
              <a:off x="6306405" y="3994349"/>
              <a:ext cx="1512375" cy="0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6139D76-E032-4FA7-9FB6-9F7A7FA0CF30}"/>
                </a:ext>
              </a:extLst>
            </p:cNvPr>
            <p:cNvSpPr txBox="1"/>
            <p:nvPr/>
          </p:nvSpPr>
          <p:spPr>
            <a:xfrm>
              <a:off x="4535162" y="1870966"/>
              <a:ext cx="493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7F15A83-C2FE-41B4-B76B-1E2A9803709B}"/>
                </a:ext>
              </a:extLst>
            </p:cNvPr>
            <p:cNvSpPr txBox="1"/>
            <p:nvPr/>
          </p:nvSpPr>
          <p:spPr>
            <a:xfrm>
              <a:off x="6333935" y="1990843"/>
              <a:ext cx="493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32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1B71C16-30AA-4A55-A119-B845B365DB3B}"/>
                </a:ext>
              </a:extLst>
            </p:cNvPr>
            <p:cNvSpPr txBox="1"/>
            <p:nvPr/>
          </p:nvSpPr>
          <p:spPr>
            <a:xfrm>
              <a:off x="5336095" y="2186886"/>
              <a:ext cx="5043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B7AB8DE-FE3A-4863-81C2-60F1708CAFAD}"/>
                </a:ext>
              </a:extLst>
            </p:cNvPr>
            <p:cNvSpPr txBox="1"/>
            <p:nvPr/>
          </p:nvSpPr>
          <p:spPr>
            <a:xfrm>
              <a:off x="5449963" y="2764969"/>
              <a:ext cx="6488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8A9052A-85E6-43EA-94C1-7C34A1D662AF}"/>
                </a:ext>
              </a:extLst>
            </p:cNvPr>
            <p:cNvSpPr txBox="1"/>
            <p:nvPr/>
          </p:nvSpPr>
          <p:spPr>
            <a:xfrm>
              <a:off x="5533001" y="3301604"/>
              <a:ext cx="565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29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7C358A4-3D4E-42F7-9A38-036316721D01}"/>
                </a:ext>
              </a:extLst>
            </p:cNvPr>
            <p:cNvSpPr txBox="1"/>
            <p:nvPr/>
          </p:nvSpPr>
          <p:spPr>
            <a:xfrm>
              <a:off x="4005871" y="3803416"/>
              <a:ext cx="493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3E5739D-563B-472E-A535-1ED15421ED5B}"/>
                </a:ext>
              </a:extLst>
            </p:cNvPr>
            <p:cNvSpPr txBox="1"/>
            <p:nvPr/>
          </p:nvSpPr>
          <p:spPr>
            <a:xfrm>
              <a:off x="4759958" y="3803416"/>
              <a:ext cx="418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3019AF6-5213-4CB3-A793-CD694F3B1788}"/>
                </a:ext>
              </a:extLst>
            </p:cNvPr>
            <p:cNvSpPr txBox="1"/>
            <p:nvPr/>
          </p:nvSpPr>
          <p:spPr>
            <a:xfrm>
              <a:off x="7112510" y="3699540"/>
              <a:ext cx="564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13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4C68755-03DD-4526-9D0A-450AFF872811}"/>
                </a:ext>
              </a:extLst>
            </p:cNvPr>
            <p:cNvSpPr txBox="1"/>
            <p:nvPr/>
          </p:nvSpPr>
          <p:spPr>
            <a:xfrm>
              <a:off x="6419624" y="3817620"/>
              <a:ext cx="4623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27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BBB8398-C9BD-4E9F-8610-9AE116C9A139}"/>
                </a:ext>
              </a:extLst>
            </p:cNvPr>
            <p:cNvSpPr txBox="1"/>
            <p:nvPr/>
          </p:nvSpPr>
          <p:spPr>
            <a:xfrm>
              <a:off x="5708688" y="4632163"/>
              <a:ext cx="4491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8D454B0-799A-400A-A544-0EF1B16287FC}"/>
                </a:ext>
              </a:extLst>
            </p:cNvPr>
            <p:cNvSpPr txBox="1"/>
            <p:nvPr/>
          </p:nvSpPr>
          <p:spPr>
            <a:xfrm>
              <a:off x="5674419" y="5181096"/>
              <a:ext cx="483390" cy="375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26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58</Words>
  <Application>Microsoft Office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Dijkstra’s Shortest Path Algorithm</dc:title>
  <dc:creator>UIC</dc:creator>
  <cp:lastModifiedBy>UIC</cp:lastModifiedBy>
  <cp:revision>15</cp:revision>
  <dcterms:created xsi:type="dcterms:W3CDTF">2025-04-21T04:27:47Z</dcterms:created>
  <dcterms:modified xsi:type="dcterms:W3CDTF">2026-04-28T02:35:26Z</dcterms:modified>
</cp:coreProperties>
</file>