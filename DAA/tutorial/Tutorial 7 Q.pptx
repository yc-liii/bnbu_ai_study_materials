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2E12-3C63-4980-B538-F307E72AB4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B9E579-A0E2-4B1F-ABA7-0B58F7E68B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29A688-D1E2-4C80-B71B-D845B62EA5A6}"/>
              </a:ext>
            </a:extLst>
          </p:cNvPr>
          <p:cNvSpPr>
            <a:spLocks noGrp="1"/>
          </p:cNvSpPr>
          <p:nvPr>
            <p:ph type="dt" sz="half" idx="10"/>
          </p:nvPr>
        </p:nvSpPr>
        <p:spPr/>
        <p:txBody>
          <a:bodyPr/>
          <a:lstStyle/>
          <a:p>
            <a:fld id="{AA4C6E0E-CF92-447B-ABAE-217BE5D808B7}" type="datetimeFigureOut">
              <a:rPr lang="en-US" smtClean="0"/>
              <a:t>4/20/2026</a:t>
            </a:fld>
            <a:endParaRPr lang="en-US"/>
          </a:p>
        </p:txBody>
      </p:sp>
      <p:sp>
        <p:nvSpPr>
          <p:cNvPr id="5" name="Footer Placeholder 4">
            <a:extLst>
              <a:ext uri="{FF2B5EF4-FFF2-40B4-BE49-F238E27FC236}">
                <a16:creationId xmlns:a16="http://schemas.microsoft.com/office/drawing/2014/main" id="{19F25275-F28A-44E1-986E-42BC929A60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2F727C-EC01-4078-AD2B-6BC171F2E062}"/>
              </a:ext>
            </a:extLst>
          </p:cNvPr>
          <p:cNvSpPr>
            <a:spLocks noGrp="1"/>
          </p:cNvSpPr>
          <p:nvPr>
            <p:ph type="sldNum" sz="quarter" idx="12"/>
          </p:nvPr>
        </p:nvSpPr>
        <p:spPr/>
        <p:txBody>
          <a:bodyPr/>
          <a:lstStyle/>
          <a:p>
            <a:fld id="{446135CE-5E88-438C-9231-1D15657804BC}" type="slidenum">
              <a:rPr lang="en-US" smtClean="0"/>
              <a:t>‹#›</a:t>
            </a:fld>
            <a:endParaRPr lang="en-US"/>
          </a:p>
        </p:txBody>
      </p:sp>
    </p:spTree>
    <p:extLst>
      <p:ext uri="{BB962C8B-B14F-4D97-AF65-F5344CB8AC3E}">
        <p14:creationId xmlns:p14="http://schemas.microsoft.com/office/powerpoint/2010/main" val="1756425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A24CA-C201-4A92-96A3-AF1D10626A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2E33F2-83F3-4DB3-B2B8-615B7CB3D0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45BB78-9563-49B1-987D-2EDBC507D9AB}"/>
              </a:ext>
            </a:extLst>
          </p:cNvPr>
          <p:cNvSpPr>
            <a:spLocks noGrp="1"/>
          </p:cNvSpPr>
          <p:nvPr>
            <p:ph type="dt" sz="half" idx="10"/>
          </p:nvPr>
        </p:nvSpPr>
        <p:spPr/>
        <p:txBody>
          <a:bodyPr/>
          <a:lstStyle/>
          <a:p>
            <a:fld id="{AA4C6E0E-CF92-447B-ABAE-217BE5D808B7}" type="datetimeFigureOut">
              <a:rPr lang="en-US" smtClean="0"/>
              <a:t>4/20/2026</a:t>
            </a:fld>
            <a:endParaRPr lang="en-US"/>
          </a:p>
        </p:txBody>
      </p:sp>
      <p:sp>
        <p:nvSpPr>
          <p:cNvPr id="5" name="Footer Placeholder 4">
            <a:extLst>
              <a:ext uri="{FF2B5EF4-FFF2-40B4-BE49-F238E27FC236}">
                <a16:creationId xmlns:a16="http://schemas.microsoft.com/office/drawing/2014/main" id="{AD22D379-3203-4BAF-BF10-CB61CB42DF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E16D6C-8D5F-44F7-A111-DDF09F0F12D8}"/>
              </a:ext>
            </a:extLst>
          </p:cNvPr>
          <p:cNvSpPr>
            <a:spLocks noGrp="1"/>
          </p:cNvSpPr>
          <p:nvPr>
            <p:ph type="sldNum" sz="quarter" idx="12"/>
          </p:nvPr>
        </p:nvSpPr>
        <p:spPr/>
        <p:txBody>
          <a:bodyPr/>
          <a:lstStyle/>
          <a:p>
            <a:fld id="{446135CE-5E88-438C-9231-1D15657804BC}" type="slidenum">
              <a:rPr lang="en-US" smtClean="0"/>
              <a:t>‹#›</a:t>
            </a:fld>
            <a:endParaRPr lang="en-US"/>
          </a:p>
        </p:txBody>
      </p:sp>
    </p:spTree>
    <p:extLst>
      <p:ext uri="{BB962C8B-B14F-4D97-AF65-F5344CB8AC3E}">
        <p14:creationId xmlns:p14="http://schemas.microsoft.com/office/powerpoint/2010/main" val="3891862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7E0A-9152-4142-A382-49A346F849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D9EC49-6E75-4740-978F-F516E6F101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34A784-0453-44A1-AAF7-CB9E08F88097}"/>
              </a:ext>
            </a:extLst>
          </p:cNvPr>
          <p:cNvSpPr>
            <a:spLocks noGrp="1"/>
          </p:cNvSpPr>
          <p:nvPr>
            <p:ph type="dt" sz="half" idx="10"/>
          </p:nvPr>
        </p:nvSpPr>
        <p:spPr/>
        <p:txBody>
          <a:bodyPr/>
          <a:lstStyle/>
          <a:p>
            <a:fld id="{AA4C6E0E-CF92-447B-ABAE-217BE5D808B7}" type="datetimeFigureOut">
              <a:rPr lang="en-US" smtClean="0"/>
              <a:t>4/20/2026</a:t>
            </a:fld>
            <a:endParaRPr lang="en-US"/>
          </a:p>
        </p:txBody>
      </p:sp>
      <p:sp>
        <p:nvSpPr>
          <p:cNvPr id="5" name="Footer Placeholder 4">
            <a:extLst>
              <a:ext uri="{FF2B5EF4-FFF2-40B4-BE49-F238E27FC236}">
                <a16:creationId xmlns:a16="http://schemas.microsoft.com/office/drawing/2014/main" id="{6792E1F8-E50C-4EEE-8DE3-E994734432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0C5770-5838-4FDF-94F0-4C28838D7153}"/>
              </a:ext>
            </a:extLst>
          </p:cNvPr>
          <p:cNvSpPr>
            <a:spLocks noGrp="1"/>
          </p:cNvSpPr>
          <p:nvPr>
            <p:ph type="sldNum" sz="quarter" idx="12"/>
          </p:nvPr>
        </p:nvSpPr>
        <p:spPr/>
        <p:txBody>
          <a:bodyPr/>
          <a:lstStyle/>
          <a:p>
            <a:fld id="{446135CE-5E88-438C-9231-1D15657804BC}" type="slidenum">
              <a:rPr lang="en-US" smtClean="0"/>
              <a:t>‹#›</a:t>
            </a:fld>
            <a:endParaRPr lang="en-US"/>
          </a:p>
        </p:txBody>
      </p:sp>
    </p:spTree>
    <p:extLst>
      <p:ext uri="{BB962C8B-B14F-4D97-AF65-F5344CB8AC3E}">
        <p14:creationId xmlns:p14="http://schemas.microsoft.com/office/powerpoint/2010/main" val="237021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6ED8B-8219-4035-9D56-F74F47F0E2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FAD665-04A7-41FB-9F29-6447B4BA6B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CDC9F6-72F8-4D46-A3BD-B421C8E6B6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A16F14-3F01-4E23-9991-0289AE0F2237}"/>
              </a:ext>
            </a:extLst>
          </p:cNvPr>
          <p:cNvSpPr>
            <a:spLocks noGrp="1"/>
          </p:cNvSpPr>
          <p:nvPr>
            <p:ph type="dt" sz="half" idx="10"/>
          </p:nvPr>
        </p:nvSpPr>
        <p:spPr/>
        <p:txBody>
          <a:bodyPr/>
          <a:lstStyle/>
          <a:p>
            <a:fld id="{AA4C6E0E-CF92-447B-ABAE-217BE5D808B7}" type="datetimeFigureOut">
              <a:rPr lang="en-US" smtClean="0"/>
              <a:t>4/20/2026</a:t>
            </a:fld>
            <a:endParaRPr lang="en-US"/>
          </a:p>
        </p:txBody>
      </p:sp>
      <p:sp>
        <p:nvSpPr>
          <p:cNvPr id="6" name="Footer Placeholder 5">
            <a:extLst>
              <a:ext uri="{FF2B5EF4-FFF2-40B4-BE49-F238E27FC236}">
                <a16:creationId xmlns:a16="http://schemas.microsoft.com/office/drawing/2014/main" id="{1BC53A44-A5B8-40A3-98F9-6DC096058B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E0C42F-C336-425B-A921-BB0B0078AB01}"/>
              </a:ext>
            </a:extLst>
          </p:cNvPr>
          <p:cNvSpPr>
            <a:spLocks noGrp="1"/>
          </p:cNvSpPr>
          <p:nvPr>
            <p:ph type="sldNum" sz="quarter" idx="12"/>
          </p:nvPr>
        </p:nvSpPr>
        <p:spPr/>
        <p:txBody>
          <a:bodyPr/>
          <a:lstStyle/>
          <a:p>
            <a:fld id="{446135CE-5E88-438C-9231-1D15657804BC}" type="slidenum">
              <a:rPr lang="en-US" smtClean="0"/>
              <a:t>‹#›</a:t>
            </a:fld>
            <a:endParaRPr lang="en-US"/>
          </a:p>
        </p:txBody>
      </p:sp>
    </p:spTree>
    <p:extLst>
      <p:ext uri="{BB962C8B-B14F-4D97-AF65-F5344CB8AC3E}">
        <p14:creationId xmlns:p14="http://schemas.microsoft.com/office/powerpoint/2010/main" val="1452219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5C985-CBBB-4D65-B614-0BF3EE4484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EBEF56-2EEC-4250-807F-3BAB3CA83D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4E418B-4B68-4E9F-9D83-BAD9BCE069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A20F68-07B5-4129-908B-CA71694DB2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5CEF07-8F90-43C5-8824-B158CABB08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35E4A6-20E5-4EE6-9075-AB259F6631B5}"/>
              </a:ext>
            </a:extLst>
          </p:cNvPr>
          <p:cNvSpPr>
            <a:spLocks noGrp="1"/>
          </p:cNvSpPr>
          <p:nvPr>
            <p:ph type="dt" sz="half" idx="10"/>
          </p:nvPr>
        </p:nvSpPr>
        <p:spPr/>
        <p:txBody>
          <a:bodyPr/>
          <a:lstStyle/>
          <a:p>
            <a:fld id="{AA4C6E0E-CF92-447B-ABAE-217BE5D808B7}" type="datetimeFigureOut">
              <a:rPr lang="en-US" smtClean="0"/>
              <a:t>4/20/2026</a:t>
            </a:fld>
            <a:endParaRPr lang="en-US"/>
          </a:p>
        </p:txBody>
      </p:sp>
      <p:sp>
        <p:nvSpPr>
          <p:cNvPr id="8" name="Footer Placeholder 7">
            <a:extLst>
              <a:ext uri="{FF2B5EF4-FFF2-40B4-BE49-F238E27FC236}">
                <a16:creationId xmlns:a16="http://schemas.microsoft.com/office/drawing/2014/main" id="{0E9E786B-A207-428A-8C57-45FAD1B135D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9A02DF-A119-4690-93B0-A7ED27419C12}"/>
              </a:ext>
            </a:extLst>
          </p:cNvPr>
          <p:cNvSpPr>
            <a:spLocks noGrp="1"/>
          </p:cNvSpPr>
          <p:nvPr>
            <p:ph type="sldNum" sz="quarter" idx="12"/>
          </p:nvPr>
        </p:nvSpPr>
        <p:spPr/>
        <p:txBody>
          <a:bodyPr/>
          <a:lstStyle/>
          <a:p>
            <a:fld id="{446135CE-5E88-438C-9231-1D15657804BC}" type="slidenum">
              <a:rPr lang="en-US" smtClean="0"/>
              <a:t>‹#›</a:t>
            </a:fld>
            <a:endParaRPr lang="en-US"/>
          </a:p>
        </p:txBody>
      </p:sp>
    </p:spTree>
    <p:extLst>
      <p:ext uri="{BB962C8B-B14F-4D97-AF65-F5344CB8AC3E}">
        <p14:creationId xmlns:p14="http://schemas.microsoft.com/office/powerpoint/2010/main" val="2452739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EE2A3-B15B-4E6B-B25C-F51EB402DA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23240E-FD5B-4930-A3EB-E55B67A1D12C}"/>
              </a:ext>
            </a:extLst>
          </p:cNvPr>
          <p:cNvSpPr>
            <a:spLocks noGrp="1"/>
          </p:cNvSpPr>
          <p:nvPr>
            <p:ph type="dt" sz="half" idx="10"/>
          </p:nvPr>
        </p:nvSpPr>
        <p:spPr/>
        <p:txBody>
          <a:bodyPr/>
          <a:lstStyle/>
          <a:p>
            <a:fld id="{AA4C6E0E-CF92-447B-ABAE-217BE5D808B7}" type="datetimeFigureOut">
              <a:rPr lang="en-US" smtClean="0"/>
              <a:t>4/20/2026</a:t>
            </a:fld>
            <a:endParaRPr lang="en-US"/>
          </a:p>
        </p:txBody>
      </p:sp>
      <p:sp>
        <p:nvSpPr>
          <p:cNvPr id="4" name="Footer Placeholder 3">
            <a:extLst>
              <a:ext uri="{FF2B5EF4-FFF2-40B4-BE49-F238E27FC236}">
                <a16:creationId xmlns:a16="http://schemas.microsoft.com/office/drawing/2014/main" id="{65651C33-132A-47E8-82F0-D26B049445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C89EF7-6186-49A5-B87C-4BE2B3FA9FFB}"/>
              </a:ext>
            </a:extLst>
          </p:cNvPr>
          <p:cNvSpPr>
            <a:spLocks noGrp="1"/>
          </p:cNvSpPr>
          <p:nvPr>
            <p:ph type="sldNum" sz="quarter" idx="12"/>
          </p:nvPr>
        </p:nvSpPr>
        <p:spPr/>
        <p:txBody>
          <a:bodyPr/>
          <a:lstStyle/>
          <a:p>
            <a:fld id="{446135CE-5E88-438C-9231-1D15657804BC}" type="slidenum">
              <a:rPr lang="en-US" smtClean="0"/>
              <a:t>‹#›</a:t>
            </a:fld>
            <a:endParaRPr lang="en-US"/>
          </a:p>
        </p:txBody>
      </p:sp>
    </p:spTree>
    <p:extLst>
      <p:ext uri="{BB962C8B-B14F-4D97-AF65-F5344CB8AC3E}">
        <p14:creationId xmlns:p14="http://schemas.microsoft.com/office/powerpoint/2010/main" val="4286556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320EA9-6DBD-430C-A275-12FD4B4D2F55}"/>
              </a:ext>
            </a:extLst>
          </p:cNvPr>
          <p:cNvSpPr>
            <a:spLocks noGrp="1"/>
          </p:cNvSpPr>
          <p:nvPr>
            <p:ph type="dt" sz="half" idx="10"/>
          </p:nvPr>
        </p:nvSpPr>
        <p:spPr/>
        <p:txBody>
          <a:bodyPr/>
          <a:lstStyle/>
          <a:p>
            <a:fld id="{AA4C6E0E-CF92-447B-ABAE-217BE5D808B7}" type="datetimeFigureOut">
              <a:rPr lang="en-US" smtClean="0"/>
              <a:t>4/20/2026</a:t>
            </a:fld>
            <a:endParaRPr lang="en-US"/>
          </a:p>
        </p:txBody>
      </p:sp>
      <p:sp>
        <p:nvSpPr>
          <p:cNvPr id="3" name="Footer Placeholder 2">
            <a:extLst>
              <a:ext uri="{FF2B5EF4-FFF2-40B4-BE49-F238E27FC236}">
                <a16:creationId xmlns:a16="http://schemas.microsoft.com/office/drawing/2014/main" id="{313F610C-BB0B-4DE7-9E25-BEBE56CC45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02DE06-D455-46EC-890D-0330734E220B}"/>
              </a:ext>
            </a:extLst>
          </p:cNvPr>
          <p:cNvSpPr>
            <a:spLocks noGrp="1"/>
          </p:cNvSpPr>
          <p:nvPr>
            <p:ph type="sldNum" sz="quarter" idx="12"/>
          </p:nvPr>
        </p:nvSpPr>
        <p:spPr/>
        <p:txBody>
          <a:bodyPr/>
          <a:lstStyle/>
          <a:p>
            <a:fld id="{446135CE-5E88-438C-9231-1D15657804BC}" type="slidenum">
              <a:rPr lang="en-US" smtClean="0"/>
              <a:t>‹#›</a:t>
            </a:fld>
            <a:endParaRPr lang="en-US"/>
          </a:p>
        </p:txBody>
      </p:sp>
    </p:spTree>
    <p:extLst>
      <p:ext uri="{BB962C8B-B14F-4D97-AF65-F5344CB8AC3E}">
        <p14:creationId xmlns:p14="http://schemas.microsoft.com/office/powerpoint/2010/main" val="620967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6BA9F-4A37-4730-A56F-DEE79190D4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47E3E3-C2A9-495B-A83D-F307E8D3EF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CFF95F-F505-45DA-BC52-AAF1A2FA7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9763E9-07F6-4056-9E9F-3CCFA187E72F}"/>
              </a:ext>
            </a:extLst>
          </p:cNvPr>
          <p:cNvSpPr>
            <a:spLocks noGrp="1"/>
          </p:cNvSpPr>
          <p:nvPr>
            <p:ph type="dt" sz="half" idx="10"/>
          </p:nvPr>
        </p:nvSpPr>
        <p:spPr/>
        <p:txBody>
          <a:bodyPr/>
          <a:lstStyle/>
          <a:p>
            <a:fld id="{AA4C6E0E-CF92-447B-ABAE-217BE5D808B7}" type="datetimeFigureOut">
              <a:rPr lang="en-US" smtClean="0"/>
              <a:t>4/20/2026</a:t>
            </a:fld>
            <a:endParaRPr lang="en-US"/>
          </a:p>
        </p:txBody>
      </p:sp>
      <p:sp>
        <p:nvSpPr>
          <p:cNvPr id="6" name="Footer Placeholder 5">
            <a:extLst>
              <a:ext uri="{FF2B5EF4-FFF2-40B4-BE49-F238E27FC236}">
                <a16:creationId xmlns:a16="http://schemas.microsoft.com/office/drawing/2014/main" id="{AF7B1211-B577-4FF5-AA52-60653727EA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1B392F-3C6E-4CD6-AD24-2E7F143F4876}"/>
              </a:ext>
            </a:extLst>
          </p:cNvPr>
          <p:cNvSpPr>
            <a:spLocks noGrp="1"/>
          </p:cNvSpPr>
          <p:nvPr>
            <p:ph type="sldNum" sz="quarter" idx="12"/>
          </p:nvPr>
        </p:nvSpPr>
        <p:spPr/>
        <p:txBody>
          <a:bodyPr/>
          <a:lstStyle/>
          <a:p>
            <a:fld id="{446135CE-5E88-438C-9231-1D15657804BC}" type="slidenum">
              <a:rPr lang="en-US" smtClean="0"/>
              <a:t>‹#›</a:t>
            </a:fld>
            <a:endParaRPr lang="en-US"/>
          </a:p>
        </p:txBody>
      </p:sp>
    </p:spTree>
    <p:extLst>
      <p:ext uri="{BB962C8B-B14F-4D97-AF65-F5344CB8AC3E}">
        <p14:creationId xmlns:p14="http://schemas.microsoft.com/office/powerpoint/2010/main" val="2258681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5627E-CAD9-417D-9BB7-D962C8F375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B6A38C-5309-42AB-B040-3B628998B4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BD238F-02D5-4A2B-A9BF-6F5C0F32FB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AEE83F-E681-43AA-969E-7EFAD6375CDD}"/>
              </a:ext>
            </a:extLst>
          </p:cNvPr>
          <p:cNvSpPr>
            <a:spLocks noGrp="1"/>
          </p:cNvSpPr>
          <p:nvPr>
            <p:ph type="dt" sz="half" idx="10"/>
          </p:nvPr>
        </p:nvSpPr>
        <p:spPr/>
        <p:txBody>
          <a:bodyPr/>
          <a:lstStyle/>
          <a:p>
            <a:fld id="{AA4C6E0E-CF92-447B-ABAE-217BE5D808B7}" type="datetimeFigureOut">
              <a:rPr lang="en-US" smtClean="0"/>
              <a:t>4/20/2026</a:t>
            </a:fld>
            <a:endParaRPr lang="en-US"/>
          </a:p>
        </p:txBody>
      </p:sp>
      <p:sp>
        <p:nvSpPr>
          <p:cNvPr id="6" name="Footer Placeholder 5">
            <a:extLst>
              <a:ext uri="{FF2B5EF4-FFF2-40B4-BE49-F238E27FC236}">
                <a16:creationId xmlns:a16="http://schemas.microsoft.com/office/drawing/2014/main" id="{87DF4504-F388-4954-92CF-CCD6823394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73301F-956B-450D-A5E3-B9AF290C2DFC}"/>
              </a:ext>
            </a:extLst>
          </p:cNvPr>
          <p:cNvSpPr>
            <a:spLocks noGrp="1"/>
          </p:cNvSpPr>
          <p:nvPr>
            <p:ph type="sldNum" sz="quarter" idx="12"/>
          </p:nvPr>
        </p:nvSpPr>
        <p:spPr/>
        <p:txBody>
          <a:bodyPr/>
          <a:lstStyle/>
          <a:p>
            <a:fld id="{446135CE-5E88-438C-9231-1D15657804BC}" type="slidenum">
              <a:rPr lang="en-US" smtClean="0"/>
              <a:t>‹#›</a:t>
            </a:fld>
            <a:endParaRPr lang="en-US"/>
          </a:p>
        </p:txBody>
      </p:sp>
    </p:spTree>
    <p:extLst>
      <p:ext uri="{BB962C8B-B14F-4D97-AF65-F5344CB8AC3E}">
        <p14:creationId xmlns:p14="http://schemas.microsoft.com/office/powerpoint/2010/main" val="292055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D0C83-7868-46AF-BE61-5D32AEE4DB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2878DE-B62F-4900-AC56-72A99BD442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2CCE47-9527-4342-AB7E-EED428AFC79D}"/>
              </a:ext>
            </a:extLst>
          </p:cNvPr>
          <p:cNvSpPr>
            <a:spLocks noGrp="1"/>
          </p:cNvSpPr>
          <p:nvPr>
            <p:ph type="dt" sz="half" idx="10"/>
          </p:nvPr>
        </p:nvSpPr>
        <p:spPr/>
        <p:txBody>
          <a:bodyPr/>
          <a:lstStyle/>
          <a:p>
            <a:fld id="{AA4C6E0E-CF92-447B-ABAE-217BE5D808B7}" type="datetimeFigureOut">
              <a:rPr lang="en-US" smtClean="0"/>
              <a:t>4/20/2026</a:t>
            </a:fld>
            <a:endParaRPr lang="en-US"/>
          </a:p>
        </p:txBody>
      </p:sp>
      <p:sp>
        <p:nvSpPr>
          <p:cNvPr id="5" name="Footer Placeholder 4">
            <a:extLst>
              <a:ext uri="{FF2B5EF4-FFF2-40B4-BE49-F238E27FC236}">
                <a16:creationId xmlns:a16="http://schemas.microsoft.com/office/drawing/2014/main" id="{05875E61-4540-4378-BC83-2B6C7638FC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B0A605-F029-4396-B8CA-929FD179E30C}"/>
              </a:ext>
            </a:extLst>
          </p:cNvPr>
          <p:cNvSpPr>
            <a:spLocks noGrp="1"/>
          </p:cNvSpPr>
          <p:nvPr>
            <p:ph type="sldNum" sz="quarter" idx="12"/>
          </p:nvPr>
        </p:nvSpPr>
        <p:spPr/>
        <p:txBody>
          <a:bodyPr/>
          <a:lstStyle/>
          <a:p>
            <a:fld id="{446135CE-5E88-438C-9231-1D15657804BC}" type="slidenum">
              <a:rPr lang="en-US" smtClean="0"/>
              <a:t>‹#›</a:t>
            </a:fld>
            <a:endParaRPr lang="en-US"/>
          </a:p>
        </p:txBody>
      </p:sp>
    </p:spTree>
    <p:extLst>
      <p:ext uri="{BB962C8B-B14F-4D97-AF65-F5344CB8AC3E}">
        <p14:creationId xmlns:p14="http://schemas.microsoft.com/office/powerpoint/2010/main" val="3759679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1999DB-0E98-4E2B-9776-32ACEE54B8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C57668-57AB-48A3-8B91-987CAEB2BA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79DE6B-781B-4332-B36C-878A38BFE8CB}"/>
              </a:ext>
            </a:extLst>
          </p:cNvPr>
          <p:cNvSpPr>
            <a:spLocks noGrp="1"/>
          </p:cNvSpPr>
          <p:nvPr>
            <p:ph type="dt" sz="half" idx="10"/>
          </p:nvPr>
        </p:nvSpPr>
        <p:spPr/>
        <p:txBody>
          <a:bodyPr/>
          <a:lstStyle/>
          <a:p>
            <a:fld id="{AA4C6E0E-CF92-447B-ABAE-217BE5D808B7}" type="datetimeFigureOut">
              <a:rPr lang="en-US" smtClean="0"/>
              <a:t>4/20/2026</a:t>
            </a:fld>
            <a:endParaRPr lang="en-US"/>
          </a:p>
        </p:txBody>
      </p:sp>
      <p:sp>
        <p:nvSpPr>
          <p:cNvPr id="5" name="Footer Placeholder 4">
            <a:extLst>
              <a:ext uri="{FF2B5EF4-FFF2-40B4-BE49-F238E27FC236}">
                <a16:creationId xmlns:a16="http://schemas.microsoft.com/office/drawing/2014/main" id="{A058EFAD-6786-49A4-9A9C-E5956CD460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26D530-5252-4A64-AB48-80B7698E0EE5}"/>
              </a:ext>
            </a:extLst>
          </p:cNvPr>
          <p:cNvSpPr>
            <a:spLocks noGrp="1"/>
          </p:cNvSpPr>
          <p:nvPr>
            <p:ph type="sldNum" sz="quarter" idx="12"/>
          </p:nvPr>
        </p:nvSpPr>
        <p:spPr/>
        <p:txBody>
          <a:bodyPr/>
          <a:lstStyle/>
          <a:p>
            <a:fld id="{446135CE-5E88-438C-9231-1D15657804BC}" type="slidenum">
              <a:rPr lang="en-US" smtClean="0"/>
              <a:t>‹#›</a:t>
            </a:fld>
            <a:endParaRPr lang="en-US"/>
          </a:p>
        </p:txBody>
      </p:sp>
    </p:spTree>
    <p:extLst>
      <p:ext uri="{BB962C8B-B14F-4D97-AF65-F5344CB8AC3E}">
        <p14:creationId xmlns:p14="http://schemas.microsoft.com/office/powerpoint/2010/main" val="3814344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4025FA-FE3A-4975-A3D7-C3E57AD6B6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DAABE4-393D-45D3-AEE0-D3FE0EBDC1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DB6C3-D913-437A-9DCF-88045CA4DE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4C6E0E-CF92-447B-ABAE-217BE5D808B7}" type="datetimeFigureOut">
              <a:rPr lang="en-US" smtClean="0"/>
              <a:t>4/20/2026</a:t>
            </a:fld>
            <a:endParaRPr lang="en-US"/>
          </a:p>
        </p:txBody>
      </p:sp>
      <p:sp>
        <p:nvSpPr>
          <p:cNvPr id="5" name="Footer Placeholder 4">
            <a:extLst>
              <a:ext uri="{FF2B5EF4-FFF2-40B4-BE49-F238E27FC236}">
                <a16:creationId xmlns:a16="http://schemas.microsoft.com/office/drawing/2014/main" id="{DD3EAB99-08D1-41CB-890A-EEB191ABDB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CF53A0-E54C-4AA4-AAD0-DCF2EF55F9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6135CE-5E88-438C-9231-1D15657804BC}" type="slidenum">
              <a:rPr lang="en-US" smtClean="0"/>
              <a:t>‹#›</a:t>
            </a:fld>
            <a:endParaRPr lang="en-US"/>
          </a:p>
        </p:txBody>
      </p:sp>
    </p:spTree>
    <p:extLst>
      <p:ext uri="{BB962C8B-B14F-4D97-AF65-F5344CB8AC3E}">
        <p14:creationId xmlns:p14="http://schemas.microsoft.com/office/powerpoint/2010/main" val="3733556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47230-6D58-4A17-AE34-0EEBDAE889C9}"/>
              </a:ext>
            </a:extLst>
          </p:cNvPr>
          <p:cNvSpPr>
            <a:spLocks noGrp="1"/>
          </p:cNvSpPr>
          <p:nvPr>
            <p:ph type="ctrTitle"/>
          </p:nvPr>
        </p:nvSpPr>
        <p:spPr/>
        <p:txBody>
          <a:bodyPr/>
          <a:lstStyle/>
          <a:p>
            <a:r>
              <a:rPr lang="en-US"/>
              <a:t>Tutorial 7</a:t>
            </a:r>
            <a:endParaRPr lang="en-US" dirty="0"/>
          </a:p>
        </p:txBody>
      </p:sp>
      <p:sp>
        <p:nvSpPr>
          <p:cNvPr id="3" name="Subtitle 2">
            <a:extLst>
              <a:ext uri="{FF2B5EF4-FFF2-40B4-BE49-F238E27FC236}">
                <a16:creationId xmlns:a16="http://schemas.microsoft.com/office/drawing/2014/main" id="{338F0060-A122-44CC-B4AE-4CFCF5F127A7}"/>
              </a:ext>
            </a:extLst>
          </p:cNvPr>
          <p:cNvSpPr>
            <a:spLocks noGrp="1"/>
          </p:cNvSpPr>
          <p:nvPr>
            <p:ph type="subTitle" idx="1"/>
          </p:nvPr>
        </p:nvSpPr>
        <p:spPr/>
        <p:txBody>
          <a:bodyPr/>
          <a:lstStyle/>
          <a:p>
            <a:r>
              <a:rPr lang="en-US" dirty="0"/>
              <a:t>Prim’s algorithm  and Bi-component (continued)</a:t>
            </a:r>
          </a:p>
        </p:txBody>
      </p:sp>
    </p:spTree>
    <p:extLst>
      <p:ext uri="{BB962C8B-B14F-4D97-AF65-F5344CB8AC3E}">
        <p14:creationId xmlns:p14="http://schemas.microsoft.com/office/powerpoint/2010/main" val="1260127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901F53DD-7475-4375-A0E8-9370B0E42EEB}"/>
                  </a:ext>
                </a:extLst>
              </p:cNvPr>
              <p:cNvSpPr>
                <a:spLocks noGrp="1"/>
              </p:cNvSpPr>
              <p:nvPr>
                <p:ph type="title"/>
              </p:nvPr>
            </p:nvSpPr>
            <p:spPr>
              <a:xfrm>
                <a:off x="838200" y="365124"/>
                <a:ext cx="10515600" cy="3063875"/>
              </a:xfrm>
            </p:spPr>
            <p:txBody>
              <a:bodyPr>
                <a:normAutofit/>
              </a:bodyPr>
              <a:lstStyle/>
              <a:p>
                <a:pPr>
                  <a:spcBef>
                    <a:spcPts val="1200"/>
                  </a:spcBef>
                </a:pPr>
                <a:r>
                  <a:rPr lang="en-US" altLang="zh-CN" sz="3600" kern="100" dirty="0">
                    <a:effectLst/>
                    <a:latin typeface="Times New Roman" panose="02020603050405020304" pitchFamily="18" charset="0"/>
                    <a:ea typeface="等线" panose="02010600030101010101" pitchFamily="2" charset="-122"/>
                    <a:cs typeface="Times New Roman" panose="02020603050405020304" pitchFamily="18" charset="0"/>
                  </a:rPr>
                  <a:t>Prim’s Algorithm - </a:t>
                </a:r>
                <a:r>
                  <a:rPr lang="en-US" sz="3600" kern="100" dirty="0">
                    <a:effectLst/>
                    <a:latin typeface="Times New Roman" panose="02020603050405020304" pitchFamily="18" charset="0"/>
                    <a:ea typeface="等线" panose="02010600030101010101" pitchFamily="2" charset="-122"/>
                    <a:cs typeface="Times New Roman" panose="02020603050405020304" pitchFamily="18" charset="0"/>
                  </a:rPr>
                  <a:t>Q1</a:t>
                </a:r>
                <a:br>
                  <a:rPr lang="en-US" sz="1800" kern="100" dirty="0">
                    <a:effectLst/>
                    <a:latin typeface="等线" panose="02010600030101010101" pitchFamily="2" charset="-122"/>
                    <a:ea typeface="等线" panose="02010600030101010101" pitchFamily="2" charset="-122"/>
                    <a:cs typeface="Times New Roman" panose="02020603050405020304" pitchFamily="18" charset="0"/>
                  </a:rPr>
                </a:br>
                <a:br>
                  <a:rPr lang="en-US" sz="1800" kern="100" dirty="0">
                    <a:effectLst/>
                    <a:latin typeface="等线" panose="02010600030101010101" pitchFamily="2" charset="-122"/>
                    <a:ea typeface="等线" panose="02010600030101010101" pitchFamily="2" charset="-122"/>
                    <a:cs typeface="Times New Roman" panose="02020603050405020304" pitchFamily="18" charset="0"/>
                  </a:rPr>
                </a:br>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Let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oMath>
                </a14:m>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be a weight function on the graph above such that </a:t>
                </a:r>
                <a:br>
                  <a:rPr lang="en-US" sz="1800" kern="100" dirty="0">
                    <a:effectLst/>
                    <a:latin typeface="等线" panose="02010600030101010101" pitchFamily="2" charset="-122"/>
                    <a:ea typeface="等线" panose="02010600030101010101" pitchFamily="2" charset="-122"/>
                    <a:cs typeface="Times New Roman" panose="02020603050405020304" pitchFamily="18" charset="0"/>
                  </a:rPr>
                </a:br>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d>
                      <m:dPr>
                        <m:ctrlPr>
                          <a:rPr lang="en-US" sz="1800" i="1" kern="100">
                            <a:effectLst/>
                            <a:latin typeface="Cambria Math" panose="02040503050406030204" pitchFamily="18" charset="0"/>
                            <a:ea typeface="等线"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𝑎</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𝑏</m:t>
                        </m:r>
                      </m:e>
                    </m:d>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=14</m:t>
                    </m:r>
                  </m:oMath>
                </a14:m>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d>
                      <m:dPr>
                        <m:ctrlPr>
                          <a:rPr lang="en-US" sz="1800" i="1" kern="100">
                            <a:effectLst/>
                            <a:latin typeface="Cambria Math" panose="02040503050406030204" pitchFamily="18" charset="0"/>
                            <a:ea typeface="等线"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𝑎</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𝑐</m:t>
                        </m:r>
                      </m:e>
                    </m:d>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=8</m:t>
                    </m:r>
                  </m:oMath>
                </a14:m>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d>
                      <m:dPr>
                        <m:ctrlPr>
                          <a:rPr lang="en-US" sz="1800" i="1" kern="100">
                            <a:effectLst/>
                            <a:latin typeface="Cambria Math" panose="02040503050406030204" pitchFamily="18" charset="0"/>
                            <a:ea typeface="等线"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𝑎</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𝑑</m:t>
                        </m:r>
                      </m:e>
                    </m:d>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=5</m:t>
                    </m:r>
                  </m:oMath>
                </a14:m>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d>
                      <m:dPr>
                        <m:ctrlPr>
                          <a:rPr lang="en-US" sz="1800" i="1" kern="100">
                            <a:effectLst/>
                            <a:latin typeface="Cambria Math" panose="02040503050406030204" pitchFamily="18" charset="0"/>
                            <a:ea typeface="等线"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𝑏</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𝑒</m:t>
                        </m:r>
                      </m:e>
                    </m:d>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=5</m:t>
                    </m:r>
                  </m:oMath>
                </a14:m>
                <a:br>
                  <a:rPr lang="en-US" sz="1800" kern="100" dirty="0">
                    <a:effectLst/>
                    <a:latin typeface="等线" panose="02010600030101010101" pitchFamily="2" charset="-122"/>
                    <a:ea typeface="等线" panose="02010600030101010101" pitchFamily="2" charset="-122"/>
                    <a:cs typeface="Times New Roman" panose="02020603050405020304" pitchFamily="18" charset="0"/>
                  </a:rPr>
                </a:br>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d>
                      <m:dPr>
                        <m:ctrlPr>
                          <a:rPr lang="en-US" sz="1800" i="1" kern="100">
                            <a:effectLst/>
                            <a:latin typeface="Cambria Math" panose="02040503050406030204" pitchFamily="18" charset="0"/>
                            <a:ea typeface="等线"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𝑏</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𝑓</m:t>
                        </m:r>
                      </m:e>
                    </m:d>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=15</m:t>
                    </m:r>
                  </m:oMath>
                </a14:m>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d>
                      <m:dPr>
                        <m:ctrlPr>
                          <a:rPr lang="en-US" sz="1800" i="1" kern="100">
                            <a:effectLst/>
                            <a:latin typeface="Cambria Math" panose="02040503050406030204" pitchFamily="18" charset="0"/>
                            <a:ea typeface="等线"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𝑐</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𝑑</m:t>
                        </m:r>
                      </m:e>
                    </m:d>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=8</m:t>
                    </m:r>
                  </m:oMath>
                </a14:m>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d>
                      <m:dPr>
                        <m:ctrlPr>
                          <a:rPr lang="en-US" sz="1800" i="1" kern="100">
                            <a:effectLst/>
                            <a:latin typeface="Cambria Math" panose="02040503050406030204" pitchFamily="18" charset="0"/>
                            <a:ea typeface="等线"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𝑐</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𝑔</m:t>
                        </m:r>
                      </m:e>
                    </m:d>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=11</m:t>
                    </m:r>
                  </m:oMath>
                </a14:m>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d>
                      <m:dPr>
                        <m:ctrlPr>
                          <a:rPr lang="en-US" sz="1800" i="1" kern="100">
                            <a:effectLst/>
                            <a:latin typeface="Cambria Math" panose="02040503050406030204" pitchFamily="18" charset="0"/>
                            <a:ea typeface="等线"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𝑑</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𝑔</m:t>
                        </m:r>
                      </m:e>
                    </m:d>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=5</m:t>
                    </m:r>
                  </m:oMath>
                </a14:m>
                <a:br>
                  <a:rPr lang="en-US" sz="1800" kern="100" dirty="0">
                    <a:effectLst/>
                    <a:latin typeface="等线" panose="02010600030101010101" pitchFamily="2" charset="-122"/>
                    <a:ea typeface="等线" panose="02010600030101010101" pitchFamily="2" charset="-122"/>
                    <a:cs typeface="Times New Roman" panose="02020603050405020304" pitchFamily="18" charset="0"/>
                  </a:rPr>
                </a:br>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d>
                      <m:dPr>
                        <m:ctrlPr>
                          <a:rPr lang="en-US" sz="1800" i="1" kern="100">
                            <a:effectLst/>
                            <a:latin typeface="Cambria Math" panose="02040503050406030204" pitchFamily="18" charset="0"/>
                            <a:ea typeface="等线"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𝑑</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h</m:t>
                        </m:r>
                      </m:e>
                    </m:d>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=5</m:t>
                    </m:r>
                  </m:oMath>
                </a14:m>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d>
                      <m:dPr>
                        <m:ctrlPr>
                          <a:rPr lang="en-US" sz="1800" i="1" kern="100">
                            <a:effectLst/>
                            <a:latin typeface="Cambria Math" panose="02040503050406030204" pitchFamily="18" charset="0"/>
                            <a:ea typeface="等线"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𝑒</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𝑓</m:t>
                        </m:r>
                      </m:e>
                    </m:d>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=7</m:t>
                    </m:r>
                  </m:oMath>
                </a14:m>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d>
                      <m:dPr>
                        <m:ctrlPr>
                          <a:rPr lang="en-US" sz="1800" i="1" kern="100">
                            <a:effectLst/>
                            <a:latin typeface="Cambria Math" panose="02040503050406030204" pitchFamily="18" charset="0"/>
                            <a:ea typeface="等线"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𝑒</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𝑖</m:t>
                        </m:r>
                      </m:e>
                    </m:d>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=8</m:t>
                    </m:r>
                  </m:oMath>
                </a14:m>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𝑤</m:t>
                    </m:r>
                    <m:d>
                      <m:dPr>
                        <m:ctrlPr>
                          <a:rPr lang="en-US" sz="1800" i="1" kern="100">
                            <a:effectLst/>
                            <a:latin typeface="Cambria Math" panose="02040503050406030204" pitchFamily="18" charset="0"/>
                            <a:ea typeface="等线"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𝑓</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𝑔</m:t>
                        </m:r>
                      </m:e>
                    </m:d>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=9</m:t>
                    </m:r>
                  </m:oMath>
                </a14:m>
                <a:br>
                  <a:rPr lang="en-US" sz="1800" kern="100" dirty="0">
                    <a:effectLst/>
                    <a:latin typeface="等线" panose="02010600030101010101" pitchFamily="2" charset="-122"/>
                    <a:ea typeface="等线" panose="02010600030101010101" pitchFamily="2" charset="-122"/>
                    <a:cs typeface="Times New Roman" panose="02020603050405020304" pitchFamily="18" charset="0"/>
                  </a:rPr>
                </a:br>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Track Prim’s algorithm to find the MST. Suppose we start from the vertex </a:t>
                </a:r>
                <a14:m>
                  <m:oMath xmlns:m="http://schemas.openxmlformats.org/officeDocument/2006/math">
                    <m:r>
                      <a:rPr lang="en-US" sz="1800" i="1" kern="100">
                        <a:effectLst/>
                        <a:latin typeface="Cambria Math" panose="02040503050406030204" pitchFamily="18" charset="0"/>
                        <a:ea typeface="等线" panose="02010600030101010101" pitchFamily="2" charset="-122"/>
                        <a:cs typeface="Times New Roman" panose="02020603050405020304" pitchFamily="18" charset="0"/>
                      </a:rPr>
                      <m:t>𝑐</m:t>
                    </m:r>
                  </m:oMath>
                </a14:m>
                <a:r>
                  <a:rPr lang="en-US" sz="1800" kern="100" dirty="0">
                    <a:effectLst/>
                    <a:latin typeface="Times New Roman" panose="02020603050405020304" pitchFamily="18" charset="0"/>
                    <a:ea typeface="等线" panose="02010600030101010101" pitchFamily="2" charset="-122"/>
                    <a:cs typeface="Times New Roman" panose="02020603050405020304" pitchFamily="18" charset="0"/>
                  </a:rPr>
                  <a:t>. Please clearly give the key value, predecessor, color of each vertex and the partial MST after each iteration.</a:t>
                </a:r>
                <a:br>
                  <a:rPr lang="en-US" sz="1800" kern="100" dirty="0">
                    <a:effectLst/>
                    <a:latin typeface="等线" panose="02010600030101010101" pitchFamily="2" charset="-122"/>
                    <a:ea typeface="等线" panose="02010600030101010101" pitchFamily="2" charset="-122"/>
                    <a:cs typeface="Times New Roman" panose="02020603050405020304" pitchFamily="18" charset="0"/>
                  </a:rPr>
                </a:br>
                <a:endParaRPr lang="en-US" dirty="0"/>
              </a:p>
            </p:txBody>
          </p:sp>
        </mc:Choice>
        <mc:Fallback>
          <p:sp>
            <p:nvSpPr>
              <p:cNvPr id="2" name="Title 1">
                <a:extLst>
                  <a:ext uri="{FF2B5EF4-FFF2-40B4-BE49-F238E27FC236}">
                    <a16:creationId xmlns:a16="http://schemas.microsoft.com/office/drawing/2014/main" id="{901F53DD-7475-4375-A0E8-9370B0E42EEB}"/>
                  </a:ext>
                </a:extLst>
              </p:cNvPr>
              <p:cNvSpPr>
                <a:spLocks noGrp="1" noRot="1" noChangeAspect="1" noMove="1" noResize="1" noEditPoints="1" noAdjustHandles="1" noChangeArrowheads="1" noChangeShapeType="1" noTextEdit="1"/>
              </p:cNvSpPr>
              <p:nvPr>
                <p:ph type="title"/>
              </p:nvPr>
            </p:nvSpPr>
            <p:spPr>
              <a:xfrm>
                <a:off x="838200" y="365124"/>
                <a:ext cx="10515600" cy="3063875"/>
              </a:xfrm>
              <a:blipFill>
                <a:blip r:embed="rId2"/>
                <a:stretch>
                  <a:fillRect l="-1797" t="-2988"/>
                </a:stretch>
              </a:blipFill>
            </p:spPr>
            <p:txBody>
              <a:bodyPr/>
              <a:lstStyle/>
              <a:p>
                <a:r>
                  <a:rPr lang="en-US">
                    <a:noFill/>
                  </a:rPr>
                  <a:t> </a:t>
                </a:r>
              </a:p>
            </p:txBody>
          </p:sp>
        </mc:Fallback>
      </mc:AlternateContent>
      <p:pic>
        <p:nvPicPr>
          <p:cNvPr id="4" name="图片 1">
            <a:extLst>
              <a:ext uri="{FF2B5EF4-FFF2-40B4-BE49-F238E27FC236}">
                <a16:creationId xmlns:a16="http://schemas.microsoft.com/office/drawing/2014/main" id="{2C65040A-1BAF-41C4-8F19-446773B0FFB5}"/>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26300" y="4043886"/>
            <a:ext cx="2278380" cy="1857375"/>
          </a:xfrm>
          <a:prstGeom prst="rect">
            <a:avLst/>
          </a:prstGeom>
          <a:noFill/>
        </p:spPr>
      </p:pic>
    </p:spTree>
    <p:extLst>
      <p:ext uri="{BB962C8B-B14F-4D97-AF65-F5344CB8AC3E}">
        <p14:creationId xmlns:p14="http://schemas.microsoft.com/office/powerpoint/2010/main" val="1000909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3575-DC9D-4B86-B707-F2344E4927B3}"/>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Q2 – Compute Bi-Component (Tutorial 6 continued)</a:t>
            </a:r>
          </a:p>
        </p:txBody>
      </p:sp>
      <p:grpSp>
        <p:nvGrpSpPr>
          <p:cNvPr id="4" name="Group 3">
            <a:extLst>
              <a:ext uri="{FF2B5EF4-FFF2-40B4-BE49-F238E27FC236}">
                <a16:creationId xmlns:a16="http://schemas.microsoft.com/office/drawing/2014/main" id="{957D9491-CD47-4D48-8746-479D23436F5F}"/>
              </a:ext>
            </a:extLst>
          </p:cNvPr>
          <p:cNvGrpSpPr/>
          <p:nvPr/>
        </p:nvGrpSpPr>
        <p:grpSpPr>
          <a:xfrm>
            <a:off x="51190" y="1538733"/>
            <a:ext cx="6138644" cy="4011819"/>
            <a:chOff x="2854354" y="1122243"/>
            <a:chExt cx="6806333" cy="4887714"/>
          </a:xfrm>
        </p:grpSpPr>
        <p:sp>
          <p:nvSpPr>
            <p:cNvPr id="5" name="Rectangle 4">
              <a:extLst>
                <a:ext uri="{FF2B5EF4-FFF2-40B4-BE49-F238E27FC236}">
                  <a16:creationId xmlns:a16="http://schemas.microsoft.com/office/drawing/2014/main" id="{25E791B6-BAE1-43F4-AACF-5EB795CDE166}"/>
                </a:ext>
              </a:extLst>
            </p:cNvPr>
            <p:cNvSpPr/>
            <p:nvPr/>
          </p:nvSpPr>
          <p:spPr>
            <a:xfrm>
              <a:off x="3540061" y="2635185"/>
              <a:ext cx="3707934" cy="321508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Diamond 5">
              <a:extLst>
                <a:ext uri="{FF2B5EF4-FFF2-40B4-BE49-F238E27FC236}">
                  <a16:creationId xmlns:a16="http://schemas.microsoft.com/office/drawing/2014/main" id="{4DF05899-0665-45D4-BC60-C89AC438C368}"/>
                </a:ext>
              </a:extLst>
            </p:cNvPr>
            <p:cNvSpPr/>
            <p:nvPr/>
          </p:nvSpPr>
          <p:spPr>
            <a:xfrm>
              <a:off x="7505424" y="1684089"/>
              <a:ext cx="1904301" cy="181202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5989CF5D-1CD7-4C63-B70F-7717870BB1D7}"/>
                </a:ext>
              </a:extLst>
            </p:cNvPr>
            <p:cNvCxnSpPr/>
            <p:nvPr/>
          </p:nvCxnSpPr>
          <p:spPr>
            <a:xfrm>
              <a:off x="3733101" y="2590100"/>
              <a:ext cx="1853967" cy="421548"/>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5AD01FDF-4774-48D0-A786-3759C93F8C69}"/>
                </a:ext>
              </a:extLst>
            </p:cNvPr>
            <p:cNvCxnSpPr/>
            <p:nvPr/>
          </p:nvCxnSpPr>
          <p:spPr>
            <a:xfrm flipH="1">
              <a:off x="5587068" y="2590100"/>
              <a:ext cx="1853967" cy="413159"/>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BC7C374C-A003-4B20-B6EB-E58F7FE3CDFC}"/>
                </a:ext>
              </a:extLst>
            </p:cNvPr>
            <p:cNvCxnSpPr/>
            <p:nvPr/>
          </p:nvCxnSpPr>
          <p:spPr>
            <a:xfrm flipH="1">
              <a:off x="3733100" y="5358467"/>
              <a:ext cx="1853967" cy="413159"/>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EA1AC1CE-B256-496F-9525-82D829593E17}"/>
                </a:ext>
              </a:extLst>
            </p:cNvPr>
            <p:cNvCxnSpPr/>
            <p:nvPr/>
          </p:nvCxnSpPr>
          <p:spPr>
            <a:xfrm>
              <a:off x="5587068" y="5350078"/>
              <a:ext cx="1853967" cy="421548"/>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9D4F3297-8485-4223-9259-7CBF0D1723CC}"/>
                </a:ext>
              </a:extLst>
            </p:cNvPr>
            <p:cNvCxnSpPr/>
            <p:nvPr/>
          </p:nvCxnSpPr>
          <p:spPr>
            <a:xfrm flipH="1">
              <a:off x="6837027" y="2590100"/>
              <a:ext cx="604008" cy="65644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9A3C5C99-6059-4528-9DF6-DEE85181EEAD}"/>
                </a:ext>
              </a:extLst>
            </p:cNvPr>
            <p:cNvCxnSpPr/>
            <p:nvPr/>
          </p:nvCxnSpPr>
          <p:spPr>
            <a:xfrm flipH="1">
              <a:off x="6652470" y="3263318"/>
              <a:ext cx="159390" cy="755009"/>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5DFC0DA3-A72A-488B-BA15-0DE73591C023}"/>
                </a:ext>
              </a:extLst>
            </p:cNvPr>
            <p:cNvCxnSpPr/>
            <p:nvPr/>
          </p:nvCxnSpPr>
          <p:spPr>
            <a:xfrm flipH="1" flipV="1">
              <a:off x="3254928" y="2038525"/>
              <a:ext cx="478173" cy="551575"/>
            </a:xfrm>
            <a:prstGeom prst="line">
              <a:avLst/>
            </a:prstGeom>
          </p:spPr>
          <p:style>
            <a:lnRef idx="1">
              <a:schemeClr val="dk1"/>
            </a:lnRef>
            <a:fillRef idx="0">
              <a:schemeClr val="dk1"/>
            </a:fillRef>
            <a:effectRef idx="0">
              <a:schemeClr val="dk1"/>
            </a:effectRef>
            <a:fontRef idx="minor">
              <a:schemeClr val="tx1"/>
            </a:fontRef>
          </p:style>
        </p:cxnSp>
        <p:grpSp>
          <p:nvGrpSpPr>
            <p:cNvPr id="14" name="Group 13">
              <a:extLst>
                <a:ext uri="{FF2B5EF4-FFF2-40B4-BE49-F238E27FC236}">
                  <a16:creationId xmlns:a16="http://schemas.microsoft.com/office/drawing/2014/main" id="{597AFA29-56C6-423B-813F-E42DE91BAED1}"/>
                </a:ext>
              </a:extLst>
            </p:cNvPr>
            <p:cNvGrpSpPr/>
            <p:nvPr/>
          </p:nvGrpSpPr>
          <p:grpSpPr>
            <a:xfrm>
              <a:off x="3429000" y="2286001"/>
              <a:ext cx="469783" cy="494950"/>
              <a:chOff x="10142290" y="2256639"/>
              <a:chExt cx="469783" cy="494950"/>
            </a:xfrm>
          </p:grpSpPr>
          <p:sp>
            <p:nvSpPr>
              <p:cNvPr id="53" name="Oval 52">
                <a:extLst>
                  <a:ext uri="{FF2B5EF4-FFF2-40B4-BE49-F238E27FC236}">
                    <a16:creationId xmlns:a16="http://schemas.microsoft.com/office/drawing/2014/main" id="{F75367B1-5567-45F6-88B3-182D1948F99D}"/>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TextBox 53">
                <a:extLst>
                  <a:ext uri="{FF2B5EF4-FFF2-40B4-BE49-F238E27FC236}">
                    <a16:creationId xmlns:a16="http://schemas.microsoft.com/office/drawing/2014/main" id="{55E4C882-D97E-4C30-80A9-F82F15542BD3}"/>
                  </a:ext>
                </a:extLst>
              </p:cNvPr>
              <p:cNvSpPr txBox="1"/>
              <p:nvPr/>
            </p:nvSpPr>
            <p:spPr>
              <a:xfrm>
                <a:off x="10228976" y="2315361"/>
                <a:ext cx="282429" cy="369332"/>
              </a:xfrm>
              <a:prstGeom prst="rect">
                <a:avLst/>
              </a:prstGeom>
              <a:noFill/>
            </p:spPr>
            <p:txBody>
              <a:bodyPr wrap="square" rtlCol="0">
                <a:spAutoFit/>
              </a:bodyPr>
              <a:lstStyle/>
              <a:p>
                <a:r>
                  <a:rPr lang="en-US" altLang="zh-CN" dirty="0"/>
                  <a:t>A</a:t>
                </a:r>
                <a:endParaRPr lang="en-US" dirty="0"/>
              </a:p>
            </p:txBody>
          </p:sp>
        </p:grpSp>
        <p:grpSp>
          <p:nvGrpSpPr>
            <p:cNvPr id="15" name="Group 14">
              <a:extLst>
                <a:ext uri="{FF2B5EF4-FFF2-40B4-BE49-F238E27FC236}">
                  <a16:creationId xmlns:a16="http://schemas.microsoft.com/office/drawing/2014/main" id="{8C17EF77-C5A1-48A9-9146-08B03CE253CC}"/>
                </a:ext>
              </a:extLst>
            </p:cNvPr>
            <p:cNvGrpSpPr/>
            <p:nvPr/>
          </p:nvGrpSpPr>
          <p:grpSpPr>
            <a:xfrm>
              <a:off x="7041085" y="2380000"/>
              <a:ext cx="469783" cy="494950"/>
              <a:chOff x="10142290" y="2256639"/>
              <a:chExt cx="469783" cy="494950"/>
            </a:xfrm>
          </p:grpSpPr>
          <p:sp>
            <p:nvSpPr>
              <p:cNvPr id="51" name="Oval 50">
                <a:extLst>
                  <a:ext uri="{FF2B5EF4-FFF2-40B4-BE49-F238E27FC236}">
                    <a16:creationId xmlns:a16="http://schemas.microsoft.com/office/drawing/2014/main" id="{2C718B90-D1B8-41F2-97C3-2CC91CD71FEC}"/>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 name="TextBox 51">
                <a:extLst>
                  <a:ext uri="{FF2B5EF4-FFF2-40B4-BE49-F238E27FC236}">
                    <a16:creationId xmlns:a16="http://schemas.microsoft.com/office/drawing/2014/main" id="{A6FFA95C-8B80-44E2-868E-854C0C6462FB}"/>
                  </a:ext>
                </a:extLst>
              </p:cNvPr>
              <p:cNvSpPr txBox="1"/>
              <p:nvPr/>
            </p:nvSpPr>
            <p:spPr>
              <a:xfrm>
                <a:off x="10228976" y="2315361"/>
                <a:ext cx="282429" cy="369332"/>
              </a:xfrm>
              <a:prstGeom prst="rect">
                <a:avLst/>
              </a:prstGeom>
              <a:noFill/>
            </p:spPr>
            <p:txBody>
              <a:bodyPr wrap="square" rtlCol="0">
                <a:spAutoFit/>
              </a:bodyPr>
              <a:lstStyle/>
              <a:p>
                <a:r>
                  <a:rPr lang="en-US" altLang="zh-CN" dirty="0"/>
                  <a:t>B</a:t>
                </a:r>
                <a:endParaRPr lang="en-US" dirty="0"/>
              </a:p>
            </p:txBody>
          </p:sp>
        </p:grpSp>
        <p:grpSp>
          <p:nvGrpSpPr>
            <p:cNvPr id="16" name="Group 15">
              <a:extLst>
                <a:ext uri="{FF2B5EF4-FFF2-40B4-BE49-F238E27FC236}">
                  <a16:creationId xmlns:a16="http://schemas.microsoft.com/office/drawing/2014/main" id="{A3FB5784-A48D-409C-BC28-E1A74362FAE6}"/>
                </a:ext>
              </a:extLst>
            </p:cNvPr>
            <p:cNvGrpSpPr/>
            <p:nvPr/>
          </p:nvGrpSpPr>
          <p:grpSpPr>
            <a:xfrm>
              <a:off x="5290573" y="2759979"/>
              <a:ext cx="469783" cy="494950"/>
              <a:chOff x="10142290" y="2256639"/>
              <a:chExt cx="469783" cy="494950"/>
            </a:xfrm>
          </p:grpSpPr>
          <p:sp>
            <p:nvSpPr>
              <p:cNvPr id="49" name="Oval 48">
                <a:extLst>
                  <a:ext uri="{FF2B5EF4-FFF2-40B4-BE49-F238E27FC236}">
                    <a16:creationId xmlns:a16="http://schemas.microsoft.com/office/drawing/2014/main" id="{31270A25-0319-48EC-B73F-7312D806738F}"/>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 name="TextBox 49">
                <a:extLst>
                  <a:ext uri="{FF2B5EF4-FFF2-40B4-BE49-F238E27FC236}">
                    <a16:creationId xmlns:a16="http://schemas.microsoft.com/office/drawing/2014/main" id="{06B555AA-1DA9-4B5F-BE32-31BFDEE70908}"/>
                  </a:ext>
                </a:extLst>
              </p:cNvPr>
              <p:cNvSpPr txBox="1"/>
              <p:nvPr/>
            </p:nvSpPr>
            <p:spPr>
              <a:xfrm>
                <a:off x="10228976" y="2315361"/>
                <a:ext cx="282429" cy="369332"/>
              </a:xfrm>
              <a:prstGeom prst="rect">
                <a:avLst/>
              </a:prstGeom>
              <a:noFill/>
            </p:spPr>
            <p:txBody>
              <a:bodyPr wrap="square" rtlCol="0">
                <a:spAutoFit/>
              </a:bodyPr>
              <a:lstStyle/>
              <a:p>
                <a:r>
                  <a:rPr lang="en-US" dirty="0"/>
                  <a:t>C</a:t>
                </a:r>
              </a:p>
            </p:txBody>
          </p:sp>
        </p:grpSp>
        <p:grpSp>
          <p:nvGrpSpPr>
            <p:cNvPr id="17" name="Group 16">
              <a:extLst>
                <a:ext uri="{FF2B5EF4-FFF2-40B4-BE49-F238E27FC236}">
                  <a16:creationId xmlns:a16="http://schemas.microsoft.com/office/drawing/2014/main" id="{D44F86B5-6C7A-4BC5-93CC-4BC62C9ED3B8}"/>
                </a:ext>
              </a:extLst>
            </p:cNvPr>
            <p:cNvGrpSpPr/>
            <p:nvPr/>
          </p:nvGrpSpPr>
          <p:grpSpPr>
            <a:xfrm>
              <a:off x="6602135" y="3007454"/>
              <a:ext cx="469783" cy="494950"/>
              <a:chOff x="10142290" y="2256639"/>
              <a:chExt cx="469783" cy="494950"/>
            </a:xfrm>
          </p:grpSpPr>
          <p:sp>
            <p:nvSpPr>
              <p:cNvPr id="47" name="Oval 46">
                <a:extLst>
                  <a:ext uri="{FF2B5EF4-FFF2-40B4-BE49-F238E27FC236}">
                    <a16:creationId xmlns:a16="http://schemas.microsoft.com/office/drawing/2014/main" id="{C3E8BE7E-F15A-4947-B475-3236FFB0A508}"/>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48" name="TextBox 18">
                <a:extLst>
                  <a:ext uri="{FF2B5EF4-FFF2-40B4-BE49-F238E27FC236}">
                    <a16:creationId xmlns:a16="http://schemas.microsoft.com/office/drawing/2014/main" id="{2FBB29B8-009D-4FA7-9259-062B7992F0E9}"/>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D</a:t>
                </a:r>
                <a:endParaRPr lang="en-US" dirty="0"/>
              </a:p>
            </p:txBody>
          </p:sp>
        </p:grpSp>
        <p:grpSp>
          <p:nvGrpSpPr>
            <p:cNvPr id="18" name="Group 17">
              <a:extLst>
                <a:ext uri="{FF2B5EF4-FFF2-40B4-BE49-F238E27FC236}">
                  <a16:creationId xmlns:a16="http://schemas.microsoft.com/office/drawing/2014/main" id="{D43294AD-E54C-409B-B266-43B57AEB9279}"/>
                </a:ext>
              </a:extLst>
            </p:cNvPr>
            <p:cNvGrpSpPr/>
            <p:nvPr/>
          </p:nvGrpSpPr>
          <p:grpSpPr>
            <a:xfrm>
              <a:off x="6360252" y="3967994"/>
              <a:ext cx="469783" cy="494950"/>
              <a:chOff x="10142290" y="2256639"/>
              <a:chExt cx="469783" cy="494950"/>
            </a:xfrm>
          </p:grpSpPr>
          <p:sp>
            <p:nvSpPr>
              <p:cNvPr id="45" name="Oval 44">
                <a:extLst>
                  <a:ext uri="{FF2B5EF4-FFF2-40B4-BE49-F238E27FC236}">
                    <a16:creationId xmlns:a16="http://schemas.microsoft.com/office/drawing/2014/main" id="{B058AC19-CD89-4154-8D20-03D90F221BE3}"/>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46" name="TextBox 18">
                <a:extLst>
                  <a:ext uri="{FF2B5EF4-FFF2-40B4-BE49-F238E27FC236}">
                    <a16:creationId xmlns:a16="http://schemas.microsoft.com/office/drawing/2014/main" id="{9AC573A9-FE31-40DB-861E-2D89BEE83F1B}"/>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E</a:t>
                </a:r>
                <a:endParaRPr lang="en-US" dirty="0"/>
              </a:p>
            </p:txBody>
          </p:sp>
        </p:grpSp>
        <p:grpSp>
          <p:nvGrpSpPr>
            <p:cNvPr id="19" name="Group 18">
              <a:extLst>
                <a:ext uri="{FF2B5EF4-FFF2-40B4-BE49-F238E27FC236}">
                  <a16:creationId xmlns:a16="http://schemas.microsoft.com/office/drawing/2014/main" id="{E2121037-D483-408A-9B76-3CCFB2A1B0F6}"/>
                </a:ext>
              </a:extLst>
            </p:cNvPr>
            <p:cNvGrpSpPr/>
            <p:nvPr/>
          </p:nvGrpSpPr>
          <p:grpSpPr>
            <a:xfrm>
              <a:off x="3494014" y="5515007"/>
              <a:ext cx="469783" cy="494950"/>
              <a:chOff x="10142290" y="2256639"/>
              <a:chExt cx="469783" cy="494950"/>
            </a:xfrm>
          </p:grpSpPr>
          <p:sp>
            <p:nvSpPr>
              <p:cNvPr id="43" name="Oval 42">
                <a:extLst>
                  <a:ext uri="{FF2B5EF4-FFF2-40B4-BE49-F238E27FC236}">
                    <a16:creationId xmlns:a16="http://schemas.microsoft.com/office/drawing/2014/main" id="{68421B1F-0146-4602-9440-B801C50102EE}"/>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44" name="TextBox 18">
                <a:extLst>
                  <a:ext uri="{FF2B5EF4-FFF2-40B4-BE49-F238E27FC236}">
                    <a16:creationId xmlns:a16="http://schemas.microsoft.com/office/drawing/2014/main" id="{7F914132-A83F-4479-BA1E-CEAA1A819ACC}"/>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L</a:t>
                </a:r>
                <a:endParaRPr lang="en-US" dirty="0"/>
              </a:p>
            </p:txBody>
          </p:sp>
        </p:grpSp>
        <p:grpSp>
          <p:nvGrpSpPr>
            <p:cNvPr id="20" name="Group 19">
              <a:extLst>
                <a:ext uri="{FF2B5EF4-FFF2-40B4-BE49-F238E27FC236}">
                  <a16:creationId xmlns:a16="http://schemas.microsoft.com/office/drawing/2014/main" id="{E6219C6D-B3D1-4096-9532-9E734DCDB2E7}"/>
                </a:ext>
              </a:extLst>
            </p:cNvPr>
            <p:cNvGrpSpPr/>
            <p:nvPr/>
          </p:nvGrpSpPr>
          <p:grpSpPr>
            <a:xfrm>
              <a:off x="5352175" y="5038727"/>
              <a:ext cx="469783" cy="494950"/>
              <a:chOff x="10142290" y="2256639"/>
              <a:chExt cx="469783" cy="494950"/>
            </a:xfrm>
          </p:grpSpPr>
          <p:sp>
            <p:nvSpPr>
              <p:cNvPr id="41" name="Oval 40">
                <a:extLst>
                  <a:ext uri="{FF2B5EF4-FFF2-40B4-BE49-F238E27FC236}">
                    <a16:creationId xmlns:a16="http://schemas.microsoft.com/office/drawing/2014/main" id="{26AE0F30-5B3A-4299-8D6B-12994C0081AF}"/>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42" name="TextBox 18">
                <a:extLst>
                  <a:ext uri="{FF2B5EF4-FFF2-40B4-BE49-F238E27FC236}">
                    <a16:creationId xmlns:a16="http://schemas.microsoft.com/office/drawing/2014/main" id="{5B2267E5-9FC3-4951-B227-E4E502FDC993}"/>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J</a:t>
                </a:r>
                <a:endParaRPr lang="en-US" dirty="0"/>
              </a:p>
            </p:txBody>
          </p:sp>
        </p:grpSp>
        <p:grpSp>
          <p:nvGrpSpPr>
            <p:cNvPr id="21" name="Group 20">
              <a:extLst>
                <a:ext uri="{FF2B5EF4-FFF2-40B4-BE49-F238E27FC236}">
                  <a16:creationId xmlns:a16="http://schemas.microsoft.com/office/drawing/2014/main" id="{BD0A41C1-A5C5-49D0-A293-D9221BE56A1D}"/>
                </a:ext>
              </a:extLst>
            </p:cNvPr>
            <p:cNvGrpSpPr/>
            <p:nvPr/>
          </p:nvGrpSpPr>
          <p:grpSpPr>
            <a:xfrm>
              <a:off x="7166575" y="5515007"/>
              <a:ext cx="469783" cy="494950"/>
              <a:chOff x="10142290" y="2256639"/>
              <a:chExt cx="469783" cy="494950"/>
            </a:xfrm>
          </p:grpSpPr>
          <p:sp>
            <p:nvSpPr>
              <p:cNvPr id="39" name="Oval 38">
                <a:extLst>
                  <a:ext uri="{FF2B5EF4-FFF2-40B4-BE49-F238E27FC236}">
                    <a16:creationId xmlns:a16="http://schemas.microsoft.com/office/drawing/2014/main" id="{515C79BD-A2F1-46A9-8827-9DE87F613D54}"/>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40" name="TextBox 18">
                <a:extLst>
                  <a:ext uri="{FF2B5EF4-FFF2-40B4-BE49-F238E27FC236}">
                    <a16:creationId xmlns:a16="http://schemas.microsoft.com/office/drawing/2014/main" id="{CCF89A6B-E8B3-484D-ADE2-1E3153F33A0C}"/>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M</a:t>
                </a:r>
                <a:endParaRPr lang="en-US" dirty="0"/>
              </a:p>
            </p:txBody>
          </p:sp>
        </p:grpSp>
        <p:grpSp>
          <p:nvGrpSpPr>
            <p:cNvPr id="22" name="Group 21">
              <a:extLst>
                <a:ext uri="{FF2B5EF4-FFF2-40B4-BE49-F238E27FC236}">
                  <a16:creationId xmlns:a16="http://schemas.microsoft.com/office/drawing/2014/main" id="{E6473482-C2A0-40C3-B0AF-4263B2C08C15}"/>
                </a:ext>
              </a:extLst>
            </p:cNvPr>
            <p:cNvGrpSpPr/>
            <p:nvPr/>
          </p:nvGrpSpPr>
          <p:grpSpPr>
            <a:xfrm>
              <a:off x="8233952" y="3248636"/>
              <a:ext cx="469783" cy="494950"/>
              <a:chOff x="10142290" y="2256639"/>
              <a:chExt cx="469783" cy="494950"/>
            </a:xfrm>
          </p:grpSpPr>
          <p:sp>
            <p:nvSpPr>
              <p:cNvPr id="37" name="Oval 36">
                <a:extLst>
                  <a:ext uri="{FF2B5EF4-FFF2-40B4-BE49-F238E27FC236}">
                    <a16:creationId xmlns:a16="http://schemas.microsoft.com/office/drawing/2014/main" id="{3461E0C2-CA34-46EC-ABFA-64EC83B642FD}"/>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38" name="TextBox 18">
                <a:extLst>
                  <a:ext uri="{FF2B5EF4-FFF2-40B4-BE49-F238E27FC236}">
                    <a16:creationId xmlns:a16="http://schemas.microsoft.com/office/drawing/2014/main" id="{753703A5-E4BF-4EC6-9DED-A6A95FE0C6F6}"/>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H</a:t>
                </a:r>
                <a:endParaRPr lang="en-US" dirty="0"/>
              </a:p>
            </p:txBody>
          </p:sp>
        </p:grpSp>
        <p:grpSp>
          <p:nvGrpSpPr>
            <p:cNvPr id="23" name="Group 22">
              <a:extLst>
                <a:ext uri="{FF2B5EF4-FFF2-40B4-BE49-F238E27FC236}">
                  <a16:creationId xmlns:a16="http://schemas.microsoft.com/office/drawing/2014/main" id="{FDD3E052-EC60-41BD-9AED-14ECB26B25D4}"/>
                </a:ext>
              </a:extLst>
            </p:cNvPr>
            <p:cNvGrpSpPr/>
            <p:nvPr/>
          </p:nvGrpSpPr>
          <p:grpSpPr>
            <a:xfrm>
              <a:off x="9151960" y="2342625"/>
              <a:ext cx="469783" cy="494950"/>
              <a:chOff x="10142290" y="2256639"/>
              <a:chExt cx="469783" cy="494950"/>
            </a:xfrm>
          </p:grpSpPr>
          <p:sp>
            <p:nvSpPr>
              <p:cNvPr id="35" name="Oval 34">
                <a:extLst>
                  <a:ext uri="{FF2B5EF4-FFF2-40B4-BE49-F238E27FC236}">
                    <a16:creationId xmlns:a16="http://schemas.microsoft.com/office/drawing/2014/main" id="{0E24186A-B082-4F52-83CD-84D59A121067}"/>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36" name="TextBox 18">
                <a:extLst>
                  <a:ext uri="{FF2B5EF4-FFF2-40B4-BE49-F238E27FC236}">
                    <a16:creationId xmlns:a16="http://schemas.microsoft.com/office/drawing/2014/main" id="{F7157F98-C290-4A54-A84C-C2AB5A7C8122}"/>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K</a:t>
                </a:r>
                <a:endParaRPr lang="en-US" dirty="0"/>
              </a:p>
            </p:txBody>
          </p:sp>
        </p:grpSp>
        <p:grpSp>
          <p:nvGrpSpPr>
            <p:cNvPr id="24" name="Group 23">
              <a:extLst>
                <a:ext uri="{FF2B5EF4-FFF2-40B4-BE49-F238E27FC236}">
                  <a16:creationId xmlns:a16="http://schemas.microsoft.com/office/drawing/2014/main" id="{3D571EB4-0CC1-4A76-A942-EF435FF9106C}"/>
                </a:ext>
              </a:extLst>
            </p:cNvPr>
            <p:cNvGrpSpPr/>
            <p:nvPr/>
          </p:nvGrpSpPr>
          <p:grpSpPr>
            <a:xfrm>
              <a:off x="8260434" y="1420591"/>
              <a:ext cx="469783" cy="494950"/>
              <a:chOff x="10142290" y="2256639"/>
              <a:chExt cx="469783" cy="494950"/>
            </a:xfrm>
          </p:grpSpPr>
          <p:sp>
            <p:nvSpPr>
              <p:cNvPr id="33" name="Oval 32">
                <a:extLst>
                  <a:ext uri="{FF2B5EF4-FFF2-40B4-BE49-F238E27FC236}">
                    <a16:creationId xmlns:a16="http://schemas.microsoft.com/office/drawing/2014/main" id="{7F9B8C24-B583-468C-B5E4-27ABACF519AA}"/>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34" name="TextBox 18">
                <a:extLst>
                  <a:ext uri="{FF2B5EF4-FFF2-40B4-BE49-F238E27FC236}">
                    <a16:creationId xmlns:a16="http://schemas.microsoft.com/office/drawing/2014/main" id="{4F08122D-F966-4D10-A210-803745B9628C}"/>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G</a:t>
                </a:r>
                <a:endParaRPr lang="en-US" dirty="0"/>
              </a:p>
            </p:txBody>
          </p:sp>
        </p:grpSp>
        <p:grpSp>
          <p:nvGrpSpPr>
            <p:cNvPr id="25" name="Group 24">
              <a:extLst>
                <a:ext uri="{FF2B5EF4-FFF2-40B4-BE49-F238E27FC236}">
                  <a16:creationId xmlns:a16="http://schemas.microsoft.com/office/drawing/2014/main" id="{3C130722-7146-4C24-BF74-699227C87DF4}"/>
                </a:ext>
              </a:extLst>
            </p:cNvPr>
            <p:cNvGrpSpPr/>
            <p:nvPr/>
          </p:nvGrpSpPr>
          <p:grpSpPr>
            <a:xfrm>
              <a:off x="2854354" y="1611442"/>
              <a:ext cx="469783" cy="494950"/>
              <a:chOff x="10142290" y="2256639"/>
              <a:chExt cx="469783" cy="494950"/>
            </a:xfrm>
          </p:grpSpPr>
          <p:sp>
            <p:nvSpPr>
              <p:cNvPr id="31" name="Oval 30">
                <a:extLst>
                  <a:ext uri="{FF2B5EF4-FFF2-40B4-BE49-F238E27FC236}">
                    <a16:creationId xmlns:a16="http://schemas.microsoft.com/office/drawing/2014/main" id="{269D24E9-8DB5-40E8-AAD3-7AF120E446DC}"/>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32" name="TextBox 18">
                <a:extLst>
                  <a:ext uri="{FF2B5EF4-FFF2-40B4-BE49-F238E27FC236}">
                    <a16:creationId xmlns:a16="http://schemas.microsoft.com/office/drawing/2014/main" id="{61E7765A-DD83-45B2-A5AC-229CA630BCBC}"/>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I</a:t>
                </a:r>
                <a:endParaRPr lang="en-US" dirty="0"/>
              </a:p>
            </p:txBody>
          </p:sp>
        </p:grpSp>
        <p:cxnSp>
          <p:nvCxnSpPr>
            <p:cNvPr id="26" name="Straight Connector 25">
              <a:extLst>
                <a:ext uri="{FF2B5EF4-FFF2-40B4-BE49-F238E27FC236}">
                  <a16:creationId xmlns:a16="http://schemas.microsoft.com/office/drawing/2014/main" id="{9DBCCF99-B02B-42B8-BE67-655FF059F0F4}"/>
                </a:ext>
              </a:extLst>
            </p:cNvPr>
            <p:cNvCxnSpPr>
              <a:endCxn id="37" idx="0"/>
            </p:cNvCxnSpPr>
            <p:nvPr/>
          </p:nvCxnSpPr>
          <p:spPr>
            <a:xfrm flipH="1">
              <a:off x="8468844" y="1915541"/>
              <a:ext cx="26481" cy="1333095"/>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9F7524EA-2827-4F43-BD8B-26CE1DF2216C}"/>
                </a:ext>
              </a:extLst>
            </p:cNvPr>
            <p:cNvCxnSpPr>
              <a:stCxn id="33" idx="7"/>
            </p:cNvCxnSpPr>
            <p:nvPr/>
          </p:nvCxnSpPr>
          <p:spPr>
            <a:xfrm flipV="1">
              <a:off x="8661419" y="1315267"/>
              <a:ext cx="598283" cy="177808"/>
            </a:xfrm>
            <a:prstGeom prst="line">
              <a:avLst/>
            </a:prstGeom>
          </p:spPr>
          <p:style>
            <a:lnRef idx="1">
              <a:schemeClr val="dk1"/>
            </a:lnRef>
            <a:fillRef idx="0">
              <a:schemeClr val="dk1"/>
            </a:fillRef>
            <a:effectRef idx="0">
              <a:schemeClr val="dk1"/>
            </a:effectRef>
            <a:fontRef idx="minor">
              <a:schemeClr val="tx1"/>
            </a:fontRef>
          </p:style>
        </p:cxnSp>
        <p:grpSp>
          <p:nvGrpSpPr>
            <p:cNvPr id="28" name="Group 27">
              <a:extLst>
                <a:ext uri="{FF2B5EF4-FFF2-40B4-BE49-F238E27FC236}">
                  <a16:creationId xmlns:a16="http://schemas.microsoft.com/office/drawing/2014/main" id="{84021165-4885-4F31-AA64-A37D87E3BAE7}"/>
                </a:ext>
              </a:extLst>
            </p:cNvPr>
            <p:cNvGrpSpPr/>
            <p:nvPr/>
          </p:nvGrpSpPr>
          <p:grpSpPr>
            <a:xfrm>
              <a:off x="9190904" y="1122243"/>
              <a:ext cx="469783" cy="494950"/>
              <a:chOff x="10142290" y="2256639"/>
              <a:chExt cx="469783" cy="494950"/>
            </a:xfrm>
          </p:grpSpPr>
          <p:sp>
            <p:nvSpPr>
              <p:cNvPr id="29" name="Oval 28">
                <a:extLst>
                  <a:ext uri="{FF2B5EF4-FFF2-40B4-BE49-F238E27FC236}">
                    <a16:creationId xmlns:a16="http://schemas.microsoft.com/office/drawing/2014/main" id="{3955784D-EAAF-436C-9FFF-D70870633CF3}"/>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30" name="TextBox 18">
                <a:extLst>
                  <a:ext uri="{FF2B5EF4-FFF2-40B4-BE49-F238E27FC236}">
                    <a16:creationId xmlns:a16="http://schemas.microsoft.com/office/drawing/2014/main" id="{46EAD193-F4AA-4D67-AB61-D2A3F88CAFB5}"/>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F</a:t>
                </a:r>
                <a:endParaRPr lang="en-US" dirty="0"/>
              </a:p>
            </p:txBody>
          </p:sp>
        </p:grpSp>
      </p:grpSp>
      <p:grpSp>
        <p:nvGrpSpPr>
          <p:cNvPr id="55" name="Group 19">
            <a:extLst>
              <a:ext uri="{FF2B5EF4-FFF2-40B4-BE49-F238E27FC236}">
                <a16:creationId xmlns:a16="http://schemas.microsoft.com/office/drawing/2014/main" id="{1DA15DC7-8BA4-45CB-9643-2C7775EA12B5}"/>
              </a:ext>
            </a:extLst>
          </p:cNvPr>
          <p:cNvGrpSpPr/>
          <p:nvPr/>
        </p:nvGrpSpPr>
        <p:grpSpPr>
          <a:xfrm>
            <a:off x="9522002" y="1735771"/>
            <a:ext cx="469900" cy="494665"/>
            <a:chOff x="10142290" y="2256639"/>
            <a:chExt cx="469783" cy="494950"/>
          </a:xfrm>
          <a:solidFill>
            <a:srgbClr val="FF0000"/>
          </a:solidFill>
        </p:grpSpPr>
        <p:sp>
          <p:nvSpPr>
            <p:cNvPr id="56" name="Oval 17">
              <a:extLst>
                <a:ext uri="{FF2B5EF4-FFF2-40B4-BE49-F238E27FC236}">
                  <a16:creationId xmlns:a16="http://schemas.microsoft.com/office/drawing/2014/main" id="{41164F6B-26E2-4E7F-ACD0-8DEB25708AD0}"/>
                </a:ext>
              </a:extLst>
            </p:cNvPr>
            <p:cNvSpPr/>
            <p:nvPr/>
          </p:nvSpPr>
          <p:spPr>
            <a:xfrm>
              <a:off x="10142290" y="2256639"/>
              <a:ext cx="469783" cy="494950"/>
            </a:xfrm>
            <a:prstGeom prst="ellips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 name="TextBox 18">
              <a:extLst>
                <a:ext uri="{FF2B5EF4-FFF2-40B4-BE49-F238E27FC236}">
                  <a16:creationId xmlns:a16="http://schemas.microsoft.com/office/drawing/2014/main" id="{4881D4CF-59A1-46D4-8A2E-4BB854E09139}"/>
                </a:ext>
              </a:extLst>
            </p:cNvPr>
            <p:cNvSpPr txBox="1"/>
            <p:nvPr/>
          </p:nvSpPr>
          <p:spPr>
            <a:xfrm>
              <a:off x="10228976" y="2315361"/>
              <a:ext cx="282429" cy="368512"/>
            </a:xfrm>
            <a:prstGeom prst="rect">
              <a:avLst/>
            </a:prstGeom>
            <a:grpFill/>
          </p:spPr>
          <p:txBody>
            <a:bodyPr wrap="square" rtlCol="0">
              <a:spAutoFit/>
            </a:bodyPr>
            <a:lstStyle/>
            <a:p>
              <a:r>
                <a:rPr lang="en-US" altLang="zh-CN" dirty="0"/>
                <a:t>A</a:t>
              </a:r>
              <a:endParaRPr lang="en-US" dirty="0"/>
            </a:p>
          </p:txBody>
        </p:sp>
      </p:grpSp>
      <p:grpSp>
        <p:nvGrpSpPr>
          <p:cNvPr id="58" name="Group 20">
            <a:extLst>
              <a:ext uri="{FF2B5EF4-FFF2-40B4-BE49-F238E27FC236}">
                <a16:creationId xmlns:a16="http://schemas.microsoft.com/office/drawing/2014/main" id="{4271944E-B126-41E8-BA4D-6EC759400707}"/>
              </a:ext>
            </a:extLst>
          </p:cNvPr>
          <p:cNvGrpSpPr/>
          <p:nvPr/>
        </p:nvGrpSpPr>
        <p:grpSpPr>
          <a:xfrm>
            <a:off x="8633609" y="2737785"/>
            <a:ext cx="469783" cy="494950"/>
            <a:chOff x="10142290" y="2256639"/>
            <a:chExt cx="469783" cy="494950"/>
          </a:xfrm>
          <a:solidFill>
            <a:srgbClr val="FF0000"/>
          </a:solidFill>
        </p:grpSpPr>
        <p:sp>
          <p:nvSpPr>
            <p:cNvPr id="59" name="Oval 21">
              <a:extLst>
                <a:ext uri="{FF2B5EF4-FFF2-40B4-BE49-F238E27FC236}">
                  <a16:creationId xmlns:a16="http://schemas.microsoft.com/office/drawing/2014/main" id="{A935FF14-F45F-4472-83FE-0662055003E8}"/>
                </a:ext>
              </a:extLst>
            </p:cNvPr>
            <p:cNvSpPr/>
            <p:nvPr/>
          </p:nvSpPr>
          <p:spPr>
            <a:xfrm>
              <a:off x="10142290" y="2256639"/>
              <a:ext cx="469783" cy="494950"/>
            </a:xfrm>
            <a:prstGeom prst="ellips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 name="TextBox 22">
              <a:extLst>
                <a:ext uri="{FF2B5EF4-FFF2-40B4-BE49-F238E27FC236}">
                  <a16:creationId xmlns:a16="http://schemas.microsoft.com/office/drawing/2014/main" id="{4A772447-7F06-4837-BCC6-6E77E16C44B1}"/>
                </a:ext>
              </a:extLst>
            </p:cNvPr>
            <p:cNvSpPr txBox="1"/>
            <p:nvPr/>
          </p:nvSpPr>
          <p:spPr>
            <a:xfrm>
              <a:off x="10228976" y="2315361"/>
              <a:ext cx="282429" cy="369332"/>
            </a:xfrm>
            <a:prstGeom prst="rect">
              <a:avLst/>
            </a:prstGeom>
            <a:grpFill/>
          </p:spPr>
          <p:txBody>
            <a:bodyPr wrap="square" rtlCol="0">
              <a:spAutoFit/>
            </a:bodyPr>
            <a:lstStyle/>
            <a:p>
              <a:r>
                <a:rPr lang="en-US" altLang="zh-CN" dirty="0"/>
                <a:t>B</a:t>
              </a:r>
              <a:endParaRPr lang="en-US" dirty="0"/>
            </a:p>
          </p:txBody>
        </p:sp>
      </p:grpSp>
      <p:grpSp>
        <p:nvGrpSpPr>
          <p:cNvPr id="61" name="Group 23">
            <a:extLst>
              <a:ext uri="{FF2B5EF4-FFF2-40B4-BE49-F238E27FC236}">
                <a16:creationId xmlns:a16="http://schemas.microsoft.com/office/drawing/2014/main" id="{25E9180B-2B13-4B43-B1FA-F82D4A1BA479}"/>
              </a:ext>
            </a:extLst>
          </p:cNvPr>
          <p:cNvGrpSpPr/>
          <p:nvPr/>
        </p:nvGrpSpPr>
        <p:grpSpPr>
          <a:xfrm>
            <a:off x="7444670" y="3833445"/>
            <a:ext cx="469783" cy="494950"/>
            <a:chOff x="10142290" y="2256639"/>
            <a:chExt cx="469783" cy="494950"/>
          </a:xfrm>
        </p:grpSpPr>
        <p:sp>
          <p:nvSpPr>
            <p:cNvPr id="62" name="Oval 24">
              <a:extLst>
                <a:ext uri="{FF2B5EF4-FFF2-40B4-BE49-F238E27FC236}">
                  <a16:creationId xmlns:a16="http://schemas.microsoft.com/office/drawing/2014/main" id="{5B1663BE-FEFD-44AA-BF91-B3F3499359D1}"/>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 name="TextBox 25">
              <a:extLst>
                <a:ext uri="{FF2B5EF4-FFF2-40B4-BE49-F238E27FC236}">
                  <a16:creationId xmlns:a16="http://schemas.microsoft.com/office/drawing/2014/main" id="{89E242E5-724E-49D4-853C-5B09EE4422C0}"/>
                </a:ext>
              </a:extLst>
            </p:cNvPr>
            <p:cNvSpPr txBox="1"/>
            <p:nvPr/>
          </p:nvSpPr>
          <p:spPr>
            <a:xfrm>
              <a:off x="10228976" y="2315361"/>
              <a:ext cx="282429" cy="369332"/>
            </a:xfrm>
            <a:prstGeom prst="rect">
              <a:avLst/>
            </a:prstGeom>
            <a:noFill/>
          </p:spPr>
          <p:txBody>
            <a:bodyPr wrap="square" rtlCol="0">
              <a:spAutoFit/>
            </a:bodyPr>
            <a:lstStyle/>
            <a:p>
              <a:r>
                <a:rPr lang="en-US" dirty="0"/>
                <a:t>C</a:t>
              </a:r>
            </a:p>
          </p:txBody>
        </p:sp>
      </p:grpSp>
      <p:grpSp>
        <p:nvGrpSpPr>
          <p:cNvPr id="64" name="Group 26">
            <a:extLst>
              <a:ext uri="{FF2B5EF4-FFF2-40B4-BE49-F238E27FC236}">
                <a16:creationId xmlns:a16="http://schemas.microsoft.com/office/drawing/2014/main" id="{0EE78111-D770-4F88-8FEF-E2B3C315EE63}"/>
              </a:ext>
            </a:extLst>
          </p:cNvPr>
          <p:cNvGrpSpPr/>
          <p:nvPr/>
        </p:nvGrpSpPr>
        <p:grpSpPr>
          <a:xfrm>
            <a:off x="8183462" y="3831365"/>
            <a:ext cx="469783" cy="494950"/>
            <a:chOff x="10142290" y="2256639"/>
            <a:chExt cx="469783" cy="494950"/>
          </a:xfrm>
          <a:solidFill>
            <a:srgbClr val="FF0000"/>
          </a:solidFill>
        </p:grpSpPr>
        <p:sp>
          <p:nvSpPr>
            <p:cNvPr id="65" name="Oval 27">
              <a:extLst>
                <a:ext uri="{FF2B5EF4-FFF2-40B4-BE49-F238E27FC236}">
                  <a16:creationId xmlns:a16="http://schemas.microsoft.com/office/drawing/2014/main" id="{F17AC1D6-E54E-4BAC-952E-6721AFC127C9}"/>
                </a:ext>
              </a:extLst>
            </p:cNvPr>
            <p:cNvSpPr/>
            <p:nvPr/>
          </p:nvSpPr>
          <p:spPr>
            <a:xfrm>
              <a:off x="10142290" y="2256639"/>
              <a:ext cx="469783" cy="494950"/>
            </a:xfrm>
            <a:prstGeom prst="ellipse">
              <a:avLst/>
            </a:prstGeom>
            <a:grpFill/>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66" name="TextBox 18">
              <a:extLst>
                <a:ext uri="{FF2B5EF4-FFF2-40B4-BE49-F238E27FC236}">
                  <a16:creationId xmlns:a16="http://schemas.microsoft.com/office/drawing/2014/main" id="{6C413E08-2DB1-4BBC-ADE7-7AE5C430D918}"/>
                </a:ext>
              </a:extLst>
            </p:cNvPr>
            <p:cNvSpPr txBox="1"/>
            <p:nvPr/>
          </p:nvSpPr>
          <p:spPr>
            <a:xfrm>
              <a:off x="10228976" y="2315361"/>
              <a:ext cx="282429" cy="369332"/>
            </a:xfrm>
            <a:prstGeom prst="rect">
              <a:avLst/>
            </a:prstGeom>
            <a:grp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D</a:t>
              </a:r>
              <a:endParaRPr lang="en-US" dirty="0"/>
            </a:p>
          </p:txBody>
        </p:sp>
      </p:grpSp>
      <p:grpSp>
        <p:nvGrpSpPr>
          <p:cNvPr id="67" name="Group 29">
            <a:extLst>
              <a:ext uri="{FF2B5EF4-FFF2-40B4-BE49-F238E27FC236}">
                <a16:creationId xmlns:a16="http://schemas.microsoft.com/office/drawing/2014/main" id="{6F12B509-11D1-49D7-9820-E44E9EA41459}"/>
              </a:ext>
            </a:extLst>
          </p:cNvPr>
          <p:cNvGrpSpPr/>
          <p:nvPr/>
        </p:nvGrpSpPr>
        <p:grpSpPr>
          <a:xfrm>
            <a:off x="8182879" y="4716975"/>
            <a:ext cx="469783" cy="494950"/>
            <a:chOff x="10142290" y="2256639"/>
            <a:chExt cx="469783" cy="494950"/>
          </a:xfrm>
        </p:grpSpPr>
        <p:sp>
          <p:nvSpPr>
            <p:cNvPr id="68" name="Oval 30">
              <a:extLst>
                <a:ext uri="{FF2B5EF4-FFF2-40B4-BE49-F238E27FC236}">
                  <a16:creationId xmlns:a16="http://schemas.microsoft.com/office/drawing/2014/main" id="{A5EEBF6B-D0C0-4C06-B197-9A7CEE621CC5}"/>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69" name="TextBox 18">
              <a:extLst>
                <a:ext uri="{FF2B5EF4-FFF2-40B4-BE49-F238E27FC236}">
                  <a16:creationId xmlns:a16="http://schemas.microsoft.com/office/drawing/2014/main" id="{ED81C5AB-F3C1-45E3-B976-0CE3809C3F5A}"/>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E</a:t>
              </a:r>
              <a:endParaRPr lang="en-US" dirty="0"/>
            </a:p>
          </p:txBody>
        </p:sp>
      </p:grpSp>
      <p:grpSp>
        <p:nvGrpSpPr>
          <p:cNvPr id="70" name="Group 47">
            <a:extLst>
              <a:ext uri="{FF2B5EF4-FFF2-40B4-BE49-F238E27FC236}">
                <a16:creationId xmlns:a16="http://schemas.microsoft.com/office/drawing/2014/main" id="{57B3183A-D615-43D5-9FF7-6AF6E25838A4}"/>
              </a:ext>
            </a:extLst>
          </p:cNvPr>
          <p:cNvGrpSpPr/>
          <p:nvPr/>
        </p:nvGrpSpPr>
        <p:grpSpPr>
          <a:xfrm>
            <a:off x="8922248" y="3825797"/>
            <a:ext cx="469783" cy="494950"/>
            <a:chOff x="10142290" y="2256639"/>
            <a:chExt cx="469783" cy="494950"/>
          </a:xfrm>
          <a:solidFill>
            <a:srgbClr val="FF0000"/>
          </a:solidFill>
        </p:grpSpPr>
        <p:sp>
          <p:nvSpPr>
            <p:cNvPr id="71" name="Oval 48">
              <a:extLst>
                <a:ext uri="{FF2B5EF4-FFF2-40B4-BE49-F238E27FC236}">
                  <a16:creationId xmlns:a16="http://schemas.microsoft.com/office/drawing/2014/main" id="{744B6062-FE6A-4002-9E5A-E663DD2D6558}"/>
                </a:ext>
              </a:extLst>
            </p:cNvPr>
            <p:cNvSpPr/>
            <p:nvPr/>
          </p:nvSpPr>
          <p:spPr>
            <a:xfrm>
              <a:off x="10142290" y="2256639"/>
              <a:ext cx="469783" cy="494950"/>
            </a:xfrm>
            <a:prstGeom prst="ellipse">
              <a:avLst/>
            </a:prstGeom>
            <a:grpFill/>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72" name="TextBox 18">
              <a:extLst>
                <a:ext uri="{FF2B5EF4-FFF2-40B4-BE49-F238E27FC236}">
                  <a16:creationId xmlns:a16="http://schemas.microsoft.com/office/drawing/2014/main" id="{93405A30-F251-4EFA-9332-A424689FC7DC}"/>
                </a:ext>
              </a:extLst>
            </p:cNvPr>
            <p:cNvSpPr txBox="1"/>
            <p:nvPr/>
          </p:nvSpPr>
          <p:spPr>
            <a:xfrm>
              <a:off x="10228976" y="2315361"/>
              <a:ext cx="282429" cy="369332"/>
            </a:xfrm>
            <a:prstGeom prst="rect">
              <a:avLst/>
            </a:prstGeom>
            <a:grp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G</a:t>
              </a:r>
              <a:endParaRPr lang="en-US" dirty="0"/>
            </a:p>
          </p:txBody>
        </p:sp>
      </p:grpSp>
      <p:grpSp>
        <p:nvGrpSpPr>
          <p:cNvPr id="73" name="Group 57">
            <a:extLst>
              <a:ext uri="{FF2B5EF4-FFF2-40B4-BE49-F238E27FC236}">
                <a16:creationId xmlns:a16="http://schemas.microsoft.com/office/drawing/2014/main" id="{8F4E1EAA-347E-4DD0-A9A5-DC166EB8FE64}"/>
              </a:ext>
            </a:extLst>
          </p:cNvPr>
          <p:cNvGrpSpPr/>
          <p:nvPr/>
        </p:nvGrpSpPr>
        <p:grpSpPr>
          <a:xfrm>
            <a:off x="8714163" y="4716804"/>
            <a:ext cx="469783" cy="494950"/>
            <a:chOff x="10142290" y="2256639"/>
            <a:chExt cx="469783" cy="494950"/>
          </a:xfrm>
        </p:grpSpPr>
        <p:sp>
          <p:nvSpPr>
            <p:cNvPr id="74" name="Oval 58">
              <a:extLst>
                <a:ext uri="{FF2B5EF4-FFF2-40B4-BE49-F238E27FC236}">
                  <a16:creationId xmlns:a16="http://schemas.microsoft.com/office/drawing/2014/main" id="{0C908184-8431-47F5-BE1B-A752F30326DA}"/>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75" name="TextBox 18">
              <a:extLst>
                <a:ext uri="{FF2B5EF4-FFF2-40B4-BE49-F238E27FC236}">
                  <a16:creationId xmlns:a16="http://schemas.microsoft.com/office/drawing/2014/main" id="{26CF1D4D-4BDC-412E-AF0B-2D298C1CECB9}"/>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F</a:t>
              </a:r>
              <a:endParaRPr lang="en-US" dirty="0"/>
            </a:p>
          </p:txBody>
        </p:sp>
      </p:grpSp>
      <p:grpSp>
        <p:nvGrpSpPr>
          <p:cNvPr id="76" name="Group 41">
            <a:extLst>
              <a:ext uri="{FF2B5EF4-FFF2-40B4-BE49-F238E27FC236}">
                <a16:creationId xmlns:a16="http://schemas.microsoft.com/office/drawing/2014/main" id="{3391CC1A-6232-44F7-A748-CB043F24726D}"/>
              </a:ext>
            </a:extLst>
          </p:cNvPr>
          <p:cNvGrpSpPr/>
          <p:nvPr/>
        </p:nvGrpSpPr>
        <p:grpSpPr>
          <a:xfrm>
            <a:off x="9286926" y="4712137"/>
            <a:ext cx="469783" cy="494950"/>
            <a:chOff x="10142290" y="2256639"/>
            <a:chExt cx="469783" cy="494950"/>
          </a:xfrm>
        </p:grpSpPr>
        <p:sp>
          <p:nvSpPr>
            <p:cNvPr id="77" name="Oval 42">
              <a:extLst>
                <a:ext uri="{FF2B5EF4-FFF2-40B4-BE49-F238E27FC236}">
                  <a16:creationId xmlns:a16="http://schemas.microsoft.com/office/drawing/2014/main" id="{CABCFD76-7A9D-4356-9440-5A6FCC870533}"/>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78" name="TextBox 18">
              <a:extLst>
                <a:ext uri="{FF2B5EF4-FFF2-40B4-BE49-F238E27FC236}">
                  <a16:creationId xmlns:a16="http://schemas.microsoft.com/office/drawing/2014/main" id="{D30117DD-72C7-412B-AC21-C21C6F786288}"/>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H</a:t>
              </a:r>
              <a:endParaRPr lang="en-US" dirty="0"/>
            </a:p>
          </p:txBody>
        </p:sp>
      </p:grpSp>
      <p:grpSp>
        <p:nvGrpSpPr>
          <p:cNvPr id="79" name="Group 44">
            <a:extLst>
              <a:ext uri="{FF2B5EF4-FFF2-40B4-BE49-F238E27FC236}">
                <a16:creationId xmlns:a16="http://schemas.microsoft.com/office/drawing/2014/main" id="{F90D977A-9693-4BE0-B2D7-A442D8BC29BE}"/>
              </a:ext>
            </a:extLst>
          </p:cNvPr>
          <p:cNvGrpSpPr/>
          <p:nvPr/>
        </p:nvGrpSpPr>
        <p:grpSpPr>
          <a:xfrm>
            <a:off x="9286724" y="5819711"/>
            <a:ext cx="469783" cy="494950"/>
            <a:chOff x="10142290" y="2256639"/>
            <a:chExt cx="469783" cy="494950"/>
          </a:xfrm>
        </p:grpSpPr>
        <p:sp>
          <p:nvSpPr>
            <p:cNvPr id="80" name="Oval 45">
              <a:extLst>
                <a:ext uri="{FF2B5EF4-FFF2-40B4-BE49-F238E27FC236}">
                  <a16:creationId xmlns:a16="http://schemas.microsoft.com/office/drawing/2014/main" id="{1C0859D4-F929-4F4B-AFA4-CB803305229C}"/>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81" name="TextBox 18">
              <a:extLst>
                <a:ext uri="{FF2B5EF4-FFF2-40B4-BE49-F238E27FC236}">
                  <a16:creationId xmlns:a16="http://schemas.microsoft.com/office/drawing/2014/main" id="{BC8BDC35-71FA-485C-8C56-1E35939CB4BD}"/>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K</a:t>
              </a:r>
              <a:endParaRPr lang="en-US" dirty="0"/>
            </a:p>
          </p:txBody>
        </p:sp>
      </p:grpSp>
      <p:grpSp>
        <p:nvGrpSpPr>
          <p:cNvPr id="82" name="Group 38">
            <a:extLst>
              <a:ext uri="{FF2B5EF4-FFF2-40B4-BE49-F238E27FC236}">
                <a16:creationId xmlns:a16="http://schemas.microsoft.com/office/drawing/2014/main" id="{74890C03-C34B-4FFD-9912-4743E37392EB}"/>
              </a:ext>
            </a:extLst>
          </p:cNvPr>
          <p:cNvGrpSpPr/>
          <p:nvPr/>
        </p:nvGrpSpPr>
        <p:grpSpPr>
          <a:xfrm>
            <a:off x="9647062" y="3833208"/>
            <a:ext cx="469783" cy="494950"/>
            <a:chOff x="10142290" y="2256639"/>
            <a:chExt cx="469783" cy="494950"/>
          </a:xfrm>
        </p:grpSpPr>
        <p:sp>
          <p:nvSpPr>
            <p:cNvPr id="83" name="Oval 39">
              <a:extLst>
                <a:ext uri="{FF2B5EF4-FFF2-40B4-BE49-F238E27FC236}">
                  <a16:creationId xmlns:a16="http://schemas.microsoft.com/office/drawing/2014/main" id="{4266D3AB-22EB-4323-9F6E-AE321CAF889B}"/>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84" name="TextBox 18">
              <a:extLst>
                <a:ext uri="{FF2B5EF4-FFF2-40B4-BE49-F238E27FC236}">
                  <a16:creationId xmlns:a16="http://schemas.microsoft.com/office/drawing/2014/main" id="{BC66D333-96C6-43CE-9436-3379ADD93B4B}"/>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M</a:t>
              </a:r>
              <a:endParaRPr lang="en-US" dirty="0"/>
            </a:p>
          </p:txBody>
        </p:sp>
      </p:grpSp>
      <p:cxnSp>
        <p:nvCxnSpPr>
          <p:cNvPr id="85" name="直接连接符 97">
            <a:extLst>
              <a:ext uri="{FF2B5EF4-FFF2-40B4-BE49-F238E27FC236}">
                <a16:creationId xmlns:a16="http://schemas.microsoft.com/office/drawing/2014/main" id="{8DF4EC44-C2D0-4D7C-AE94-BA749FD8AF3E}"/>
              </a:ext>
            </a:extLst>
          </p:cNvPr>
          <p:cNvCxnSpPr>
            <a:stCxn id="56" idx="4"/>
            <a:endCxn id="59" idx="0"/>
          </p:cNvCxnSpPr>
          <p:nvPr/>
        </p:nvCxnSpPr>
        <p:spPr>
          <a:xfrm flipH="1">
            <a:off x="8868587" y="2230436"/>
            <a:ext cx="888365" cy="50736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6" name="直接连接符 98">
            <a:extLst>
              <a:ext uri="{FF2B5EF4-FFF2-40B4-BE49-F238E27FC236}">
                <a16:creationId xmlns:a16="http://schemas.microsoft.com/office/drawing/2014/main" id="{FBD9736C-21BA-4A8D-9A4E-180281A1373A}"/>
              </a:ext>
            </a:extLst>
          </p:cNvPr>
          <p:cNvCxnSpPr>
            <a:stCxn id="59" idx="4"/>
            <a:endCxn id="62" idx="0"/>
          </p:cNvCxnSpPr>
          <p:nvPr/>
        </p:nvCxnSpPr>
        <p:spPr>
          <a:xfrm flipH="1">
            <a:off x="7679867" y="3232466"/>
            <a:ext cx="1188720" cy="6007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7" name="直接连接符 99">
            <a:extLst>
              <a:ext uri="{FF2B5EF4-FFF2-40B4-BE49-F238E27FC236}">
                <a16:creationId xmlns:a16="http://schemas.microsoft.com/office/drawing/2014/main" id="{B4B0E6C3-5802-4089-A9A8-0510F674E4CE}"/>
              </a:ext>
            </a:extLst>
          </p:cNvPr>
          <p:cNvCxnSpPr>
            <a:stCxn id="59" idx="4"/>
            <a:endCxn id="65" idx="0"/>
          </p:cNvCxnSpPr>
          <p:nvPr/>
        </p:nvCxnSpPr>
        <p:spPr>
          <a:xfrm flipH="1">
            <a:off x="8418372" y="3232466"/>
            <a:ext cx="450215" cy="5988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8" name="直接连接符 100">
            <a:extLst>
              <a:ext uri="{FF2B5EF4-FFF2-40B4-BE49-F238E27FC236}">
                <a16:creationId xmlns:a16="http://schemas.microsoft.com/office/drawing/2014/main" id="{06C12829-BD70-43DD-ACE1-08B8F05D370D}"/>
              </a:ext>
            </a:extLst>
          </p:cNvPr>
          <p:cNvCxnSpPr>
            <a:stCxn id="59" idx="4"/>
            <a:endCxn id="71" idx="0"/>
          </p:cNvCxnSpPr>
          <p:nvPr/>
        </p:nvCxnSpPr>
        <p:spPr>
          <a:xfrm>
            <a:off x="8868587" y="3232466"/>
            <a:ext cx="288925" cy="59309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9" name="直接连接符 101">
            <a:extLst>
              <a:ext uri="{FF2B5EF4-FFF2-40B4-BE49-F238E27FC236}">
                <a16:creationId xmlns:a16="http://schemas.microsoft.com/office/drawing/2014/main" id="{4413586A-AFF6-46F2-9536-CF5F358137E3}"/>
              </a:ext>
            </a:extLst>
          </p:cNvPr>
          <p:cNvCxnSpPr>
            <a:stCxn id="59" idx="4"/>
            <a:endCxn id="83" idx="0"/>
          </p:cNvCxnSpPr>
          <p:nvPr/>
        </p:nvCxnSpPr>
        <p:spPr>
          <a:xfrm>
            <a:off x="8868587" y="3232466"/>
            <a:ext cx="1013460" cy="6007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0" name="直接连接符 102">
            <a:extLst>
              <a:ext uri="{FF2B5EF4-FFF2-40B4-BE49-F238E27FC236}">
                <a16:creationId xmlns:a16="http://schemas.microsoft.com/office/drawing/2014/main" id="{2C24F215-CC73-4195-99AF-444C0095ECDC}"/>
              </a:ext>
            </a:extLst>
          </p:cNvPr>
          <p:cNvCxnSpPr>
            <a:stCxn id="65" idx="4"/>
            <a:endCxn id="68" idx="0"/>
          </p:cNvCxnSpPr>
          <p:nvPr/>
        </p:nvCxnSpPr>
        <p:spPr>
          <a:xfrm flipH="1">
            <a:off x="8417737" y="4325936"/>
            <a:ext cx="635" cy="39116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1" name="直接连接符 103">
            <a:extLst>
              <a:ext uri="{FF2B5EF4-FFF2-40B4-BE49-F238E27FC236}">
                <a16:creationId xmlns:a16="http://schemas.microsoft.com/office/drawing/2014/main" id="{E2CE13C4-704B-46A0-BEF4-C30B80AD4862}"/>
              </a:ext>
            </a:extLst>
          </p:cNvPr>
          <p:cNvCxnSpPr>
            <a:stCxn id="71" idx="4"/>
            <a:endCxn id="74" idx="0"/>
          </p:cNvCxnSpPr>
          <p:nvPr/>
        </p:nvCxnSpPr>
        <p:spPr>
          <a:xfrm flipH="1">
            <a:off x="8949232" y="4320221"/>
            <a:ext cx="208280" cy="39687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2" name="直接连接符 104">
            <a:extLst>
              <a:ext uri="{FF2B5EF4-FFF2-40B4-BE49-F238E27FC236}">
                <a16:creationId xmlns:a16="http://schemas.microsoft.com/office/drawing/2014/main" id="{06FA4999-E95F-4BAF-89CB-3591F5CEF1C0}"/>
              </a:ext>
            </a:extLst>
          </p:cNvPr>
          <p:cNvCxnSpPr>
            <a:stCxn id="71" idx="4"/>
            <a:endCxn id="77" idx="0"/>
          </p:cNvCxnSpPr>
          <p:nvPr/>
        </p:nvCxnSpPr>
        <p:spPr>
          <a:xfrm>
            <a:off x="9157512" y="4320221"/>
            <a:ext cx="364490" cy="39179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3" name="直接连接符 105">
            <a:extLst>
              <a:ext uri="{FF2B5EF4-FFF2-40B4-BE49-F238E27FC236}">
                <a16:creationId xmlns:a16="http://schemas.microsoft.com/office/drawing/2014/main" id="{237AF2A5-600C-47A3-B023-BBDDCA7330FE}"/>
              </a:ext>
            </a:extLst>
          </p:cNvPr>
          <p:cNvCxnSpPr>
            <a:stCxn id="77" idx="4"/>
            <a:endCxn id="80" idx="0"/>
          </p:cNvCxnSpPr>
          <p:nvPr/>
        </p:nvCxnSpPr>
        <p:spPr>
          <a:xfrm flipH="1">
            <a:off x="9521367" y="5206681"/>
            <a:ext cx="635" cy="61277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nvGrpSpPr>
          <p:cNvPr id="94" name="Group 35">
            <a:extLst>
              <a:ext uri="{FF2B5EF4-FFF2-40B4-BE49-F238E27FC236}">
                <a16:creationId xmlns:a16="http://schemas.microsoft.com/office/drawing/2014/main" id="{920D7031-B58F-4EE5-AE25-29B32754AE29}"/>
              </a:ext>
            </a:extLst>
          </p:cNvPr>
          <p:cNvGrpSpPr/>
          <p:nvPr/>
        </p:nvGrpSpPr>
        <p:grpSpPr>
          <a:xfrm>
            <a:off x="9905302" y="4712018"/>
            <a:ext cx="469783" cy="494950"/>
            <a:chOff x="10142290" y="2256639"/>
            <a:chExt cx="469783" cy="494950"/>
          </a:xfrm>
        </p:grpSpPr>
        <p:sp>
          <p:nvSpPr>
            <p:cNvPr id="95" name="Oval 36">
              <a:extLst>
                <a:ext uri="{FF2B5EF4-FFF2-40B4-BE49-F238E27FC236}">
                  <a16:creationId xmlns:a16="http://schemas.microsoft.com/office/drawing/2014/main" id="{A906A7D3-BF56-436D-AC54-DDDC2D3A8E54}"/>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96" name="TextBox 18">
              <a:extLst>
                <a:ext uri="{FF2B5EF4-FFF2-40B4-BE49-F238E27FC236}">
                  <a16:creationId xmlns:a16="http://schemas.microsoft.com/office/drawing/2014/main" id="{7ABE1EA0-58B3-41F9-8971-0879004CF185}"/>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J</a:t>
              </a:r>
              <a:endParaRPr lang="en-US" dirty="0"/>
            </a:p>
          </p:txBody>
        </p:sp>
      </p:grpSp>
      <p:grpSp>
        <p:nvGrpSpPr>
          <p:cNvPr id="97" name="Group 32">
            <a:extLst>
              <a:ext uri="{FF2B5EF4-FFF2-40B4-BE49-F238E27FC236}">
                <a16:creationId xmlns:a16="http://schemas.microsoft.com/office/drawing/2014/main" id="{02934259-7B13-4138-8B72-BA0030DDAF1C}"/>
              </a:ext>
            </a:extLst>
          </p:cNvPr>
          <p:cNvGrpSpPr/>
          <p:nvPr/>
        </p:nvGrpSpPr>
        <p:grpSpPr>
          <a:xfrm>
            <a:off x="9905151" y="5823298"/>
            <a:ext cx="469783" cy="494950"/>
            <a:chOff x="10142290" y="2256639"/>
            <a:chExt cx="469783" cy="494950"/>
          </a:xfrm>
        </p:grpSpPr>
        <p:sp>
          <p:nvSpPr>
            <p:cNvPr id="98" name="Oval 33">
              <a:extLst>
                <a:ext uri="{FF2B5EF4-FFF2-40B4-BE49-F238E27FC236}">
                  <a16:creationId xmlns:a16="http://schemas.microsoft.com/office/drawing/2014/main" id="{02A7BFD5-66DD-4576-BCEC-B72386F587BB}"/>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99" name="TextBox 18">
              <a:extLst>
                <a:ext uri="{FF2B5EF4-FFF2-40B4-BE49-F238E27FC236}">
                  <a16:creationId xmlns:a16="http://schemas.microsoft.com/office/drawing/2014/main" id="{756CF02C-0B8A-4A4F-B32B-C1C177284856}"/>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L</a:t>
              </a:r>
              <a:endParaRPr lang="en-US" dirty="0"/>
            </a:p>
          </p:txBody>
        </p:sp>
      </p:grpSp>
      <p:cxnSp>
        <p:nvCxnSpPr>
          <p:cNvPr id="100" name="直接连接符 112">
            <a:extLst>
              <a:ext uri="{FF2B5EF4-FFF2-40B4-BE49-F238E27FC236}">
                <a16:creationId xmlns:a16="http://schemas.microsoft.com/office/drawing/2014/main" id="{6FDB2AFC-0409-4F77-B107-6D6217355106}"/>
              </a:ext>
            </a:extLst>
          </p:cNvPr>
          <p:cNvCxnSpPr>
            <a:stCxn id="83" idx="4"/>
            <a:endCxn id="95" idx="0"/>
          </p:cNvCxnSpPr>
          <p:nvPr/>
        </p:nvCxnSpPr>
        <p:spPr>
          <a:xfrm>
            <a:off x="9882047" y="4327841"/>
            <a:ext cx="258445" cy="38417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01" name="直接连接符 113">
            <a:extLst>
              <a:ext uri="{FF2B5EF4-FFF2-40B4-BE49-F238E27FC236}">
                <a16:creationId xmlns:a16="http://schemas.microsoft.com/office/drawing/2014/main" id="{9E8387C6-18AF-4BC2-810A-BC6E8B60E781}"/>
              </a:ext>
            </a:extLst>
          </p:cNvPr>
          <p:cNvCxnSpPr>
            <a:stCxn id="95" idx="4"/>
            <a:endCxn id="98" idx="0"/>
          </p:cNvCxnSpPr>
          <p:nvPr/>
        </p:nvCxnSpPr>
        <p:spPr>
          <a:xfrm flipH="1">
            <a:off x="10139857" y="5206681"/>
            <a:ext cx="635" cy="6165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nvGrpSpPr>
          <p:cNvPr id="102" name="Group 50">
            <a:extLst>
              <a:ext uri="{FF2B5EF4-FFF2-40B4-BE49-F238E27FC236}">
                <a16:creationId xmlns:a16="http://schemas.microsoft.com/office/drawing/2014/main" id="{1F1C87ED-ACA7-49F8-B960-313E9C3637FA}"/>
              </a:ext>
            </a:extLst>
          </p:cNvPr>
          <p:cNvGrpSpPr/>
          <p:nvPr/>
        </p:nvGrpSpPr>
        <p:grpSpPr>
          <a:xfrm>
            <a:off x="10572956" y="2747138"/>
            <a:ext cx="469783" cy="494950"/>
            <a:chOff x="10142290" y="2256639"/>
            <a:chExt cx="469783" cy="494950"/>
          </a:xfrm>
        </p:grpSpPr>
        <p:sp>
          <p:nvSpPr>
            <p:cNvPr id="103" name="Oval 51">
              <a:extLst>
                <a:ext uri="{FF2B5EF4-FFF2-40B4-BE49-F238E27FC236}">
                  <a16:creationId xmlns:a16="http://schemas.microsoft.com/office/drawing/2014/main" id="{0A21E2B4-F8C2-4044-939A-C60B58CF42F7}"/>
                </a:ext>
              </a:extLst>
            </p:cNvPr>
            <p:cNvSpPr/>
            <p:nvPr/>
          </p:nvSpPr>
          <p:spPr>
            <a:xfrm>
              <a:off x="10142290" y="2256639"/>
              <a:ext cx="469783" cy="4949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104" name="TextBox 18">
              <a:extLst>
                <a:ext uri="{FF2B5EF4-FFF2-40B4-BE49-F238E27FC236}">
                  <a16:creationId xmlns:a16="http://schemas.microsoft.com/office/drawing/2014/main" id="{8EE21713-FC93-4866-8FA5-03235A1AAC3B}"/>
                </a:ext>
              </a:extLst>
            </p:cNvPr>
            <p:cNvSpPr txBox="1"/>
            <p:nvPr/>
          </p:nvSpPr>
          <p:spPr>
            <a:xfrm>
              <a:off x="10228976" y="2315361"/>
              <a:ext cx="2824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I</a:t>
              </a:r>
              <a:endParaRPr lang="en-US" dirty="0"/>
            </a:p>
          </p:txBody>
        </p:sp>
      </p:grpSp>
      <p:cxnSp>
        <p:nvCxnSpPr>
          <p:cNvPr id="105" name="直接连接符 117">
            <a:extLst>
              <a:ext uri="{FF2B5EF4-FFF2-40B4-BE49-F238E27FC236}">
                <a16:creationId xmlns:a16="http://schemas.microsoft.com/office/drawing/2014/main" id="{71B8BCDA-8A7F-47E5-8C44-5F71727D2CE3}"/>
              </a:ext>
            </a:extLst>
          </p:cNvPr>
          <p:cNvCxnSpPr>
            <a:stCxn id="56" idx="4"/>
            <a:endCxn id="103" idx="0"/>
          </p:cNvCxnSpPr>
          <p:nvPr/>
        </p:nvCxnSpPr>
        <p:spPr>
          <a:xfrm>
            <a:off x="9756952" y="2230436"/>
            <a:ext cx="1050925" cy="51689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06" name="文本框 118">
            <a:extLst>
              <a:ext uri="{FF2B5EF4-FFF2-40B4-BE49-F238E27FC236}">
                <a16:creationId xmlns:a16="http://schemas.microsoft.com/office/drawing/2014/main" id="{41C66AD4-D5C3-4BEC-986A-F96EF1AD32C6}"/>
              </a:ext>
            </a:extLst>
          </p:cNvPr>
          <p:cNvSpPr txBox="1"/>
          <p:nvPr/>
        </p:nvSpPr>
        <p:spPr>
          <a:xfrm>
            <a:off x="9227362" y="1277301"/>
            <a:ext cx="1116965" cy="368300"/>
          </a:xfrm>
          <a:prstGeom prst="rect">
            <a:avLst/>
          </a:prstGeom>
          <a:noFill/>
        </p:spPr>
        <p:txBody>
          <a:bodyPr wrap="square" rtlCol="0">
            <a:spAutoFit/>
          </a:bodyPr>
          <a:lstStyle/>
          <a:p>
            <a:r>
              <a:rPr lang="en-US" altLang="zh-CN"/>
              <a:t>DFS Tree</a:t>
            </a:r>
          </a:p>
        </p:txBody>
      </p:sp>
      <p:sp>
        <p:nvSpPr>
          <p:cNvPr id="107" name="文本框 119">
            <a:extLst>
              <a:ext uri="{FF2B5EF4-FFF2-40B4-BE49-F238E27FC236}">
                <a16:creationId xmlns:a16="http://schemas.microsoft.com/office/drawing/2014/main" id="{094E89AC-E716-4EF2-9FC5-CB5D6439DB78}"/>
              </a:ext>
            </a:extLst>
          </p:cNvPr>
          <p:cNvSpPr txBox="1"/>
          <p:nvPr/>
        </p:nvSpPr>
        <p:spPr>
          <a:xfrm>
            <a:off x="10116997" y="1819591"/>
            <a:ext cx="534035" cy="275590"/>
          </a:xfrm>
          <a:prstGeom prst="rect">
            <a:avLst/>
          </a:prstGeom>
          <a:noFill/>
        </p:spPr>
        <p:txBody>
          <a:bodyPr wrap="square" rtlCol="0" anchor="t">
            <a:spAutoFit/>
          </a:bodyPr>
          <a:lstStyle/>
          <a:p>
            <a:r>
              <a:rPr lang="en-US" altLang="zh-CN" sz="1200">
                <a:sym typeface="+mn-ea"/>
              </a:rPr>
              <a:t>(1,1)</a:t>
            </a:r>
          </a:p>
        </p:txBody>
      </p:sp>
      <p:sp>
        <p:nvSpPr>
          <p:cNvPr id="108" name="文本框 120">
            <a:extLst>
              <a:ext uri="{FF2B5EF4-FFF2-40B4-BE49-F238E27FC236}">
                <a16:creationId xmlns:a16="http://schemas.microsoft.com/office/drawing/2014/main" id="{F48D710B-3424-4EF7-B19C-D38B0E10625F}"/>
              </a:ext>
            </a:extLst>
          </p:cNvPr>
          <p:cNvSpPr txBox="1"/>
          <p:nvPr/>
        </p:nvSpPr>
        <p:spPr>
          <a:xfrm>
            <a:off x="10547783" y="3212319"/>
            <a:ext cx="664845" cy="275590"/>
          </a:xfrm>
          <a:prstGeom prst="rect">
            <a:avLst/>
          </a:prstGeom>
          <a:noFill/>
        </p:spPr>
        <p:txBody>
          <a:bodyPr wrap="square" rtlCol="0" anchor="t">
            <a:spAutoFit/>
          </a:bodyPr>
          <a:lstStyle/>
          <a:p>
            <a:r>
              <a:rPr lang="en-US" altLang="zh-CN" sz="1200" dirty="0">
                <a:sym typeface="+mn-ea"/>
              </a:rPr>
              <a:t>(13,13)</a:t>
            </a:r>
          </a:p>
        </p:txBody>
      </p:sp>
      <p:sp>
        <p:nvSpPr>
          <p:cNvPr id="109" name="文本框 121">
            <a:extLst>
              <a:ext uri="{FF2B5EF4-FFF2-40B4-BE49-F238E27FC236}">
                <a16:creationId xmlns:a16="http://schemas.microsoft.com/office/drawing/2014/main" id="{A80C4A30-25AF-4112-9316-9395A74D20EF}"/>
              </a:ext>
            </a:extLst>
          </p:cNvPr>
          <p:cNvSpPr txBox="1"/>
          <p:nvPr/>
        </p:nvSpPr>
        <p:spPr>
          <a:xfrm>
            <a:off x="9083217" y="2843211"/>
            <a:ext cx="534035" cy="275590"/>
          </a:xfrm>
          <a:prstGeom prst="rect">
            <a:avLst/>
          </a:prstGeom>
          <a:noFill/>
        </p:spPr>
        <p:txBody>
          <a:bodyPr wrap="square" rtlCol="0" anchor="t">
            <a:spAutoFit/>
          </a:bodyPr>
          <a:lstStyle/>
          <a:p>
            <a:r>
              <a:rPr lang="en-US" altLang="zh-CN" sz="1200">
                <a:sym typeface="+mn-ea"/>
              </a:rPr>
              <a:t>(2,1)</a:t>
            </a:r>
          </a:p>
        </p:txBody>
      </p:sp>
      <p:sp>
        <p:nvSpPr>
          <p:cNvPr id="110" name="文本框 122">
            <a:extLst>
              <a:ext uri="{FF2B5EF4-FFF2-40B4-BE49-F238E27FC236}">
                <a16:creationId xmlns:a16="http://schemas.microsoft.com/office/drawing/2014/main" id="{13B8BAF8-15EB-43D7-AD82-56754CC2FD30}"/>
              </a:ext>
            </a:extLst>
          </p:cNvPr>
          <p:cNvSpPr txBox="1"/>
          <p:nvPr/>
        </p:nvSpPr>
        <p:spPr>
          <a:xfrm>
            <a:off x="7372567" y="3591034"/>
            <a:ext cx="534035" cy="275590"/>
          </a:xfrm>
          <a:prstGeom prst="rect">
            <a:avLst/>
          </a:prstGeom>
          <a:noFill/>
        </p:spPr>
        <p:txBody>
          <a:bodyPr wrap="square" rtlCol="0" anchor="t">
            <a:spAutoFit/>
          </a:bodyPr>
          <a:lstStyle/>
          <a:p>
            <a:r>
              <a:rPr lang="en-US" altLang="zh-CN" sz="1200" dirty="0">
                <a:sym typeface="+mn-ea"/>
              </a:rPr>
              <a:t>(3,1)</a:t>
            </a:r>
          </a:p>
        </p:txBody>
      </p:sp>
      <p:sp>
        <p:nvSpPr>
          <p:cNvPr id="111" name="文本框 123">
            <a:extLst>
              <a:ext uri="{FF2B5EF4-FFF2-40B4-BE49-F238E27FC236}">
                <a16:creationId xmlns:a16="http://schemas.microsoft.com/office/drawing/2014/main" id="{441757B6-7734-4A82-81B9-3681DE69F163}"/>
              </a:ext>
            </a:extLst>
          </p:cNvPr>
          <p:cNvSpPr txBox="1"/>
          <p:nvPr/>
        </p:nvSpPr>
        <p:spPr>
          <a:xfrm>
            <a:off x="7884337" y="4211001"/>
            <a:ext cx="534035" cy="275590"/>
          </a:xfrm>
          <a:prstGeom prst="rect">
            <a:avLst/>
          </a:prstGeom>
          <a:noFill/>
        </p:spPr>
        <p:txBody>
          <a:bodyPr wrap="square" rtlCol="0" anchor="t">
            <a:spAutoFit/>
          </a:bodyPr>
          <a:lstStyle/>
          <a:p>
            <a:r>
              <a:rPr lang="en-US" altLang="zh-CN" sz="1200">
                <a:sym typeface="+mn-ea"/>
              </a:rPr>
              <a:t>(4,4)</a:t>
            </a:r>
          </a:p>
        </p:txBody>
      </p:sp>
      <p:sp>
        <p:nvSpPr>
          <p:cNvPr id="112" name="文本框 124">
            <a:extLst>
              <a:ext uri="{FF2B5EF4-FFF2-40B4-BE49-F238E27FC236}">
                <a16:creationId xmlns:a16="http://schemas.microsoft.com/office/drawing/2014/main" id="{523D7D95-27E0-42DA-AB6C-00C2CE11C8B7}"/>
              </a:ext>
            </a:extLst>
          </p:cNvPr>
          <p:cNvSpPr txBox="1"/>
          <p:nvPr/>
        </p:nvSpPr>
        <p:spPr>
          <a:xfrm>
            <a:off x="8150402" y="5245416"/>
            <a:ext cx="534035" cy="275590"/>
          </a:xfrm>
          <a:prstGeom prst="rect">
            <a:avLst/>
          </a:prstGeom>
          <a:noFill/>
        </p:spPr>
        <p:txBody>
          <a:bodyPr wrap="square" rtlCol="0" anchor="t">
            <a:spAutoFit/>
          </a:bodyPr>
          <a:lstStyle/>
          <a:p>
            <a:r>
              <a:rPr lang="en-US" altLang="zh-CN" sz="1200">
                <a:sym typeface="+mn-ea"/>
              </a:rPr>
              <a:t>(5,5)</a:t>
            </a:r>
          </a:p>
        </p:txBody>
      </p:sp>
      <p:sp>
        <p:nvSpPr>
          <p:cNvPr id="113" name="文本框 125">
            <a:extLst>
              <a:ext uri="{FF2B5EF4-FFF2-40B4-BE49-F238E27FC236}">
                <a16:creationId xmlns:a16="http://schemas.microsoft.com/office/drawing/2014/main" id="{D7259443-208A-4E29-832F-9B10FD6B1B41}"/>
              </a:ext>
            </a:extLst>
          </p:cNvPr>
          <p:cNvSpPr txBox="1"/>
          <p:nvPr/>
        </p:nvSpPr>
        <p:spPr>
          <a:xfrm>
            <a:off x="8653322" y="4211001"/>
            <a:ext cx="534035" cy="275590"/>
          </a:xfrm>
          <a:prstGeom prst="rect">
            <a:avLst/>
          </a:prstGeom>
          <a:noFill/>
        </p:spPr>
        <p:txBody>
          <a:bodyPr wrap="square" rtlCol="0" anchor="t">
            <a:spAutoFit/>
          </a:bodyPr>
          <a:lstStyle/>
          <a:p>
            <a:r>
              <a:rPr lang="en-US" altLang="zh-CN" sz="1200">
                <a:sym typeface="+mn-ea"/>
              </a:rPr>
              <a:t>(6,2)</a:t>
            </a:r>
          </a:p>
        </p:txBody>
      </p:sp>
      <p:sp>
        <p:nvSpPr>
          <p:cNvPr id="114" name="文本框 126">
            <a:extLst>
              <a:ext uri="{FF2B5EF4-FFF2-40B4-BE49-F238E27FC236}">
                <a16:creationId xmlns:a16="http://schemas.microsoft.com/office/drawing/2014/main" id="{84E05C7A-F887-4C85-80DD-3C0BCE15755B}"/>
              </a:ext>
            </a:extLst>
          </p:cNvPr>
          <p:cNvSpPr txBox="1"/>
          <p:nvPr/>
        </p:nvSpPr>
        <p:spPr>
          <a:xfrm>
            <a:off x="8719997" y="5245416"/>
            <a:ext cx="534035" cy="275590"/>
          </a:xfrm>
          <a:prstGeom prst="rect">
            <a:avLst/>
          </a:prstGeom>
          <a:noFill/>
        </p:spPr>
        <p:txBody>
          <a:bodyPr wrap="square" rtlCol="0" anchor="t">
            <a:spAutoFit/>
          </a:bodyPr>
          <a:lstStyle/>
          <a:p>
            <a:r>
              <a:rPr lang="en-US" altLang="zh-CN" sz="1200">
                <a:sym typeface="+mn-ea"/>
              </a:rPr>
              <a:t>(7,7)</a:t>
            </a:r>
          </a:p>
        </p:txBody>
      </p:sp>
      <p:sp>
        <p:nvSpPr>
          <p:cNvPr id="115" name="文本框 127">
            <a:extLst>
              <a:ext uri="{FF2B5EF4-FFF2-40B4-BE49-F238E27FC236}">
                <a16:creationId xmlns:a16="http://schemas.microsoft.com/office/drawing/2014/main" id="{49EDDB6F-CED6-4F9F-BCFE-E6505184954E}"/>
              </a:ext>
            </a:extLst>
          </p:cNvPr>
          <p:cNvSpPr txBox="1"/>
          <p:nvPr/>
        </p:nvSpPr>
        <p:spPr>
          <a:xfrm>
            <a:off x="9457867" y="5112066"/>
            <a:ext cx="534035" cy="275590"/>
          </a:xfrm>
          <a:prstGeom prst="rect">
            <a:avLst/>
          </a:prstGeom>
          <a:noFill/>
        </p:spPr>
        <p:txBody>
          <a:bodyPr wrap="square" rtlCol="0" anchor="t">
            <a:spAutoFit/>
          </a:bodyPr>
          <a:lstStyle/>
          <a:p>
            <a:r>
              <a:rPr lang="en-US" altLang="zh-CN" sz="1200">
                <a:sym typeface="+mn-ea"/>
              </a:rPr>
              <a:t>(8,2)</a:t>
            </a:r>
          </a:p>
        </p:txBody>
      </p:sp>
      <p:sp>
        <p:nvSpPr>
          <p:cNvPr id="116" name="文本框 128">
            <a:extLst>
              <a:ext uri="{FF2B5EF4-FFF2-40B4-BE49-F238E27FC236}">
                <a16:creationId xmlns:a16="http://schemas.microsoft.com/office/drawing/2014/main" id="{24EDFBB3-F66C-415A-B2CF-E72E96F28C89}"/>
              </a:ext>
            </a:extLst>
          </p:cNvPr>
          <p:cNvSpPr txBox="1"/>
          <p:nvPr/>
        </p:nvSpPr>
        <p:spPr>
          <a:xfrm>
            <a:off x="8969247" y="5704427"/>
            <a:ext cx="463542" cy="276999"/>
          </a:xfrm>
          <a:prstGeom prst="rect">
            <a:avLst/>
          </a:prstGeom>
          <a:noFill/>
        </p:spPr>
        <p:txBody>
          <a:bodyPr wrap="square" rtlCol="0" anchor="t">
            <a:spAutoFit/>
          </a:bodyPr>
          <a:lstStyle/>
          <a:p>
            <a:r>
              <a:rPr lang="en-US" altLang="zh-CN" sz="1200" dirty="0">
                <a:sym typeface="+mn-ea"/>
              </a:rPr>
              <a:t>(9,6)</a:t>
            </a:r>
          </a:p>
        </p:txBody>
      </p:sp>
      <p:sp>
        <p:nvSpPr>
          <p:cNvPr id="117" name="文本框 129">
            <a:extLst>
              <a:ext uri="{FF2B5EF4-FFF2-40B4-BE49-F238E27FC236}">
                <a16:creationId xmlns:a16="http://schemas.microsoft.com/office/drawing/2014/main" id="{C3D20605-FBB1-463E-BBF2-D307C07E29D8}"/>
              </a:ext>
            </a:extLst>
          </p:cNvPr>
          <p:cNvSpPr txBox="1"/>
          <p:nvPr/>
        </p:nvSpPr>
        <p:spPr>
          <a:xfrm>
            <a:off x="10125887" y="3935411"/>
            <a:ext cx="534035" cy="275590"/>
          </a:xfrm>
          <a:prstGeom prst="rect">
            <a:avLst/>
          </a:prstGeom>
          <a:noFill/>
        </p:spPr>
        <p:txBody>
          <a:bodyPr wrap="square" rtlCol="0" anchor="t">
            <a:spAutoFit/>
          </a:bodyPr>
          <a:lstStyle/>
          <a:p>
            <a:r>
              <a:rPr lang="en-US" altLang="zh-CN" sz="1200">
                <a:sym typeface="+mn-ea"/>
              </a:rPr>
              <a:t>(10,1)</a:t>
            </a:r>
          </a:p>
        </p:txBody>
      </p:sp>
      <p:sp>
        <p:nvSpPr>
          <p:cNvPr id="118" name="文本框 130">
            <a:extLst>
              <a:ext uri="{FF2B5EF4-FFF2-40B4-BE49-F238E27FC236}">
                <a16:creationId xmlns:a16="http://schemas.microsoft.com/office/drawing/2014/main" id="{0F050434-F952-4CDE-8287-0446AE47D92A}"/>
              </a:ext>
            </a:extLst>
          </p:cNvPr>
          <p:cNvSpPr txBox="1"/>
          <p:nvPr/>
        </p:nvSpPr>
        <p:spPr>
          <a:xfrm>
            <a:off x="10318927" y="4817426"/>
            <a:ext cx="534035" cy="275590"/>
          </a:xfrm>
          <a:prstGeom prst="rect">
            <a:avLst/>
          </a:prstGeom>
          <a:noFill/>
        </p:spPr>
        <p:txBody>
          <a:bodyPr wrap="square" rtlCol="0" anchor="t">
            <a:spAutoFit/>
          </a:bodyPr>
          <a:lstStyle/>
          <a:p>
            <a:r>
              <a:rPr lang="en-US" altLang="zh-CN" sz="1200">
                <a:sym typeface="+mn-ea"/>
              </a:rPr>
              <a:t>(11,1)</a:t>
            </a:r>
          </a:p>
        </p:txBody>
      </p:sp>
      <p:sp>
        <p:nvSpPr>
          <p:cNvPr id="119" name="文本框 131">
            <a:extLst>
              <a:ext uri="{FF2B5EF4-FFF2-40B4-BE49-F238E27FC236}">
                <a16:creationId xmlns:a16="http://schemas.microsoft.com/office/drawing/2014/main" id="{C59FD9BF-AA18-4C0D-A01B-5C1D7F630055}"/>
              </a:ext>
            </a:extLst>
          </p:cNvPr>
          <p:cNvSpPr txBox="1"/>
          <p:nvPr/>
        </p:nvSpPr>
        <p:spPr>
          <a:xfrm>
            <a:off x="10374807" y="5925501"/>
            <a:ext cx="534035" cy="275590"/>
          </a:xfrm>
          <a:prstGeom prst="rect">
            <a:avLst/>
          </a:prstGeom>
          <a:noFill/>
        </p:spPr>
        <p:txBody>
          <a:bodyPr wrap="square" rtlCol="0" anchor="t">
            <a:spAutoFit/>
          </a:bodyPr>
          <a:lstStyle/>
          <a:p>
            <a:r>
              <a:rPr lang="en-US" altLang="zh-CN" sz="1200">
                <a:sym typeface="+mn-ea"/>
              </a:rPr>
              <a:t>(12,1)</a:t>
            </a:r>
          </a:p>
        </p:txBody>
      </p:sp>
      <p:cxnSp>
        <p:nvCxnSpPr>
          <p:cNvPr id="120" name="曲线连接符 132">
            <a:extLst>
              <a:ext uri="{FF2B5EF4-FFF2-40B4-BE49-F238E27FC236}">
                <a16:creationId xmlns:a16="http://schemas.microsoft.com/office/drawing/2014/main" id="{CD95F822-542C-46F8-B422-34694AF3F36F}"/>
              </a:ext>
            </a:extLst>
          </p:cNvPr>
          <p:cNvCxnSpPr>
            <a:stCxn id="62" idx="0"/>
            <a:endCxn id="56" idx="2"/>
          </p:cNvCxnSpPr>
          <p:nvPr/>
        </p:nvCxnSpPr>
        <p:spPr>
          <a:xfrm rot="16200000">
            <a:off x="7675422" y="1987231"/>
            <a:ext cx="1849755" cy="1842135"/>
          </a:xfrm>
          <a:prstGeom prst="curvedConnector2">
            <a:avLst/>
          </a:prstGeom>
          <a:ln w="63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1" name="曲线连接符 134">
            <a:extLst>
              <a:ext uri="{FF2B5EF4-FFF2-40B4-BE49-F238E27FC236}">
                <a16:creationId xmlns:a16="http://schemas.microsoft.com/office/drawing/2014/main" id="{14CCA193-DBEC-4F35-A03B-AE47CB5BA88C}"/>
              </a:ext>
            </a:extLst>
          </p:cNvPr>
          <p:cNvCxnSpPr>
            <a:endCxn id="59" idx="6"/>
          </p:cNvCxnSpPr>
          <p:nvPr/>
        </p:nvCxnSpPr>
        <p:spPr>
          <a:xfrm rot="16200000" flipV="1">
            <a:off x="8450757" y="3636961"/>
            <a:ext cx="1718945" cy="414655"/>
          </a:xfrm>
          <a:prstGeom prst="curvedConnector2">
            <a:avLst/>
          </a:prstGeom>
          <a:ln w="63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2" name="直接箭头连接符 135">
            <a:extLst>
              <a:ext uri="{FF2B5EF4-FFF2-40B4-BE49-F238E27FC236}">
                <a16:creationId xmlns:a16="http://schemas.microsoft.com/office/drawing/2014/main" id="{73F2AD0C-13E5-4ADC-B1C4-8360A421F60C}"/>
              </a:ext>
            </a:extLst>
          </p:cNvPr>
          <p:cNvCxnSpPr>
            <a:endCxn id="113" idx="3"/>
          </p:cNvCxnSpPr>
          <p:nvPr/>
        </p:nvCxnSpPr>
        <p:spPr>
          <a:xfrm flipH="1" flipV="1">
            <a:off x="9187357" y="4348796"/>
            <a:ext cx="326390" cy="1466850"/>
          </a:xfrm>
          <a:prstGeom prst="straightConnector1">
            <a:avLst/>
          </a:prstGeom>
          <a:ln w="63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3" name="曲线连接符 136">
            <a:extLst>
              <a:ext uri="{FF2B5EF4-FFF2-40B4-BE49-F238E27FC236}">
                <a16:creationId xmlns:a16="http://schemas.microsoft.com/office/drawing/2014/main" id="{3227AF08-DDD9-45AC-A664-522FC953F37A}"/>
              </a:ext>
            </a:extLst>
          </p:cNvPr>
          <p:cNvCxnSpPr/>
          <p:nvPr/>
        </p:nvCxnSpPr>
        <p:spPr>
          <a:xfrm rot="5400000" flipH="1">
            <a:off x="7898307" y="4076381"/>
            <a:ext cx="4334510" cy="147955"/>
          </a:xfrm>
          <a:prstGeom prst="curvedConnector4">
            <a:avLst>
              <a:gd name="adj1" fmla="val 1530"/>
              <a:gd name="adj2" fmla="val -859871"/>
            </a:avLst>
          </a:prstGeom>
          <a:ln w="63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4" name="曲线连接符 138">
            <a:extLst>
              <a:ext uri="{FF2B5EF4-FFF2-40B4-BE49-F238E27FC236}">
                <a16:creationId xmlns:a16="http://schemas.microsoft.com/office/drawing/2014/main" id="{DD7850AB-9612-493D-94B1-358D25886C54}"/>
              </a:ext>
            </a:extLst>
          </p:cNvPr>
          <p:cNvCxnSpPr>
            <a:stCxn id="98" idx="6"/>
            <a:endCxn id="83" idx="6"/>
          </p:cNvCxnSpPr>
          <p:nvPr/>
        </p:nvCxnSpPr>
        <p:spPr>
          <a:xfrm flipH="1" flipV="1">
            <a:off x="10116997" y="4080826"/>
            <a:ext cx="257810" cy="1990090"/>
          </a:xfrm>
          <a:prstGeom prst="curvedConnector3">
            <a:avLst>
              <a:gd name="adj1" fmla="val -92365"/>
            </a:avLst>
          </a:prstGeom>
          <a:ln w="63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spTree>
    <p:extLst>
      <p:ext uri="{BB962C8B-B14F-4D97-AF65-F5344CB8AC3E}">
        <p14:creationId xmlns:p14="http://schemas.microsoft.com/office/powerpoint/2010/main" val="1624599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24C3F5A-C40D-4FDA-958B-5DBD6E4F2735}"/>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dirty="0">
                <a:latin typeface="Times New Roman" panose="02020603050405020304" pitchFamily="18" charset="0"/>
                <a:cs typeface="Times New Roman" panose="02020603050405020304" pitchFamily="18" charset="0"/>
              </a:rPr>
              <a:t>Prim’s Algorithm – Q3 </a:t>
            </a:r>
            <a:endParaRPr lang="en-US" sz="3600" dirty="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7C9C6E5F-B827-4624-813E-259A9A3444A0}"/>
              </a:ext>
            </a:extLst>
          </p:cNvPr>
          <p:cNvGrpSpPr/>
          <p:nvPr/>
        </p:nvGrpSpPr>
        <p:grpSpPr>
          <a:xfrm>
            <a:off x="979861" y="1458616"/>
            <a:ext cx="4451137" cy="3940767"/>
            <a:chOff x="6513395" y="1577129"/>
            <a:chExt cx="4451137" cy="3940767"/>
          </a:xfrm>
        </p:grpSpPr>
        <p:cxnSp>
          <p:nvCxnSpPr>
            <p:cNvPr id="7" name="Straight Connector 6">
              <a:extLst>
                <a:ext uri="{FF2B5EF4-FFF2-40B4-BE49-F238E27FC236}">
                  <a16:creationId xmlns:a16="http://schemas.microsoft.com/office/drawing/2014/main" id="{2C47DE1E-DDF2-4AC7-AFDB-83D20C0FFA92}"/>
                </a:ext>
              </a:extLst>
            </p:cNvPr>
            <p:cNvCxnSpPr>
              <a:cxnSpLocks/>
            </p:cNvCxnSpPr>
            <p:nvPr/>
          </p:nvCxnSpPr>
          <p:spPr>
            <a:xfrm>
              <a:off x="6887846" y="1866664"/>
              <a:ext cx="3624064"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B9729E5-575D-4457-9392-F5780981BBA4}"/>
                </a:ext>
              </a:extLst>
            </p:cNvPr>
            <p:cNvCxnSpPr/>
            <p:nvPr/>
          </p:nvCxnSpPr>
          <p:spPr>
            <a:xfrm flipH="1">
              <a:off x="6873767" y="1866664"/>
              <a:ext cx="0" cy="33589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56B0CF4-9E68-4ED6-8065-16AC20E59809}"/>
                </a:ext>
              </a:extLst>
            </p:cNvPr>
            <p:cNvCxnSpPr>
              <a:cxnSpLocks/>
            </p:cNvCxnSpPr>
            <p:nvPr/>
          </p:nvCxnSpPr>
          <p:spPr>
            <a:xfrm>
              <a:off x="6873767" y="5225663"/>
              <a:ext cx="3624064"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82D07A-98BD-4DA9-B200-A965EEC88B02}"/>
                </a:ext>
              </a:extLst>
            </p:cNvPr>
            <p:cNvCxnSpPr/>
            <p:nvPr/>
          </p:nvCxnSpPr>
          <p:spPr>
            <a:xfrm flipH="1">
              <a:off x="10511910" y="1870300"/>
              <a:ext cx="0" cy="33589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15715EC-DBF2-4219-994A-08F10DF15A4C}"/>
                </a:ext>
              </a:extLst>
            </p:cNvPr>
            <p:cNvGrpSpPr/>
            <p:nvPr/>
          </p:nvGrpSpPr>
          <p:grpSpPr>
            <a:xfrm>
              <a:off x="6513395" y="1577129"/>
              <a:ext cx="4451137" cy="3940767"/>
              <a:chOff x="6996770" y="1284898"/>
              <a:chExt cx="4451137" cy="3940767"/>
            </a:xfrm>
          </p:grpSpPr>
          <p:cxnSp>
            <p:nvCxnSpPr>
              <p:cNvPr id="12" name="Straight Connector 11">
                <a:extLst>
                  <a:ext uri="{FF2B5EF4-FFF2-40B4-BE49-F238E27FC236}">
                    <a16:creationId xmlns:a16="http://schemas.microsoft.com/office/drawing/2014/main" id="{03AD6F53-DC8A-401A-9D5B-5CBB5DCFF9F3}"/>
                  </a:ext>
                </a:extLst>
              </p:cNvPr>
              <p:cNvCxnSpPr>
                <a:cxnSpLocks/>
              </p:cNvCxnSpPr>
              <p:nvPr/>
            </p:nvCxnSpPr>
            <p:spPr>
              <a:xfrm>
                <a:off x="9177556" y="1577130"/>
                <a:ext cx="0" cy="3313652"/>
              </a:xfrm>
              <a:prstGeom prst="line">
                <a:avLst/>
              </a:prstGeom>
              <a:ln w="12700"/>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ED8EBB41-FC9A-43A2-B28B-173E155AA81C}"/>
                  </a:ext>
                </a:extLst>
              </p:cNvPr>
              <p:cNvCxnSpPr>
                <a:cxnSpLocks/>
              </p:cNvCxnSpPr>
              <p:nvPr/>
            </p:nvCxnSpPr>
            <p:spPr>
              <a:xfrm>
                <a:off x="7357145" y="3233956"/>
                <a:ext cx="3640822"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BE5EAB9-5B2E-4DDC-93FF-76C189EB1887}"/>
                  </a:ext>
                </a:extLst>
              </p:cNvPr>
              <p:cNvCxnSpPr>
                <a:cxnSpLocks/>
              </p:cNvCxnSpPr>
              <p:nvPr/>
            </p:nvCxnSpPr>
            <p:spPr>
              <a:xfrm flipH="1">
                <a:off x="7357145" y="1577130"/>
                <a:ext cx="1820411" cy="1656826"/>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F3A4A020-4FDC-41A6-BE1E-864F2B071BDB}"/>
                  </a:ext>
                </a:extLst>
              </p:cNvPr>
              <p:cNvCxnSpPr>
                <a:cxnSpLocks/>
              </p:cNvCxnSpPr>
              <p:nvPr/>
            </p:nvCxnSpPr>
            <p:spPr>
              <a:xfrm>
                <a:off x="9177556" y="1577130"/>
                <a:ext cx="1820411" cy="1656826"/>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BAE2564E-CB7A-4D98-99DB-A6EC89351A72}"/>
                  </a:ext>
                </a:extLst>
              </p:cNvPr>
              <p:cNvCxnSpPr>
                <a:cxnSpLocks/>
              </p:cNvCxnSpPr>
              <p:nvPr/>
            </p:nvCxnSpPr>
            <p:spPr>
              <a:xfrm>
                <a:off x="7357145" y="3233956"/>
                <a:ext cx="1820411" cy="1656826"/>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93353CA-A256-409B-AE16-97F95205EBFC}"/>
                  </a:ext>
                </a:extLst>
              </p:cNvPr>
              <p:cNvCxnSpPr>
                <a:cxnSpLocks/>
              </p:cNvCxnSpPr>
              <p:nvPr/>
            </p:nvCxnSpPr>
            <p:spPr>
              <a:xfrm flipH="1">
                <a:off x="9177556" y="3233956"/>
                <a:ext cx="1820411" cy="1656826"/>
              </a:xfrm>
              <a:prstGeom prst="line">
                <a:avLst/>
              </a:prstGeom>
            </p:spPr>
            <p:style>
              <a:lnRef idx="1">
                <a:schemeClr val="dk1"/>
              </a:lnRef>
              <a:fillRef idx="0">
                <a:schemeClr val="dk1"/>
              </a:fillRef>
              <a:effectRef idx="0">
                <a:schemeClr val="dk1"/>
              </a:effectRef>
              <a:fontRef idx="minor">
                <a:schemeClr val="tx1"/>
              </a:fontRef>
            </p:style>
          </p:cxnSp>
          <p:sp>
            <p:nvSpPr>
              <p:cNvPr id="18" name="Oval 17">
                <a:extLst>
                  <a:ext uri="{FF2B5EF4-FFF2-40B4-BE49-F238E27FC236}">
                    <a16:creationId xmlns:a16="http://schemas.microsoft.com/office/drawing/2014/main" id="{2F876F87-35F9-4FF4-A9E7-03577DB6EAE9}"/>
                  </a:ext>
                </a:extLst>
              </p:cNvPr>
              <p:cNvSpPr/>
              <p:nvPr/>
            </p:nvSpPr>
            <p:spPr>
              <a:xfrm>
                <a:off x="7183224" y="1300900"/>
                <a:ext cx="527899" cy="5184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p>
            </p:txBody>
          </p:sp>
          <p:sp>
            <p:nvSpPr>
              <p:cNvPr id="19" name="Oval 18">
                <a:extLst>
                  <a:ext uri="{FF2B5EF4-FFF2-40B4-BE49-F238E27FC236}">
                    <a16:creationId xmlns:a16="http://schemas.microsoft.com/office/drawing/2014/main" id="{D6C18763-EE4C-49F7-BE1E-1F5298877F34}"/>
                  </a:ext>
                </a:extLst>
              </p:cNvPr>
              <p:cNvSpPr/>
              <p:nvPr/>
            </p:nvSpPr>
            <p:spPr>
              <a:xfrm>
                <a:off x="8913607" y="1300899"/>
                <a:ext cx="527899" cy="5184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p>
            </p:txBody>
          </p:sp>
          <p:sp>
            <p:nvSpPr>
              <p:cNvPr id="20" name="Oval 19">
                <a:extLst>
                  <a:ext uri="{FF2B5EF4-FFF2-40B4-BE49-F238E27FC236}">
                    <a16:creationId xmlns:a16="http://schemas.microsoft.com/office/drawing/2014/main" id="{3D8A80E5-C33A-4B9D-9464-D9C16726E9DF}"/>
                  </a:ext>
                </a:extLst>
              </p:cNvPr>
              <p:cNvSpPr/>
              <p:nvPr/>
            </p:nvSpPr>
            <p:spPr>
              <a:xfrm>
                <a:off x="10643989" y="1291471"/>
                <a:ext cx="527899" cy="5184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p>
            </p:txBody>
          </p:sp>
          <p:sp>
            <p:nvSpPr>
              <p:cNvPr id="21" name="Oval 20">
                <a:extLst>
                  <a:ext uri="{FF2B5EF4-FFF2-40B4-BE49-F238E27FC236}">
                    <a16:creationId xmlns:a16="http://schemas.microsoft.com/office/drawing/2014/main" id="{F3C63ED3-27FA-4A7E-A61C-F3E2E4324D7B}"/>
                  </a:ext>
                </a:extLst>
              </p:cNvPr>
              <p:cNvSpPr/>
              <p:nvPr/>
            </p:nvSpPr>
            <p:spPr>
              <a:xfrm>
                <a:off x="7093194" y="2971438"/>
                <a:ext cx="527899" cy="5184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p>
            </p:txBody>
          </p:sp>
          <p:sp>
            <p:nvSpPr>
              <p:cNvPr id="22" name="Oval 21">
                <a:extLst>
                  <a:ext uri="{FF2B5EF4-FFF2-40B4-BE49-F238E27FC236}">
                    <a16:creationId xmlns:a16="http://schemas.microsoft.com/office/drawing/2014/main" id="{108F545C-F29A-4C3B-87DC-990F9AEB2F05}"/>
                  </a:ext>
                </a:extLst>
              </p:cNvPr>
              <p:cNvSpPr/>
              <p:nvPr/>
            </p:nvSpPr>
            <p:spPr>
              <a:xfrm>
                <a:off x="8923031" y="2971437"/>
                <a:ext cx="527899" cy="5184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p>
            </p:txBody>
          </p:sp>
          <p:sp>
            <p:nvSpPr>
              <p:cNvPr id="23" name="Oval 22">
                <a:extLst>
                  <a:ext uri="{FF2B5EF4-FFF2-40B4-BE49-F238E27FC236}">
                    <a16:creationId xmlns:a16="http://schemas.microsoft.com/office/drawing/2014/main" id="{F4783F33-71E6-4B17-92C8-8C1D9F0EAFC3}"/>
                  </a:ext>
                </a:extLst>
              </p:cNvPr>
              <p:cNvSpPr/>
              <p:nvPr/>
            </p:nvSpPr>
            <p:spPr>
              <a:xfrm>
                <a:off x="10738253" y="2971437"/>
                <a:ext cx="527899" cy="5184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p>
            </p:txBody>
          </p:sp>
          <p:sp>
            <p:nvSpPr>
              <p:cNvPr id="24" name="Oval 23">
                <a:extLst>
                  <a:ext uri="{FF2B5EF4-FFF2-40B4-BE49-F238E27FC236}">
                    <a16:creationId xmlns:a16="http://schemas.microsoft.com/office/drawing/2014/main" id="{49682C3C-A7B8-4D86-96B6-5D0DD6134671}"/>
                  </a:ext>
                </a:extLst>
              </p:cNvPr>
              <p:cNvSpPr/>
              <p:nvPr/>
            </p:nvSpPr>
            <p:spPr>
              <a:xfrm>
                <a:off x="7093193" y="4631545"/>
                <a:ext cx="527899" cy="5184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a:t>
                </a:r>
              </a:p>
            </p:txBody>
          </p:sp>
          <p:sp>
            <p:nvSpPr>
              <p:cNvPr id="25" name="Oval 24">
                <a:extLst>
                  <a:ext uri="{FF2B5EF4-FFF2-40B4-BE49-F238E27FC236}">
                    <a16:creationId xmlns:a16="http://schemas.microsoft.com/office/drawing/2014/main" id="{1926B8D8-774F-4F54-B3DF-4772145644E8}"/>
                  </a:ext>
                </a:extLst>
              </p:cNvPr>
              <p:cNvSpPr/>
              <p:nvPr/>
            </p:nvSpPr>
            <p:spPr>
              <a:xfrm>
                <a:off x="8923031" y="4630191"/>
                <a:ext cx="527899" cy="5184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a:t>
                </a:r>
              </a:p>
            </p:txBody>
          </p:sp>
          <p:sp>
            <p:nvSpPr>
              <p:cNvPr id="26" name="TextBox 25">
                <a:extLst>
                  <a:ext uri="{FF2B5EF4-FFF2-40B4-BE49-F238E27FC236}">
                    <a16:creationId xmlns:a16="http://schemas.microsoft.com/office/drawing/2014/main" id="{F4CC0795-5192-4B37-A910-12F6E73A40A8}"/>
                  </a:ext>
                </a:extLst>
              </p:cNvPr>
              <p:cNvSpPr txBox="1"/>
              <p:nvPr/>
            </p:nvSpPr>
            <p:spPr>
              <a:xfrm>
                <a:off x="8087394" y="1291470"/>
                <a:ext cx="449940" cy="369332"/>
              </a:xfrm>
              <a:prstGeom prst="rect">
                <a:avLst/>
              </a:prstGeom>
              <a:noFill/>
            </p:spPr>
            <p:txBody>
              <a:bodyPr wrap="square" rtlCol="0">
                <a:spAutoFit/>
              </a:bodyPr>
              <a:lstStyle/>
              <a:p>
                <a:r>
                  <a:rPr lang="en-US" dirty="0"/>
                  <a:t>12</a:t>
                </a:r>
              </a:p>
            </p:txBody>
          </p:sp>
          <p:sp>
            <p:nvSpPr>
              <p:cNvPr id="27" name="TextBox 26">
                <a:extLst>
                  <a:ext uri="{FF2B5EF4-FFF2-40B4-BE49-F238E27FC236}">
                    <a16:creationId xmlns:a16="http://schemas.microsoft.com/office/drawing/2014/main" id="{92EB0300-867C-45CB-BB14-C31FEE6E2134}"/>
                  </a:ext>
                </a:extLst>
              </p:cNvPr>
              <p:cNvSpPr txBox="1"/>
              <p:nvPr/>
            </p:nvSpPr>
            <p:spPr>
              <a:xfrm>
                <a:off x="9848358" y="1284898"/>
                <a:ext cx="449940" cy="369332"/>
              </a:xfrm>
              <a:prstGeom prst="rect">
                <a:avLst/>
              </a:prstGeom>
              <a:noFill/>
            </p:spPr>
            <p:txBody>
              <a:bodyPr wrap="square" rtlCol="0">
                <a:spAutoFit/>
              </a:bodyPr>
              <a:lstStyle/>
              <a:p>
                <a:r>
                  <a:rPr lang="en-US" dirty="0"/>
                  <a:t>1</a:t>
                </a:r>
              </a:p>
            </p:txBody>
          </p:sp>
          <p:sp>
            <p:nvSpPr>
              <p:cNvPr id="28" name="TextBox 27">
                <a:extLst>
                  <a:ext uri="{FF2B5EF4-FFF2-40B4-BE49-F238E27FC236}">
                    <a16:creationId xmlns:a16="http://schemas.microsoft.com/office/drawing/2014/main" id="{8C0EE46D-E9B5-474D-8D10-8EDC4CCE2953}"/>
                  </a:ext>
                </a:extLst>
              </p:cNvPr>
              <p:cNvSpPr txBox="1"/>
              <p:nvPr/>
            </p:nvSpPr>
            <p:spPr>
              <a:xfrm>
                <a:off x="6996770" y="2210739"/>
                <a:ext cx="449940" cy="369332"/>
              </a:xfrm>
              <a:prstGeom prst="rect">
                <a:avLst/>
              </a:prstGeom>
              <a:noFill/>
            </p:spPr>
            <p:txBody>
              <a:bodyPr wrap="square" rtlCol="0">
                <a:spAutoFit/>
              </a:bodyPr>
              <a:lstStyle/>
              <a:p>
                <a:r>
                  <a:rPr lang="en-US" dirty="0"/>
                  <a:t>10</a:t>
                </a:r>
              </a:p>
            </p:txBody>
          </p:sp>
          <p:sp>
            <p:nvSpPr>
              <p:cNvPr id="29" name="TextBox 28">
                <a:extLst>
                  <a:ext uri="{FF2B5EF4-FFF2-40B4-BE49-F238E27FC236}">
                    <a16:creationId xmlns:a16="http://schemas.microsoft.com/office/drawing/2014/main" id="{82D24974-B145-47F8-94D6-E851C2B7684C}"/>
                  </a:ext>
                </a:extLst>
              </p:cNvPr>
              <p:cNvSpPr txBox="1"/>
              <p:nvPr/>
            </p:nvSpPr>
            <p:spPr>
              <a:xfrm>
                <a:off x="7862193" y="2220877"/>
                <a:ext cx="449940" cy="369332"/>
              </a:xfrm>
              <a:prstGeom prst="rect">
                <a:avLst/>
              </a:prstGeom>
              <a:noFill/>
            </p:spPr>
            <p:txBody>
              <a:bodyPr wrap="square" rtlCol="0">
                <a:spAutoFit/>
              </a:bodyPr>
              <a:lstStyle/>
              <a:p>
                <a:r>
                  <a:rPr lang="en-US" dirty="0"/>
                  <a:t>11</a:t>
                </a:r>
              </a:p>
            </p:txBody>
          </p:sp>
          <p:sp>
            <p:nvSpPr>
              <p:cNvPr id="30" name="TextBox 29">
                <a:extLst>
                  <a:ext uri="{FF2B5EF4-FFF2-40B4-BE49-F238E27FC236}">
                    <a16:creationId xmlns:a16="http://schemas.microsoft.com/office/drawing/2014/main" id="{6B88B998-E4C4-4719-9233-8054089E284A}"/>
                  </a:ext>
                </a:extLst>
              </p:cNvPr>
              <p:cNvSpPr txBox="1"/>
              <p:nvPr/>
            </p:nvSpPr>
            <p:spPr>
              <a:xfrm>
                <a:off x="8812166" y="2198876"/>
                <a:ext cx="449940" cy="369332"/>
              </a:xfrm>
              <a:prstGeom prst="rect">
                <a:avLst/>
              </a:prstGeom>
              <a:noFill/>
            </p:spPr>
            <p:txBody>
              <a:bodyPr wrap="square" rtlCol="0">
                <a:spAutoFit/>
              </a:bodyPr>
              <a:lstStyle/>
              <a:p>
                <a:r>
                  <a:rPr lang="en-US" dirty="0"/>
                  <a:t>16</a:t>
                </a:r>
              </a:p>
            </p:txBody>
          </p:sp>
          <p:sp>
            <p:nvSpPr>
              <p:cNvPr id="31" name="TextBox 30">
                <a:extLst>
                  <a:ext uri="{FF2B5EF4-FFF2-40B4-BE49-F238E27FC236}">
                    <a16:creationId xmlns:a16="http://schemas.microsoft.com/office/drawing/2014/main" id="{89F36AB4-43B1-4DDD-BEA3-E69C129E8289}"/>
                  </a:ext>
                </a:extLst>
              </p:cNvPr>
              <p:cNvSpPr txBox="1"/>
              <p:nvPr/>
            </p:nvSpPr>
            <p:spPr>
              <a:xfrm>
                <a:off x="10042747" y="2171770"/>
                <a:ext cx="449940" cy="369332"/>
              </a:xfrm>
              <a:prstGeom prst="rect">
                <a:avLst/>
              </a:prstGeom>
              <a:noFill/>
            </p:spPr>
            <p:txBody>
              <a:bodyPr wrap="square" rtlCol="0">
                <a:spAutoFit/>
              </a:bodyPr>
              <a:lstStyle/>
              <a:p>
                <a:r>
                  <a:rPr lang="en-US" dirty="0"/>
                  <a:t>2</a:t>
                </a:r>
              </a:p>
            </p:txBody>
          </p:sp>
          <p:sp>
            <p:nvSpPr>
              <p:cNvPr id="32" name="TextBox 31">
                <a:extLst>
                  <a:ext uri="{FF2B5EF4-FFF2-40B4-BE49-F238E27FC236}">
                    <a16:creationId xmlns:a16="http://schemas.microsoft.com/office/drawing/2014/main" id="{BEE9B307-5F23-42A1-A0E2-7AC2738E9275}"/>
                  </a:ext>
                </a:extLst>
              </p:cNvPr>
              <p:cNvSpPr txBox="1"/>
              <p:nvPr/>
            </p:nvSpPr>
            <p:spPr>
              <a:xfrm>
                <a:off x="10976235" y="2168855"/>
                <a:ext cx="449940" cy="369332"/>
              </a:xfrm>
              <a:prstGeom prst="rect">
                <a:avLst/>
              </a:prstGeom>
              <a:noFill/>
            </p:spPr>
            <p:txBody>
              <a:bodyPr wrap="square" rtlCol="0">
                <a:spAutoFit/>
              </a:bodyPr>
              <a:lstStyle/>
              <a:p>
                <a:r>
                  <a:rPr lang="en-US" dirty="0"/>
                  <a:t>3</a:t>
                </a:r>
              </a:p>
            </p:txBody>
          </p:sp>
          <p:sp>
            <p:nvSpPr>
              <p:cNvPr id="33" name="TextBox 32">
                <a:extLst>
                  <a:ext uri="{FF2B5EF4-FFF2-40B4-BE49-F238E27FC236}">
                    <a16:creationId xmlns:a16="http://schemas.microsoft.com/office/drawing/2014/main" id="{9D9BBA80-59C5-4CC0-B8DC-CB38E798FC93}"/>
                  </a:ext>
                </a:extLst>
              </p:cNvPr>
              <p:cNvSpPr txBox="1"/>
              <p:nvPr/>
            </p:nvSpPr>
            <p:spPr>
              <a:xfrm>
                <a:off x="8087394" y="2935732"/>
                <a:ext cx="449940" cy="369332"/>
              </a:xfrm>
              <a:prstGeom prst="rect">
                <a:avLst/>
              </a:prstGeom>
              <a:noFill/>
            </p:spPr>
            <p:txBody>
              <a:bodyPr wrap="square" rtlCol="0">
                <a:spAutoFit/>
              </a:bodyPr>
              <a:lstStyle/>
              <a:p>
                <a:r>
                  <a:rPr lang="en-US" dirty="0"/>
                  <a:t>13</a:t>
                </a:r>
              </a:p>
            </p:txBody>
          </p:sp>
          <p:sp>
            <p:nvSpPr>
              <p:cNvPr id="34" name="TextBox 33">
                <a:extLst>
                  <a:ext uri="{FF2B5EF4-FFF2-40B4-BE49-F238E27FC236}">
                    <a16:creationId xmlns:a16="http://schemas.microsoft.com/office/drawing/2014/main" id="{E6E731EF-9C13-4549-858F-5E77F249E3C2}"/>
                  </a:ext>
                </a:extLst>
              </p:cNvPr>
              <p:cNvSpPr txBox="1"/>
              <p:nvPr/>
            </p:nvSpPr>
            <p:spPr>
              <a:xfrm>
                <a:off x="9811305" y="2935732"/>
                <a:ext cx="449940" cy="369332"/>
              </a:xfrm>
              <a:prstGeom prst="rect">
                <a:avLst/>
              </a:prstGeom>
              <a:noFill/>
            </p:spPr>
            <p:txBody>
              <a:bodyPr wrap="square" rtlCol="0">
                <a:spAutoFit/>
              </a:bodyPr>
              <a:lstStyle/>
              <a:p>
                <a:r>
                  <a:rPr lang="en-US" dirty="0"/>
                  <a:t>15</a:t>
                </a:r>
              </a:p>
            </p:txBody>
          </p:sp>
          <p:sp>
            <p:nvSpPr>
              <p:cNvPr id="35" name="TextBox 34">
                <a:extLst>
                  <a:ext uri="{FF2B5EF4-FFF2-40B4-BE49-F238E27FC236}">
                    <a16:creationId xmlns:a16="http://schemas.microsoft.com/office/drawing/2014/main" id="{3C42770A-D9D2-4683-AD3C-BCD8045E46B9}"/>
                  </a:ext>
                </a:extLst>
              </p:cNvPr>
              <p:cNvSpPr txBox="1"/>
              <p:nvPr/>
            </p:nvSpPr>
            <p:spPr>
              <a:xfrm>
                <a:off x="7018502" y="3964863"/>
                <a:ext cx="449940" cy="369332"/>
              </a:xfrm>
              <a:prstGeom prst="rect">
                <a:avLst/>
              </a:prstGeom>
              <a:noFill/>
            </p:spPr>
            <p:txBody>
              <a:bodyPr wrap="square" rtlCol="0">
                <a:spAutoFit/>
              </a:bodyPr>
              <a:lstStyle/>
              <a:p>
                <a:r>
                  <a:rPr lang="en-US" dirty="0"/>
                  <a:t>9</a:t>
                </a:r>
              </a:p>
            </p:txBody>
          </p:sp>
          <p:sp>
            <p:nvSpPr>
              <p:cNvPr id="36" name="TextBox 35">
                <a:extLst>
                  <a:ext uri="{FF2B5EF4-FFF2-40B4-BE49-F238E27FC236}">
                    <a16:creationId xmlns:a16="http://schemas.microsoft.com/office/drawing/2014/main" id="{EC952B49-4267-4EBD-8824-3FF5D3E443BE}"/>
                  </a:ext>
                </a:extLst>
              </p:cNvPr>
              <p:cNvSpPr txBox="1"/>
              <p:nvPr/>
            </p:nvSpPr>
            <p:spPr>
              <a:xfrm>
                <a:off x="7883925" y="3975001"/>
                <a:ext cx="449940" cy="369332"/>
              </a:xfrm>
              <a:prstGeom prst="rect">
                <a:avLst/>
              </a:prstGeom>
              <a:noFill/>
            </p:spPr>
            <p:txBody>
              <a:bodyPr wrap="square" rtlCol="0">
                <a:spAutoFit/>
              </a:bodyPr>
              <a:lstStyle/>
              <a:p>
                <a:r>
                  <a:rPr lang="en-US" dirty="0"/>
                  <a:t>8</a:t>
                </a:r>
              </a:p>
            </p:txBody>
          </p:sp>
          <p:sp>
            <p:nvSpPr>
              <p:cNvPr id="37" name="TextBox 36">
                <a:extLst>
                  <a:ext uri="{FF2B5EF4-FFF2-40B4-BE49-F238E27FC236}">
                    <a16:creationId xmlns:a16="http://schemas.microsoft.com/office/drawing/2014/main" id="{C34581EF-F34C-4F70-9FB5-686E3E53988A}"/>
                  </a:ext>
                </a:extLst>
              </p:cNvPr>
              <p:cNvSpPr txBox="1"/>
              <p:nvPr/>
            </p:nvSpPr>
            <p:spPr>
              <a:xfrm>
                <a:off x="8833898" y="3953000"/>
                <a:ext cx="449940" cy="369332"/>
              </a:xfrm>
              <a:prstGeom prst="rect">
                <a:avLst/>
              </a:prstGeom>
              <a:noFill/>
            </p:spPr>
            <p:txBody>
              <a:bodyPr wrap="square" rtlCol="0">
                <a:spAutoFit/>
              </a:bodyPr>
              <a:lstStyle/>
              <a:p>
                <a:r>
                  <a:rPr lang="en-US" dirty="0"/>
                  <a:t>14</a:t>
                </a:r>
              </a:p>
            </p:txBody>
          </p:sp>
          <p:sp>
            <p:nvSpPr>
              <p:cNvPr id="38" name="TextBox 37">
                <a:extLst>
                  <a:ext uri="{FF2B5EF4-FFF2-40B4-BE49-F238E27FC236}">
                    <a16:creationId xmlns:a16="http://schemas.microsoft.com/office/drawing/2014/main" id="{C8FF4019-48C0-46D2-ACCF-2DACD1D90CA0}"/>
                  </a:ext>
                </a:extLst>
              </p:cNvPr>
              <p:cNvSpPr txBox="1"/>
              <p:nvPr/>
            </p:nvSpPr>
            <p:spPr>
              <a:xfrm>
                <a:off x="10064479" y="3925894"/>
                <a:ext cx="449940" cy="369332"/>
              </a:xfrm>
              <a:prstGeom prst="rect">
                <a:avLst/>
              </a:prstGeom>
              <a:noFill/>
            </p:spPr>
            <p:txBody>
              <a:bodyPr wrap="square" rtlCol="0">
                <a:spAutoFit/>
              </a:bodyPr>
              <a:lstStyle/>
              <a:p>
                <a:r>
                  <a:rPr lang="en-US" dirty="0"/>
                  <a:t>5</a:t>
                </a:r>
              </a:p>
            </p:txBody>
          </p:sp>
          <p:sp>
            <p:nvSpPr>
              <p:cNvPr id="39" name="TextBox 38">
                <a:extLst>
                  <a:ext uri="{FF2B5EF4-FFF2-40B4-BE49-F238E27FC236}">
                    <a16:creationId xmlns:a16="http://schemas.microsoft.com/office/drawing/2014/main" id="{5C060D51-0CC5-431A-9019-7A6ACC6BD3C3}"/>
                  </a:ext>
                </a:extLst>
              </p:cNvPr>
              <p:cNvSpPr txBox="1"/>
              <p:nvPr/>
            </p:nvSpPr>
            <p:spPr>
              <a:xfrm>
                <a:off x="10997967" y="3922979"/>
                <a:ext cx="449940" cy="369332"/>
              </a:xfrm>
              <a:prstGeom prst="rect">
                <a:avLst/>
              </a:prstGeom>
              <a:noFill/>
            </p:spPr>
            <p:txBody>
              <a:bodyPr wrap="square" rtlCol="0">
                <a:spAutoFit/>
              </a:bodyPr>
              <a:lstStyle/>
              <a:p>
                <a:r>
                  <a:rPr lang="en-US" dirty="0"/>
                  <a:t>4</a:t>
                </a:r>
              </a:p>
            </p:txBody>
          </p:sp>
          <p:sp>
            <p:nvSpPr>
              <p:cNvPr id="40" name="TextBox 39">
                <a:extLst>
                  <a:ext uri="{FF2B5EF4-FFF2-40B4-BE49-F238E27FC236}">
                    <a16:creationId xmlns:a16="http://schemas.microsoft.com/office/drawing/2014/main" id="{D0645E12-6ECD-4D0E-854E-21CB8A00517B}"/>
                  </a:ext>
                </a:extLst>
              </p:cNvPr>
              <p:cNvSpPr txBox="1"/>
              <p:nvPr/>
            </p:nvSpPr>
            <p:spPr>
              <a:xfrm>
                <a:off x="8089624" y="4856333"/>
                <a:ext cx="449940" cy="369332"/>
              </a:xfrm>
              <a:prstGeom prst="rect">
                <a:avLst/>
              </a:prstGeom>
              <a:noFill/>
            </p:spPr>
            <p:txBody>
              <a:bodyPr wrap="square" rtlCol="0">
                <a:spAutoFit/>
              </a:bodyPr>
              <a:lstStyle/>
              <a:p>
                <a:r>
                  <a:rPr lang="en-US" dirty="0"/>
                  <a:t>7</a:t>
                </a:r>
              </a:p>
            </p:txBody>
          </p:sp>
          <p:sp>
            <p:nvSpPr>
              <p:cNvPr id="41" name="TextBox 40">
                <a:extLst>
                  <a:ext uri="{FF2B5EF4-FFF2-40B4-BE49-F238E27FC236}">
                    <a16:creationId xmlns:a16="http://schemas.microsoft.com/office/drawing/2014/main" id="{7451B8F1-C350-4D73-9006-2D266DD3D950}"/>
                  </a:ext>
                </a:extLst>
              </p:cNvPr>
              <p:cNvSpPr txBox="1"/>
              <p:nvPr/>
            </p:nvSpPr>
            <p:spPr>
              <a:xfrm>
                <a:off x="9965115" y="4856333"/>
                <a:ext cx="449940" cy="369332"/>
              </a:xfrm>
              <a:prstGeom prst="rect">
                <a:avLst/>
              </a:prstGeom>
              <a:noFill/>
            </p:spPr>
            <p:txBody>
              <a:bodyPr wrap="square" rtlCol="0">
                <a:spAutoFit/>
              </a:bodyPr>
              <a:lstStyle/>
              <a:p>
                <a:r>
                  <a:rPr lang="en-US" dirty="0"/>
                  <a:t>6</a:t>
                </a:r>
              </a:p>
            </p:txBody>
          </p:sp>
          <p:sp>
            <p:nvSpPr>
              <p:cNvPr id="42" name="Oval 41">
                <a:extLst>
                  <a:ext uri="{FF2B5EF4-FFF2-40B4-BE49-F238E27FC236}">
                    <a16:creationId xmlns:a16="http://schemas.microsoft.com/office/drawing/2014/main" id="{812810A5-DCF2-4AE5-A4C6-FC7187D5125C}"/>
                  </a:ext>
                </a:extLst>
              </p:cNvPr>
              <p:cNvSpPr/>
              <p:nvPr/>
            </p:nvSpPr>
            <p:spPr>
              <a:xfrm>
                <a:off x="10734061" y="4630190"/>
                <a:ext cx="527899" cy="5184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a:t>
                </a:r>
              </a:p>
            </p:txBody>
          </p:sp>
        </p:grpSp>
      </p:grpSp>
      <p:sp>
        <p:nvSpPr>
          <p:cNvPr id="43" name="TextBox 42">
            <a:extLst>
              <a:ext uri="{FF2B5EF4-FFF2-40B4-BE49-F238E27FC236}">
                <a16:creationId xmlns:a16="http://schemas.microsoft.com/office/drawing/2014/main" id="{48D9B961-3F74-49FA-A87B-597F54F8A120}"/>
              </a:ext>
            </a:extLst>
          </p:cNvPr>
          <p:cNvSpPr txBox="1"/>
          <p:nvPr/>
        </p:nvSpPr>
        <p:spPr>
          <a:xfrm>
            <a:off x="1327383" y="5768228"/>
            <a:ext cx="4468770" cy="369332"/>
          </a:xfrm>
          <a:prstGeom prst="rect">
            <a:avLst/>
          </a:prstGeom>
          <a:noFill/>
        </p:spPr>
        <p:txBody>
          <a:bodyPr wrap="square" rtlCol="0">
            <a:spAutoFit/>
          </a:bodyPr>
          <a:lstStyle/>
          <a:p>
            <a:r>
              <a:rPr lang="en-US" dirty="0"/>
              <a:t>Suppose we start from the vertex A.</a:t>
            </a:r>
          </a:p>
        </p:txBody>
      </p:sp>
    </p:spTree>
    <p:extLst>
      <p:ext uri="{BB962C8B-B14F-4D97-AF65-F5344CB8AC3E}">
        <p14:creationId xmlns:p14="http://schemas.microsoft.com/office/powerpoint/2010/main" val="165329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1501</TotalTime>
  <Words>248</Words>
  <Application>Microsoft Office PowerPoint</Application>
  <PresentationFormat>Widescreen</PresentationFormat>
  <Paragraphs>71</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等线</vt:lpstr>
      <vt:lpstr>Arial</vt:lpstr>
      <vt:lpstr>Calibri</vt:lpstr>
      <vt:lpstr>Calibri Light</vt:lpstr>
      <vt:lpstr>Cambria Math</vt:lpstr>
      <vt:lpstr>Times New Roman</vt:lpstr>
      <vt:lpstr>Office Theme</vt:lpstr>
      <vt:lpstr>Tutorial 7</vt:lpstr>
      <vt:lpstr>Prim’s Algorithm - Q1  Let w be a weight function on the graph above such that   w(a,b)=14  w(a,c)=8 w(a,d)=5  w(b,e)=5  w(b,f)=15  w(c,d)=8 w(c,g)=11  w(d,g)=5  w(d,h)=5  w(e,f)=7 w(e,i)=8  w(f,g)=9 Track Prim’s algorithm to find the MST. Suppose we start from the vertex c. Please clearly give the key value, predecessor, color of each vertex and the partial MST after each iteration. </vt:lpstr>
      <vt:lpstr>Q2 – Compute Bi-Component (Tutorial 6 continued)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6</dc:title>
  <dc:creator>UIC</dc:creator>
  <cp:lastModifiedBy>UIC</cp:lastModifiedBy>
  <cp:revision>6</cp:revision>
  <dcterms:created xsi:type="dcterms:W3CDTF">2026-04-17T09:05:22Z</dcterms:created>
  <dcterms:modified xsi:type="dcterms:W3CDTF">2026-04-21T01:47:00Z</dcterms:modified>
</cp:coreProperties>
</file>