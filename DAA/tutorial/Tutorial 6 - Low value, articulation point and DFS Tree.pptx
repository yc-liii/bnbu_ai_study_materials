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EA5D-3360-4515-AE19-19764D78D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1C769-2FFF-423D-BC6E-C62EDEE00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BCF68-F735-4B21-B7D3-524C251A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7E888-1756-42E1-9060-6F140913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231EC-2FA8-4992-9AFD-EA27AC9F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891E-8E14-42E6-A71B-93710761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B56A9-F21E-4CAA-92AF-62257B817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B5E17-D94B-4EC6-85FE-1C9F6E87B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C1A5D-2974-45B5-889F-D6482F3C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8EE9E-C735-4816-8561-E5D177A5A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69F6-44C8-4911-A686-B0D07E018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AEA55-662B-40FB-A8F4-861606090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189ED-74F0-4AED-8561-7FDDB909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2D483-BAA8-42A4-A4ED-F6AF3E19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4B74E-7BA5-469E-BECD-B25FA799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3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9F35-079E-44B3-9AAD-D5F99D810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010E5-8D50-4F87-B88B-6E0BD1ABA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ED2BE-5CBD-4546-B56D-20352CF5A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D175A-1BAA-4190-9036-AD363D20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9108D-CE95-4AA5-A941-E9906FA8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DD423-D135-458C-99CC-9258BFE1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1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4840-A0F6-4DB3-A175-0FBFCBEE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1DFD2-30BA-4CF8-A516-7D79F7988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4A5D2-E6C0-4C27-922E-621BB2184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80C337-2D2E-424F-87EE-7F02A7785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57094-2E76-4AB2-AA42-618199C7B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588816-A73B-4A17-885A-621B1F7F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9B87B-4BFD-4113-9B88-CA780CCBE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3C3EE4-A748-408E-82C4-526A3FDF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8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2DD2-35EA-4C3C-91B1-E3011134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18CBC-F068-4FC8-9918-650F2159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394F7-0160-4243-AD32-5707BC13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BFA6A-4070-46A6-9A04-369FECEF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2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6B227-5D3E-413C-94F0-AB3B7E05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6BA79-2A0B-476A-A9A3-E58F8D144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3BC00-AAEF-49FB-8F69-594908EA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7AE3-8C02-4FF1-B06E-F2684463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F0545-7C29-49C2-BE4C-933F6282A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080E9-CAAC-486C-A738-CF9FB5458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5735C-8571-4F46-8698-2371054D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0DDDC-2148-4C2F-9B25-A0E227B7E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77E88-B50A-40C1-9253-183C654D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1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A109-246F-4506-B920-A33CF6B09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C46C-4DE3-4313-B237-EE0D9CE2A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47A26-0702-417E-96C3-EA71E89E0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B2194-1FD3-4B83-BE3A-95415A4B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E99E2-9E5E-4ADD-80DD-F228B2FB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B8FD3-A5B6-4D0A-8DF1-583409CA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3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7834-34EF-4B64-BAF5-32D964C7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44C1C-4499-4EDF-8F5A-9BCCDEB03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B6886-DE36-4356-81AC-28197433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CB847-1B29-4E57-A606-20E8BF2C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5DD99-3E94-4CE5-99BB-F08E26F1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3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BA089-88C2-4F35-A893-E9FA118AE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31576-E720-4601-8738-649FB8ACB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89ADB-FF3B-4EB5-9BD6-1C2DAA911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971F1-ACE2-4354-85C0-31606B818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DC30E-C24C-456C-A97D-AFBC281A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8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E114A-412E-4424-9FEB-C8458D4A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54E2A-0B4D-4E7F-8488-DCA4399CB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269E0-0E29-426D-942E-0415A0AA0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57E2D-BFB9-4783-B1C7-430EE682E792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B797B-160F-4962-9CB2-CE4A6F601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E06DE-5C73-4B67-B60B-2CB7FAAFB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B9225-85A0-4F46-8897-F906A001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9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FB38EA-4D00-4315-9626-19A789F9C373}"/>
              </a:ext>
            </a:extLst>
          </p:cNvPr>
          <p:cNvSpPr/>
          <p:nvPr/>
        </p:nvSpPr>
        <p:spPr>
          <a:xfrm>
            <a:off x="3733101" y="2590100"/>
            <a:ext cx="3707934" cy="32150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977B490-60B2-40F9-AB37-6DA676F3F9A9}"/>
              </a:ext>
            </a:extLst>
          </p:cNvPr>
          <p:cNvSpPr/>
          <p:nvPr/>
        </p:nvSpPr>
        <p:spPr>
          <a:xfrm>
            <a:off x="7554286" y="1636609"/>
            <a:ext cx="1904301" cy="181202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10AB78-C15D-4D20-8E4B-CBE19ED0C1B5}"/>
              </a:ext>
            </a:extLst>
          </p:cNvPr>
          <p:cNvCxnSpPr/>
          <p:nvPr/>
        </p:nvCxnSpPr>
        <p:spPr>
          <a:xfrm>
            <a:off x="3733101" y="2590100"/>
            <a:ext cx="1853967" cy="421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CAC7EC-524A-4640-B333-C076A8ED4266}"/>
              </a:ext>
            </a:extLst>
          </p:cNvPr>
          <p:cNvCxnSpPr/>
          <p:nvPr/>
        </p:nvCxnSpPr>
        <p:spPr>
          <a:xfrm flipH="1">
            <a:off x="5587068" y="2590100"/>
            <a:ext cx="1853967" cy="413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BEA5C2-5B75-4B47-9902-BDD1B7D3E973}"/>
              </a:ext>
            </a:extLst>
          </p:cNvPr>
          <p:cNvCxnSpPr/>
          <p:nvPr/>
        </p:nvCxnSpPr>
        <p:spPr>
          <a:xfrm flipH="1">
            <a:off x="3733100" y="5358467"/>
            <a:ext cx="1853967" cy="413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90C6C1-7803-42D0-9AD9-7B0BA77077F8}"/>
              </a:ext>
            </a:extLst>
          </p:cNvPr>
          <p:cNvCxnSpPr/>
          <p:nvPr/>
        </p:nvCxnSpPr>
        <p:spPr>
          <a:xfrm>
            <a:off x="5587068" y="5350078"/>
            <a:ext cx="1853967" cy="421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84A150-6C86-422B-BAC4-45896FD9610D}"/>
              </a:ext>
            </a:extLst>
          </p:cNvPr>
          <p:cNvCxnSpPr/>
          <p:nvPr/>
        </p:nvCxnSpPr>
        <p:spPr>
          <a:xfrm flipH="1">
            <a:off x="6837027" y="2590100"/>
            <a:ext cx="604008" cy="656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0F880C-0898-45DE-9840-44256B5BA87B}"/>
              </a:ext>
            </a:extLst>
          </p:cNvPr>
          <p:cNvCxnSpPr/>
          <p:nvPr/>
        </p:nvCxnSpPr>
        <p:spPr>
          <a:xfrm flipH="1">
            <a:off x="6652470" y="3263318"/>
            <a:ext cx="159390" cy="7550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983808-5E5C-45F5-AC70-642EE3921603}"/>
              </a:ext>
            </a:extLst>
          </p:cNvPr>
          <p:cNvCxnSpPr>
            <a:cxnSpLocks/>
          </p:cNvCxnSpPr>
          <p:nvPr/>
        </p:nvCxnSpPr>
        <p:spPr>
          <a:xfrm flipH="1" flipV="1">
            <a:off x="3254928" y="2038525"/>
            <a:ext cx="478173" cy="5515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3429000" y="2286001"/>
            <a:ext cx="469783" cy="494950"/>
            <a:chOff x="10142290" y="2256639"/>
            <a:chExt cx="469783" cy="4949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</a:t>
              </a:r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E0FA8B1-C78F-4FBA-B998-BCCE5054804F}"/>
              </a:ext>
            </a:extLst>
          </p:cNvPr>
          <p:cNvGrpSpPr/>
          <p:nvPr/>
        </p:nvGrpSpPr>
        <p:grpSpPr>
          <a:xfrm>
            <a:off x="7173567" y="2265029"/>
            <a:ext cx="469783" cy="494950"/>
            <a:chOff x="10142290" y="2256639"/>
            <a:chExt cx="469783" cy="49495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2873E56-FEC7-4E10-AC0C-EADEC4FE820F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373235-7167-4B11-A218-3DBBCF983A97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BC0873-016C-4045-B9CB-0EED929291F4}"/>
              </a:ext>
            </a:extLst>
          </p:cNvPr>
          <p:cNvGrpSpPr/>
          <p:nvPr/>
        </p:nvGrpSpPr>
        <p:grpSpPr>
          <a:xfrm>
            <a:off x="5290573" y="2759979"/>
            <a:ext cx="469783" cy="494950"/>
            <a:chOff x="10142290" y="2256639"/>
            <a:chExt cx="469783" cy="49495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27D4D35-DEDC-4204-A534-AEBBD52C2394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34B387-2D6A-4E19-B883-754555215DE9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6602135" y="3007454"/>
            <a:ext cx="469783" cy="494950"/>
            <a:chOff x="10142290" y="2256639"/>
            <a:chExt cx="469783" cy="49495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D</a:t>
              </a:r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6360252" y="3967994"/>
            <a:ext cx="469783" cy="494950"/>
            <a:chOff x="10142290" y="2256639"/>
            <a:chExt cx="469783" cy="49495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E</a:t>
              </a:r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3494014" y="5515007"/>
            <a:ext cx="469783" cy="494950"/>
            <a:chOff x="10142290" y="2256639"/>
            <a:chExt cx="469783" cy="49495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L</a:t>
              </a:r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5352175" y="5038727"/>
            <a:ext cx="469783" cy="494950"/>
            <a:chOff x="10142290" y="2256639"/>
            <a:chExt cx="469783" cy="49495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J</a:t>
              </a:r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7166575" y="5515007"/>
            <a:ext cx="469783" cy="494950"/>
            <a:chOff x="10142290" y="2256639"/>
            <a:chExt cx="469783" cy="49495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M</a:t>
              </a:r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8282814" y="3201156"/>
            <a:ext cx="469783" cy="494950"/>
            <a:chOff x="10142290" y="2256639"/>
            <a:chExt cx="469783" cy="49495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H</a:t>
              </a:r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9200822" y="2295145"/>
            <a:ext cx="469783" cy="494950"/>
            <a:chOff x="10142290" y="2256639"/>
            <a:chExt cx="469783" cy="4949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K</a:t>
              </a:r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8309296" y="1373111"/>
            <a:ext cx="469783" cy="494950"/>
            <a:chOff x="10142290" y="2256639"/>
            <a:chExt cx="469783" cy="49495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G</a:t>
              </a:r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2854354" y="1611442"/>
            <a:ext cx="469783" cy="494950"/>
            <a:chOff x="10142290" y="2256639"/>
            <a:chExt cx="469783" cy="49495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I</a:t>
              </a:r>
              <a:endParaRPr lang="en-US" dirty="0"/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989EAF-5F94-4D3B-857C-B3BE2F794D9B}"/>
              </a:ext>
            </a:extLst>
          </p:cNvPr>
          <p:cNvCxnSpPr>
            <a:endCxn id="43" idx="0"/>
          </p:cNvCxnSpPr>
          <p:nvPr/>
        </p:nvCxnSpPr>
        <p:spPr>
          <a:xfrm flipH="1">
            <a:off x="8517706" y="1868061"/>
            <a:ext cx="26481" cy="13330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4FC2A2C-AF38-482C-94C1-C626B8B19CF8}"/>
              </a:ext>
            </a:extLst>
          </p:cNvPr>
          <p:cNvCxnSpPr>
            <a:stCxn id="49" idx="7"/>
          </p:cNvCxnSpPr>
          <p:nvPr/>
        </p:nvCxnSpPr>
        <p:spPr>
          <a:xfrm flipV="1">
            <a:off x="8710281" y="1267787"/>
            <a:ext cx="598283" cy="1778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C3463B9-129C-4084-9EA9-2B88F25A6AF4}"/>
              </a:ext>
            </a:extLst>
          </p:cNvPr>
          <p:cNvGrpSpPr/>
          <p:nvPr/>
        </p:nvGrpSpPr>
        <p:grpSpPr>
          <a:xfrm>
            <a:off x="9239766" y="1074763"/>
            <a:ext cx="469783" cy="494950"/>
            <a:chOff x="10142290" y="2256639"/>
            <a:chExt cx="469783" cy="49495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8D62DC2-9ACC-4FAE-81C6-9C8E065C8C5D}"/>
                </a:ext>
              </a:extLst>
            </p:cNvPr>
            <p:cNvSpPr/>
            <p:nvPr/>
          </p:nvSpPr>
          <p:spPr>
            <a:xfrm>
              <a:off x="10142290" y="2256639"/>
              <a:ext cx="469783" cy="4949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TextBox 18">
              <a:extLst>
                <a:ext uri="{FF2B5EF4-FFF2-40B4-BE49-F238E27FC236}">
                  <a16:creationId xmlns:a16="http://schemas.microsoft.com/office/drawing/2014/main" id="{4A5B49C9-1339-4B71-8346-BBA1738A13D1}"/>
                </a:ext>
              </a:extLst>
            </p:cNvPr>
            <p:cNvSpPr txBox="1"/>
            <p:nvPr/>
          </p:nvSpPr>
          <p:spPr>
            <a:xfrm>
              <a:off x="10228976" y="2315361"/>
              <a:ext cx="282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F</a:t>
              </a:r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FDF022-A9C3-4E5C-9982-68152C35A297}"/>
                  </a:ext>
                </a:extLst>
              </p:cNvPr>
              <p:cNvSpPr txBox="1"/>
              <p:nvPr/>
            </p:nvSpPr>
            <p:spPr>
              <a:xfrm>
                <a:off x="587228" y="251670"/>
                <a:ext cx="754170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altLang="zh-CN" b="0" i="0" dirty="0">
                    <a:solidFill>
                      <a:srgbClr val="2C2C36"/>
                    </a:solidFill>
                    <a:effectLst/>
                    <a:latin typeface="-apple-system"/>
                  </a:rPr>
                  <a:t>T</a:t>
                </a:r>
                <a:r>
                  <a:rPr lang="en-US" b="0" i="0" dirty="0">
                    <a:solidFill>
                      <a:srgbClr val="2C2C36"/>
                    </a:solidFill>
                    <a:effectLst/>
                    <a:latin typeface="-apple-system"/>
                  </a:rPr>
                  <a:t>raverse the graph in alphabetical order and find the DFS tree rooted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C2C36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i="0" dirty="0">
                    <a:solidFill>
                      <a:srgbClr val="2C2C36"/>
                    </a:solidFill>
                    <a:effectLst/>
                    <a:latin typeface="-apple-system"/>
                  </a:rPr>
                  <a:t>.</a:t>
                </a:r>
                <a:endParaRPr lang="en-US" dirty="0"/>
              </a:p>
              <a:p>
                <a:pPr marL="342900" indent="-342900">
                  <a:buAutoNum type="arabicParenBoth"/>
                </a:pPr>
                <a:r>
                  <a:rPr lang="en-US" altLang="zh-CN" dirty="0"/>
                  <a:t>Compute the Low value of all the vertices.</a:t>
                </a:r>
              </a:p>
              <a:p>
                <a:pPr marL="342900" indent="-342900">
                  <a:buAutoNum type="arabicParenBoth"/>
                </a:pPr>
                <a:r>
                  <a:rPr lang="en-US" dirty="0"/>
                  <a:t>List all the articulation points.</a:t>
                </a:r>
              </a:p>
              <a:p>
                <a:pPr marL="342900" indent="-342900">
                  <a:buAutoNum type="arabicParenBoth"/>
                </a:pPr>
                <a:r>
                  <a:rPr lang="en-US" dirty="0"/>
                  <a:t>Find </a:t>
                </a:r>
                <a:r>
                  <a:rPr lang="en-US"/>
                  <a:t>all the </a:t>
                </a:r>
                <a:r>
                  <a:rPr lang="en-US" dirty="0"/>
                  <a:t>biconnected components.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FDF022-A9C3-4E5C-9982-68152C35A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28" y="251670"/>
                <a:ext cx="7541703" cy="1200329"/>
              </a:xfrm>
              <a:prstGeom prst="rect">
                <a:avLst/>
              </a:prstGeom>
              <a:blipFill>
                <a:blip r:embed="rId2"/>
                <a:stretch>
                  <a:fillRect l="-647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310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49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-apple-system</vt:lpstr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UIC</dc:creator>
  <cp:lastModifiedBy>UIC</cp:lastModifiedBy>
  <cp:revision>8</cp:revision>
  <dcterms:created xsi:type="dcterms:W3CDTF">2025-02-26T06:51:23Z</dcterms:created>
  <dcterms:modified xsi:type="dcterms:W3CDTF">2025-03-25T05:38:50Z</dcterms:modified>
</cp:coreProperties>
</file>