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92" r:id="rId3"/>
    <p:sldId id="293" r:id="rId4"/>
    <p:sldId id="299" r:id="rId5"/>
    <p:sldId id="294" r:id="rId6"/>
    <p:sldId id="274" r:id="rId7"/>
    <p:sldId id="275" r:id="rId8"/>
    <p:sldId id="276" r:id="rId9"/>
    <p:sldId id="278" r:id="rId10"/>
    <p:sldId id="277" r:id="rId11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IC" initials="U" lastIdx="1" clrIdx="0">
    <p:extLst>
      <p:ext uri="{19B8F6BF-5375-455C-9EA6-DF929625EA0E}">
        <p15:presenceInfo xmlns:p15="http://schemas.microsoft.com/office/powerpoint/2012/main" userId="UI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644"/>
    <a:srgbClr val="44AA5F"/>
    <a:srgbClr val="3333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57" autoAdjust="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1:44.650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0,'11'1,"-1"0,1 1,0 1,13 4,9 2,11 1,13 4,0-3,1-3,84 3,-39-14,150 6,-189 7,-53-7,0 0,0-1,0-1,0 0,1 0,-1-1,1-1,21-3,141-33,-127 32,0 2,82 5,-70 1,61-6,-30-9,-51 6,57-2,-93 8,33-1,0 1,0 2,69 14,-63-9,0-2,0-2,0-1,59-6,1 1,-56 5,83 14,-121-15,38 8,-33-5,0-2,0 1,0-2,1 1,-1-2,0 0,1-1,16-2,18-9,1 3,1 2,73-2,-94 9,0-1,1-1,45-10,-51 9,0 0,0 1,34 2,-29 1,46-5,-75 4,1 0,-1 0,0 0,1 0,-1 0,1 0,-1 0,0 0,1 0,-1 0,0 0,1 0,-1 0,0-1,1 1,-1 0,0 0,0 0,1 0,-1-1,0 1,1 0,-1 0,0-1,0 1,1 0,-1 0,0-1,0 1,0 0,0-1,1 1,-1 0,0-1,0 1,0 0,0-1,0 1,0 0,0-1,0 1,0-1,-4-4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1:46.67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24 0,'-3'2,"10"3,16 7,-11-6,163 88,-174-93,0-1,1 1,-1-1,1 1,-1 0,0-1,0 1,1 0,-1 0,0 0,0 0,0 0,0 0,0 0,0 1,0-1,-1 0,1 0,0 1,-1-1,1 0,-1 1,1 2,-1-3,0 1,-1 0,1-1,-1 1,1-1,-1 1,0-1,1 1,-1-1,0 0,0 1,0-1,0 0,0 0,0 0,-1 0,-1 2,-5 3,-1 0,0-1,0 0,0-1,-14 5,-118 43,139-51,1-1,0 1,-1-1,1 1,0-1,-1 1,1-1,-1 0,1 0,0 0,-1 0,1 0,-1 0,1 0,-1-1,1 1,0 0,-1-1,-1 0,-5-6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1:54.40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1934,'0'-6,"0"-42,9-76,-6 108,0 0,1 0,1 0,1 0,0 1,0 0,2 0,13-20,13-30,-30 53,2 0,0 0,0 1,1 0,10-14,-6 10,0 0,-1 0,-1-1,-1-1,-1 1,0-1,-1-1,0 1,-2-1,3-19,7-19,36-140,-35 145,3 1,2 1,36-66,-43 86,-2 0,11-45,-14 45,1 1,22-48,-26 69,-1 0,1 0,1 0,-1 1,1 0,10-8,-11 10,0 0,-1 0,1-1,-1 1,0-1,0 0,0 0,-1-1,0 1,0-1,0 1,-1-1,3-8,0-10,-2 6,2 0,-1 0,2 0,1 1,12-27,4 3,-16 27,1-1,0 1,21-25,-25 35,1-1,0 1,0 0,0 0,0 0,0 1,1 0,0 0,0 0,0 1,0 0,0 0,12-2,-4 2,-1 0,1 1,-1 0,1 2,-1-1,1 1,-1 1,20 5,-24-4,-1 0,1 1,-1 0,0 0,0 1,-1-1,1 2,-1-1,0 1,-1 0,0 1,1-1,7 14,33 35,-37-45,-1 0,0 0,-1 1,0 0,0 0,8 20,-14-27,22 54,-2 1,16 67,-32-98,2 0,2 0,22 47,-22-50,-1 1,-1 0,-2 0,0 1,2 46,-4-35,18 72,-4-49,13 76,8 33,-7-36,-20-82,2-1,2 0,31 67,-4-5,-30-73,30 61,-34-84,-1 0,-1 1,-1 0,-1 1,0-1,3 34,6 2,-49-131,17 49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1:55.95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66 0,'0'5,"0"9,-9 3,-2 3,0 2,-2-3,1 0,3-3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1:56.30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15 0,'0'5,"0"9,0 7,-4 1,-2 4,1-2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1:56.63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1,'0'4,"0"11,0 2</inkml:trace>
  <inkml:trace contextRef="#ctx0" brushRef="#br0" timeOffset="1">51 179,'0'4,"0"6,0 6,0 4,-4-2,-2 2,0-4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1:56.976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25 1,'0'4,"0"10,0 3</inkml:trace>
  <inkml:trace contextRef="#ctx0" brushRef="#br0" timeOffset="1">0 229,'0'5,"0"1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1:57.29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0,'0'4,"0"7,0 4,0 5,0-1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01.416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1,'14'0,"-3"-1,0 2,0-1,0 1,14 3,-21-3,0 1,0-1,0 1,0-1,0 1,-1 1,1-1,-1 0,1 1,-1 0,0 0,0 0,0 0,0 0,0 0,2 5,4 9,0 1,-1 0,-1 1,0-1,-2 1,0 1,-1-1,-1 1,1 32,-4-41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01.87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312 0,'-7'2,"0"0,0 1,0-1,1 1,0 1,-1-1,1 1,0 0,1 0,-8 8,-11 6,-9 4,-35 31,57-44,1 1,1 0,0 0,0 1,1 0,0 0,-7 15,-16 28,31-54,0 0,1 0,-1 0,0 0,0-1,0 1,0 0,0 0,1 0,-1 0,0 0,0 0,0 0,0 0,0 0,1 0,-1 0,0 0,0 0,0 0,0 0,1 0,-1 0,0 0,0 0,0 0,0 0,1 0,-1 0,0 0,0 0,0 0,0 0,0 0,1 0,-1 0,0 1,0-1,0 0,0 0,0 0,0 0,0 0,1 0,-1 1,0-1,0 0,0 0,0 0,0 0,0 1,0-1,0 0,0 0,0 0,0 1,7-9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1:39.38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136 0,'-3'0,"0"1,1 0,-1 0,1-1,-1 2,1-1,0 0,-1 0,1 1,0-1,0 1,0 0,0-1,0 1,0 0,-1 3,-29 38,28-37,-5 8,1 0,1 0,0 1,1 0,0 0,1 1,-5 30,10-46,0 0,0 0,0 0,0 0,-1 1,1-1,0 0,0 0,0 0,0 0,0 1,0-1,0 0,0 0,0 0,0 0,0 1,0-1,0 0,0 0,0 0,0 1,0-1,0 0,0 0,0 0,0 1,0-1,0 0,0 0,0 0,0 0,0 1,0-1,1 0,-1 0,0 0,0 0,0 0,0 1,0-1,0 0,1 0,-1 0,0 0,0 0,0 0,1 0,-1 0,0 0,0 0,0 0,0 1,1-1,-1 0,0 0,0 0,1-1,10-11,9-21,19-58,-33 72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1:39.706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12,'0'-9,"0"6,8 4,8 1,1 5,-3 5,1 1,-2 2,1 4,2 2,-6-2,-8-5,-5-8,-7-6,-1-3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1:41.196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3 0,'0'6,"1"0,1-1,-1 1,1-1,0 1,0-1,1 1,5 8,10 25,-11-6,-2 0,-1 1,-2-1,-1 1,-5 48,1 9,1-74,0 1,-1 0,0 0,-2-1,-7 19,6-18,1 0,0 0,1 1,-2 34,5 809,4-379,-3-332,0-150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03.728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165 28,'0'-1,"0"-1,1 1,-1 0,0 0,0-1,0 1,0 0,0 0,-1-1,1 1,0 0,0 0,-1-1,1 1,-1 0,1 0,-1 0,0 0,1 0,-3-2,3 3,-1 0,0 1,0-1,0 1,0-1,1 1,-1-1,0 1,0-1,1 1,-1 0,0-1,1 1,-1 0,1 0,-1 0,1-1,-1 1,1 0,-1 1,-23 57,1 84,20-117,0 1,1-1,4 42,-1-44,0 0,-2 1,-1-1,-5 26,7-47,-1-1,1 0,-1 1,0-1,0 0,0 1,0-1,0 0,0 0,-1 0,1 0,-1 0,1 0,-1-1,0 1,-2 1,2-2,1 0,-1-1,1 1,-1-1,1 0,-1 1,0-1,1 0,-1 0,1 0,-1 0,0 0,1-1,-1 1,1 0,-1-1,1 1,-1-1,1 1,-1-1,1 0,-1 0,1 0,-2-1,-18-13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04.09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1,'5'4,"5"2,10-1,6 0,-2 2,0 1,0-2,0-1,0-6,1-3,0 0,0-1,0 2,-4-4,-1 0,-4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04.45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103 1,'0'4,"-8"2,-4 4,-3 4,0 5,4 3,-2-2,2 0,3 0,2 7,3 1,6 6,7-3,10-7,2-8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04.79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12,'0'-5,"5"0,0 4,5 2,5 1,3 5,4 5,-2 5,0 0,-4 5,-4 4,0-3,-2 3,-3-3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05.12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139 1,'-5'0,"-1"4,1 6,-4 2,0 2,-3 3,1 4,-2-2,1 0,-2-4,2 1,2 6,-1-1,2-4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05.48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82 1,'2'0,"-1"1,0-1,0 1,0 0,0-1,0 1,0 0,0 0,0 0,0 0,0 0,0 0,-1 0,1 0,0 0,-1 0,1 0,-1 0,2 3,11 30,-10-25,1 3,0 1,-1-1,0 1,-1 0,-1 0,0 0,0 0,-4 25,2-30,0 0,0 0,-1 0,0-1,-1 1,1-1,-2 1,1-1,-1 0,0 0,0-1,-1 1,0-1,0 0,-10 9,-41 34,41-35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07.36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11 0,'-10'3,"18"3,21 5,174 10,-182-18,-1-1,1-1,30-3,-35 0,1 1,0 1,-1 1,1 0,-1 1,24 6,-21-2,1-2,0-1,30 2,10 1,-50-3,-15-1,-19-1,8-4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08.196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1,'8'0,"4"-1,-1 1,1 1,-1 0,1 1,15 4,-25-6,-1 1,1-1,-1 1,1 0,-1-1,1 1,-1 0,0 0,1 0,-1 0,0 0,0 0,0 1,0-1,0 0,0 1,0-1,0 0,0 3,-1-2,1 0,-1 1,0-1,0 0,0 1,-1-1,1 0,-1 1,1-1,-1 0,0 0,1 1,-1-1,0 0,-1 0,1 0,-2 3,-2 0,1 0,-1 0,-1 0,1 0,-12 7,13-10,0 1,0 0,0-1,0 2,0-1,1 0,-1 1,1 0,0-1,0 1,1 1,-3 3,5-7,0 0,0-1,0 1,0 0,0 0,0-1,1 1,-1 0,0-1,0 1,1 0,-1-1,0 1,1-1,-1 1,1-1,-1 1,1-1,-1 1,1-1,-1 1,1-1,-1 1,1-1,0 0,-1 1,1-1,0 0,-1 0,1 1,0-1,-1 0,1 0,0 0,-1 0,2 0,31 3,-30-3,13 1,-1-1,1 0,25-5,-18-1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11.08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30 0,'-1'4,"0"0,0 0,0 0,0 0,-1 0,1 0,-1-1,-3 6,3-7,0 1,0 0,1-1,0 1,-1 0,1 0,0 0,0 0,1 0,-1 0,1 0,-1 0,1 0,0 5,2-10,0 1,-1-1,1 1,-1-1,0 0,1 0,-1 0,0 1,0-1,0 0,0 0,0-3,1 0,0 1,1 1,-1-1,1 0,-1 1,1-1,0 1,0 0,1 0,-1 0,6-4,-8 7,0-1,0 0,0 1,1 0,-1-1,0 1,0-1,0 1,0 0,1 0,-1 0,0 0,0 0,0 0,1 0,-1 0,0 0,0 1,0-1,0 0,1 1,-1-1,0 1,0-1,0 1,0 0,0-1,0 1,0 0,0 0,-1 0,1-1,0 1,0 0,-1 0,1 0,0 0,-1 1,1-1,-1 0,1 0,-1 0,0 0,0 0,1 1,-1 1,14 53,-7-31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11.42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0,'9'0,"7"4,5 2,-1-1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11.77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0,'0'5,"0"9,0 8,0 7,0 5,0-5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12.09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0,'0'4,"0"11,0 6,0 4,0 3,0 0,0 0,0-5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14.28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32,'0'-8,"4"-4,7 1,0 11,3 5,-5 2,-4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17.28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179 1,'-3'0,"1"1,-1 0,1 0,-1 0,1 0,0 1,-1-1,1 0,0 1,0 0,0-1,0 1,0 0,1 0,-1 0,0 0,1 0,0 1,-1-1,1 0,-1 4,-21 53,-4 82,24-119,1 0,0-1,3 32,0-33,-1 0,0 0,-2 0,-4 22,5-38,-1 1,1-1,-1 0,0 0,0 1,-1-1,1-1,-1 1,0 0,0-1,-4 5,6-7,1-1,-1 1,0-1,1 1,-1-1,0 1,0-1,1 0,-1 1,0-1,0 0,0 0,1 0,-1 1,0-1,0 0,0 0,0 0,1 0,-1 0,0 0,0-1,0 1,-1 0,1-1,0-1,-1 1,1 0,0 0,0 0,0-1,0 1,0-1,0 1,0-1,0 1,1-1,-1 1,1-1,-1 0,1 1,-1-3,-3-13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17.63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0,'0'5,"4"0,6 1,2 2,2 1,3-1,4-3,2-1,2 2,0 1,1-2,0-1,-4-5,-2-3,0-1,-3 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17.976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69 0,'0'5,"-8"1,-4 4,1 4,2 5,3 2,2 4,-2-4,-1-1,1 1,7-3,2-1,1-3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18.33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0,'4'0,"7"0,4 0,1 5,1 0,-2 5,1 0,-2 3,-4 4,1-2,-2 2,3 1,-2 3,-2 2,-2-3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18.67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82 76,'0'-4,"0"-6,0 3,-4 8,-2 7,-4 6,0 7,-3 2,1 3,-2-4,2-5</inkml:trace>
  <inkml:trace contextRef="#ctx0" brushRef="#br0" timeOffset="1">209 0,'9'0,"3"5,-1 5,2 1,-1 3,-3 4,-3 3,-2 1,-2 3,-5-4,-3-1,0 1,-8 1,-1 0,-2-2,1-1,-1-4,3-4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21.218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0,'5'0,"1"5,-1 5,-5 1,-2-1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21.55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1,'0'4,"0"6,0 6,0 4,0 3,4-2,2-1,0-3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22.086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110 0,'-2'5,"0"0,0 0,-1 0,0-1,1 1,-2-1,1 0,0 0,-1 0,0 0,0-1,-4 4,-3 3,-10 6,-9 11,29-26,1-1,-1 1,1 0,0 0,-1 0,1 0,0 0,0 0,0 0,0 0,0 0,0 0,0 0,0 0,0 0,0 0,1 0,-1 0,0 0,1 0,-1 0,1-1,-1 1,1 0,-1 0,1 0,-1-1,1 1,0 0,-1 0,1-1,0 1,0-1,0 1,0-1,1 2,10 5,-1 0,2-1,18 7,-22-10,1 1,-1 0,-1 0,1 1,-1 0,1 0,12 13,-20-18,0 1,0 0,-1-1,1 1,0 0,-1 0,1 0,-1-1,1 1,-1 0,1 0,-1 0,0 0,0 0,1 0,-1 0,0 0,0 0,0 0,0 0,0 0,0 0,0 0,0 0,-1 0,1 0,0 0,0 0,-2 2,1-1,-1-1,1 1,-1 0,0 0,0-1,0 1,0-1,0 1,0-1,0 0,-1 0,-1 1,-3 0,1 1,0-2,-1 1,1 0,-1-1,0-1,1 1,-14-1,-10-13,16 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27.74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152 13,'-41'-5,"32"2,-1 2,1-1,-1 2,1-1,-1 1,-10 1,18 0,0-1,1 1,-1-1,0 1,1 0,-1-1,1 1,-1 0,1 0,-1 0,1 1,-1-1,1 0,0 0,0 1,0-1,-1 1,1-1,1 1,-1-1,0 1,0 0,1-1,-1 1,1 0,-1 0,1-1,0 1,-1 0,1 0,0 0,0 0,1-1,-1 1,0 0,0 0,2 2,-1 4,1 0,0-1,0 1,0-1,1 0,0 0,1 0,0 0,0 0,0-1,1 1,9 9,-11-13,-1-1,1 1,0-1,0 0,0 0,0 0,0 0,0-1,0 1,1-1,-1 0,0 0,1 0,-1 0,1-1,0 1,-1-1,1 0,-1 0,1 0,-1-1,1 1,-1-1,1 0,-1 0,1 0,-1 0,0-1,6-2,11-9,0 0,-1-1,25-24,-44 38,0 0,0-1,1 1,-1-1,0 1,1 0,-1-1,0 1,1 0,-1 0,0-1,1 1,-1 0,0 0,1-1,-1 1,1 0,-1 0,1 0,-1 0,0 0,1 0,-1-1,1 1,-1 0,1 0,-1 0,1 1,-1-1,0 0,1 0,-1 0,1 0,-1 0,1 0,-1 1,0-1,1 0,-1 0,1 1,-1-1,0 0,1 1,8 22,2 4,-11-26,1 0,0 0,-1 0,1 0,0 0,0 0,0-1,-1 1,1 0,0-1,0 1,0 0,0-1,0 1,0-1,0 0,1 1,-1-1,0 0,0 0,0 1,0-1,0 0,0 0,1 0,-1 0,0-1,0 1,0 0,0 0,0-1,0 1,0-1,0 1,0-1,0 1,0-1,0 1,0-1,0 0,0 0,0 1,0-1,-1 0,1 0,0 0,-1 0,1 0,-1 0,1 0,-1 0,1-1,1-2,-1 0,1-1,-1 1,0 0,0 0,0-1,-1 1,1 0,-1-1,0 1,0-1,-1 1,0-5,-1 6,1 0,-1 0,0 0,0 0,0 0,0 0,0 0,-1 1,1-1,-1 1,0 0,0 0,1 0,-1 0,-1 0,-5-2,8 4,0-1,0 1,-1-1,1 1,0-1,0 1,-1 0,1 0,0 0,0 0,-1 0,1 0,0 0,0 0,-1 0,1 0,0 1,0-1,-1 0,1 1,0-1,0 1,0 0,0-1,0 1,0 0,0 0,0-1,0 1,0 0,0 0,0 0,1 0,-1 0,0 0,1 1,-1-1,1 0,-1 0,1 0,-1 1,1-1,0 0,0 0,0 1,0-1,0 2,0 10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28.746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58 10,'-1'0,"-1"1,1-1,0 1,-1 0,1-1,0 1,0 0,0 0,0 0,0 0,0 0,0 0,0 0,0 0,0 0,0 1,0-1,0 1,-15 30,12-25,0 1,-6 12,8-19,4-13,0 5,0 0,1 0,0 0,0 1,0-1,1 1,6-8,-9 12,0 0,1 1,-1-1,0 1,1-1,-1 1,1 0,-1-1,1 1,0 0,-1 0,1 0,0 0,0 0,0 1,0-1,0 1,0-1,0 1,0 0,0-1,0 1,0 0,0 0,0 1,0-1,0 0,0 1,0-1,2 2,1 0,-1 0,1 0,-1 1,0 0,0-1,0 2,-1-1,1 0,-1 1,1 0,-1-1,0 1,-1 1,1-1,-1 0,1 1,-1-1,-1 1,3 9,1 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31.294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9,'1'8,"1"0,0 0,1 0,-1 0,2 0,-1-1,6 9,4 11,21 49,-34-76,0 0,1 1,-1-1,0 0,0 1,0-1,1 0,-1 0,0 1,0-1,1 0,-1 0,0 1,1-1,-1 0,0 0,1 0,-1 0,0 1,1-1,-1 0,0 0,1 0,-1 0,1 0,-1 0,0 0,1 0,-1 0,0 0,1 0,-1 0,0-1,1 1,-1 0,0 0,1 0,13-15,10-32,-20 37,9-18,-10 19,0 1,1 0,0 0,1 0,0 0,6-7,-10 14,1-1,-1 1,1 0,-1 0,1 0,-1 0,1 0,-1 1,1-1,0 0,-1 1,1-1,0 1,0 0,0-1,-1 1,1 0,0 0,0 0,0 0,-1 0,1 1,0-1,0 1,-1-1,1 1,0-1,-1 1,1 0,0 0,-1 0,1 0,-1 0,0 0,3 3,3 0,1 1,-1-1,1 0,0-1,0 1,17 3,-22-6,1 0,0 0,0-1,0 1,0-1,0 0,0 0,0 0,0-1,-1 1,1-1,0 0,0 0,0 0,-1-1,1 1,5-4,-8 4,-1 0,1 1,-1-1,1 0,-1 0,1 0,-1 1,0-1,1 0,-1 0,0 0,0 0,0 0,1 0,-1 0,0 0,0 0,0 0,0 0,-1 1,1-1,0 0,0 0,-1 0,1 0,0 0,-1 0,1 1,-1-1,1 0,-1 0,1 0,-1 1,1-1,-1 0,0 1,0-1,1 1,-1-1,0 1,0-1,-1 0,1 0,0 0,-1 0,1 0,0 0,-1 0,1 0,-1 1,0-1,1 0,-1 1,1 0,-1-1,0 1,1 0,-1-1,0 1,0 0,1 1,-1-1,0 0,1 0,-1 1,0-1,1 1,-1-1,-2 2,-3 3,1 0,0 0,1 1,-1 0,1 0,0 0,0 0,1 1,0 0,0 0,-5 14,7-17,1 0,0 0,1 1,-1-1,1 0,0 0,0 0,0 0,0 1,1-1,0 0,0 0,0 0,0 0,0 0,1 0,0-1,0 1,0 0,0-1,0 1,1-1,0 0,3 3,-4-3,0 0,0-1,0 1,1-1,-1 0,1 0,0 0,0 0,0 0,0 0,0-1,0 1,0-1,0 0,1 0,-1 0,0-1,1 1,3-1,7-2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31.68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0,'0'5,"4"0,6 1,1 3,4 0,-2 2,-2 5,0-1,0 1,-4 2,3 3,-1 2,-3 1,-1 1,3 1,-1-1,-1-7,-2-8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32.010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169 0,'9'0,"-6"0,-4 4,-5 2,-3 4,-3 0,0 3,-2-1,1 2,-1-1,1 1,-1-2,2 2,-2-2,2 1,-1-1,1 2,3-3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34.480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221 1,'0'1,"0"-1,0 0,0 0,0 0,0 0,0 0,0 0,0 0,0 0,0 0,0 1,-1-1,1 0,0 0,0 0,0 0,0 0,0 0,0 0,0 0,0 0,0 0,0 0,-1 0,1 0,0 0,0 0,0 0,0 0,0 0,0 0,0 0,0 0,-1 0,1 0,0 0,0 0,0 0,0 0,0 0,0 0,0 0,0 0,0 0,-1 0,1 0,0 0,0 0,0 0,0 0,0-1,0 1,0 0,0 0,0 0,0 0,0 0,0 0,0 0,0 0,0 0,0-1,0 1,0 0,-1 0,1 0,0 0,1 0,-12 12,-7 16,-21 84,31-91,1 2,1-1,1 0,1 1,1 0,0 29,1-22,-1 1,-14 55,15-76,-1 1,0-1,0 1,-10 17,13-27,0 0,-1 0,1-1,0 1,-1 0,1 0,-1 0,1-1,-1 1,0 0,1-1,-1 1,0-1,1 1,-1-1,0 1,1-1,-1 1,0-1,0 1,0-1,0 0,0 0,1 1,-1-1,0 0,0 0,0 0,0 0,0 0,0 0,0 0,1-1,-1 1,0 0,0 0,0-1,0 1,0 0,1-1,-1 1,0-1,0 1,1-1,-1 1,0-1,1 0,-1 1,1-1,-1 0,0 1,1-1,0 0,-1 0,1 0,-1 1,1-2,-19-28,11 14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34.82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0,'4'0,"6"0,6 0,4 4,3 2,2-1,5 0,2-2,0-1,-5-5,-8-3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35.226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29 0,'-1'16,"-1"0,0 0,-5 17,-6 37,12-53,-1 35,2-49,0-1,0 1,0 0,1 0,-1-1,1 1,-1 0,1-1,0 1,0-1,1 1,-1-1,0 1,3 2,-3-5,0 1,0-1,0 1,0-1,0 0,0 0,0 1,0-1,0 0,1 0,-1 0,0 0,0 0,0 0,0 0,0-1,0 1,0 0,1-1,-1 1,0 0,0-1,0 0,0 1,-1-1,1 1,0-1,0 0,0 0,0 0,0 0,32-33,-27 28,41-50,-42 115,0-39,-1-2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35.67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3,'0'23,"0"24,1-34,3-15,2-16,9-23,-14 39,0 1,0-1,-1 0,1 1,0-1,0 1,0-1,1 1,-1 0,0-1,0 1,1 0,-1 0,1 0,-1 0,1 0,2-1,-2 2,-1 0,0 1,0-1,0 0,0 1,0-1,0 1,0-1,0 1,-1-1,1 1,0-1,0 1,0 0,0 0,-1-1,1 1,0 0,-1 0,1 0,-1 0,1 0,-1 0,1 0,-1 0,0 0,1 0,-1 0,0 0,0 0,0 0,0 0,0 2,5 41,-5-41,5 71,0-56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36.06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105 0,'-5'0,"-5"4,-5 2,-1 4,-2 0,3 3,4 3,3 4,3 2,3 2,6-3,2-1,4-4,5-8,5-7,-2-7,-4-2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36.858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30 0,'-1'11,"0"0,-1 0,0-1,-4 12,-6 39,10-40,0 7,1-1,0 1,3 0,6 41,-8-67,0 0,0 0,1 0,-1-1,1 1,0 0,-1 0,1-1,0 1,0 0,0-1,0 1,0-1,1 1,-1-1,0 0,1 1,-1-1,1 0,-1 0,1 0,-1 0,3 1,-2-2,0 0,-1-1,1 1,-1 0,1-1,-1 1,1-1,-1 0,0 1,1-1,-1 0,0 0,1 0,-1 0,0 0,0 0,0 0,0 0,0-1,0 1,0 0,0-1,-1 1,1 0,0-1,-1 1,1-1,-1-1,8-16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37.200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0,'0'4,"8"2,8-1,5 0,3-2,2-1,1-1,0-1,0 0,0 0,-1 0,-4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37.54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48 0,'0'4,"0"7,0 4,0 5,0-1</inkml:trace>
  <inkml:trace contextRef="#ctx0" brushRef="#br0" timeOffset="1">23 127,'0'4,"0"6,0 6,0 4,-4-1,-2 0,0 2,2 1,1-3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37.91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1,'1'8,"1"1,-1-1,1 1,1-1,0 0,0 0,6 11,-7-15,-1 0,2 0,-1 0,0 0,1 0,0-1,0 1,0-1,0 0,1 1,-1-2,1 1,-1 0,1-1,4 3,-7-5,1 0,-1 0,0 0,0 0,0 0,0-1,0 1,0 0,0-1,0 1,0 0,-1-1,1 1,0-1,0 1,0-1,0 0,0 1,-1-1,1 0,0 0,-1 1,1-1,0 0,-1 0,1 0,-1 0,0 0,1 0,-1 0,0 0,1 0,-1 0,0 0,0 0,0 0,0 0,0-2,1-1,-1-1,1 0,-1 0,0 1,-1-1,1 0,-2-6,1 9,0 0,-1-1,1 1,0 0,-1 0,0 0,1 0,-1 0,0 0,0 1,0-1,0 1,0-1,0 1,-1 0,1 0,0 0,-1 0,1 0,-1 0,1 1,-1-1,1 1,-1-1,1 1,-1 0,0 0,-4 1,-9 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38.40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10 1,'0'22,"-1"1,-7 44,13-75,1-1,1 1,0 0,0 1,14-12,-18 16,0 1,1-1,-1 1,0 0,1 0,0 1,-1-1,1 1,0 0,0 0,5-1,-7 2,1 0,-1 0,0 0,0 1,1-1,-1 1,0-1,0 1,0 0,0 0,0 0,0 0,0 0,0 1,0-1,0 0,-1 1,1 0,0-1,-1 1,1 0,1 3,0 1,0 1,0-1,-1 1,0 0,0-1,-1 1,0 0,0 0,-1 0,1 0,-2 10,1 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40.010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152 8,'0'0,"-1"-1,1 1,-1-1,1 1,-1-1,1 1,-1-1,1 1,-1-1,1 1,-1-1,1 1,-1 0,0-1,1 1,-1 0,0 0,1 0,-1-1,0 1,1 0,-1 0,0 0,1 0,-1 0,0 0,1 0,-1 0,0 1,1-1,-1 0,0 0,1 0,-1 1,0-1,1 0,-1 1,1-1,-1 1,0 0,-30 14,24-8,0 0,0 1,0 0,1 0,0 1,1 0,0 0,0 0,1 1,-6 18,3-2,0 0,2 0,-2 29,6-45,1 0,0 0,1 0,0 0,1 0,0 0,1 0,0 0,0-1,1 1,0-1,8 12,-8-14,0-1,0 0,1 0,0 0,0-1,0 0,1 0,0 0,0 0,0-1,0 0,1 0,0-1,-1 0,1 0,15 3,1-2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40.94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0,'0'5,"5"0,0 5,-4 0,-2 3,-1 3,-1 4,1 2,1 2,0 2,0-9,1-11,4-7,2-3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44.34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231 1,'19'0,"-11"-1,0 1,0 0,-1 1,1-1,0 2,8 1,-14-2,0 0,-1-1,1 1,0 0,-1 0,1 0,-1 1,1-1,-1 0,0 1,1-1,-1 0,0 1,0 0,0-1,0 1,0 0,0-1,-1 1,1 0,-1 0,1-1,-1 1,1 0,-1 0,0 0,0 0,0 0,-1 3,-1 21,1-19,0 1,1 0,0-1,0 1,1-1,1 12,-1-17,0-1,-1 1,1-1,0 1,0-1,0 1,0-1,0 0,0 0,0 0,0 1,0-1,1 0,-1 0,0 0,1-1,-1 1,1 0,-1-1,1 1,-1 0,1-1,0 0,-1 1,1-1,-1 0,1 0,0 0,-1 0,1 0,0 0,-1-1,1 1,-1 0,3-2,7 1,-2-2,0 1,0 0,0 1,0 0,0 1,1 0,-1 0,0 1,0 0,1 1,15 5,-24-7,0 1,0 0,0 0,-1 0,1-1,0 1,0 0,-1 0,1 0,-1 0,1 0,-1 0,1 0,-1 1,0-1,1 0,-1 0,0 0,0 0,0 0,0 1,0-1,0 0,0 0,0 0,-1 2,-11 37,6-19,-2 22,4-21,0 0,-13 34,17-55,-1 0,0 0,0 1,0-1,0 0,0 0,0 0,0-1,0 1,-1 0,1 0,0-1,-1 1,1 0,0-1,-1 0,1 1,0-1,-1 0,1 1,-1-1,1 0,-1 0,1 0,0 0,-1-1,1 1,-1 0,-1-1,-44-12,43 11,-12-2,-1 1,1 1,-1 0,0 1,0 1,0 0,0 1,0 1,-20 5,-68 3,97-9,-1-1,1-1,0 1,-1-2,1 1,-15-5,21 5,0 0,1 0,-1 0,0 0,0 0,1-1,-1 1,1 0,-1-1,1 0,-1 1,1-1,0 0,0 1,0-1,0 0,0 0,0 0,1 0,-1 0,0 0,1 0,0 0,-1 0,1 0,0 0,0 0,0 0,0-1,1 1,-1 0,2-4,2-17,0-2,2 0,9-30,-14 54,0-1,0 1,0 0,0-1,0 1,0 0,0 0,1 0,-1 0,0 0,0 0,1 1,-1-1,1 0,-1 1,1-1,-1 1,1-1,-1 1,1 0,0-1,-1 1,1 0,-1 0,1 0,0 1,-1-1,1 0,-1 0,1 1,1 0,1-1,13 3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45.594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1,'0'0,"0"1,0 0,0 0,1 0,-1-1,1 1,-1 0,0 0,1-1,-1 1,1 0,-1-1,1 1,0 0,-1-1,1 1,0-1,-1 1,1-1,0 1,0-1,-1 0,1 1,0-1,1 0,29 9,-10-4,-19-4,-1 0,1 0,-1 1,1-1,-1 0,0 1,1-1,-1 0,0 1,0 0,0-1,0 1,0-1,-1 1,1 0,0 0,-1 0,1-1,-1 1,1 4,-2 45,0-1,18 5,-11-38,0 0,6 36,-12-49,1 0,-1 0,0 1,0-1,0 0,0 0,-1 0,0 0,0 0,0 0,0-1,-1 1,1 0,-1 0,0-1,0 1,0-1,-4 5,5-7,0 0,0 0,-1 0,1 0,0 0,-1 0,1 0,0 0,-1 0,1-1,-1 1,1-1,-1 1,1-1,-1 0,0 1,1-1,-1 0,1 0,-1 0,0 0,1-1,-1 1,1 0,-1-1,1 1,-1-1,1 1,-1-1,1 0,-1 1,1-1,0 0,-1 0,1 0,0 0,0 0,0 0,0-1,0 1,0 0,0-1,-1-1,-4-5,0 0,1-1,0 0,0 1,-5-17,3 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46.29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0,'0'3,"1"-1,-1 0,1 1,0-1,0 0,0 0,0 1,0-1,0 0,0 0,1 0,-1 0,1 0,3 2,-3-2,0 0,-1 0,1 0,0 0,-1 0,1 1,-1-1,1 1,-1-1,0 1,0-1,0 1,-1 0,2 4,-3-3,0 0,0 0,0 0,0 0,-1 0,0 0,1-1,-1 1,-1-1,1 1,0-1,-1 0,0 0,0 0,-3 3,3-2,47-21,-4-2,-4 1,74-25,-108 42,-1 1,0-1,0 1,1-1,-1 1,0-1,0 1,1 0,-1 0,0 0,1 0,-1 0,0 0,1 0,-1 0,0 0,1 1,-1-1,0 0,1 1,-1-1,0 1,0 0,0-1,0 1,1 0,0 1,-1 0,0 1,0-1,-1 0,1 1,-1-1,1 1,-1-1,0 1,0-1,0 1,-1 2,1-2,0 1,0 0,0-1,0 1,0-1,1 1,0-1,1 5,6 15,-7-15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46.88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1,'0'20,"-1"-3,1 1,1-1,1 0,0 0,6 22,-7-34,1-1,0 1,0 0,1-1,-1 0,1 1,0-1,0 0,1 0,-1-1,1 1,-1-1,1 1,0-1,1 0,-1-1,0 1,1-1,0 0,-1 0,1 0,8 1,6-1,-1 0,0-1,1-2,-1 1,0-2,1-1,-1 0,0-1,19-8,18-1,-11 7,-36 6,0-1,0 0,0 0,0-1,0 0,0 0,0-1,-1 0,13-6,-7-2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47.458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101 0,'-20'53,"-38"225,48-238,-2 14,12-53,0-1,0 0,0 0,0 0,0 0,0 1,0-1,0 0,0 0,0 0,0 1,-1-1,1 0,0 0,0 0,0 1,0-1,1 0,-1 0,0 0,0 0,0 1,0-1,0 0,0 0,0 0,0 1,0-1,0 0,0 0,1 0,-1 0,0 0,0 1,0-1,0 0,0 0,1 0,-1 0,0 0,0 0,0 0,0 0,1 1,-1-1,0 0,0 0,0 0,1 0,-1 0,0 0,0 0,0 0,1 0,6-9,-3-3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48.09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0,'4'0,"2"5,-1 5,4 1,0 3,-1 4,-3 3,3-3,0 1,2-3,1-5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48.538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288 1,'4'0,"0"0,0 0,0 1,0 0,0-1,0 2,0-1,0 0,0 1,6 3,-9-4,0 0,0-1,0 1,-1 0,1 0,0 0,0-1,-1 1,1 0,0 0,-1 0,1 0,-1 0,1 1,-1-1,0 0,1 0,-1 0,0 0,0 0,0 0,0 1,0-1,0 0,0 0,0 0,-1 0,1 1,0-1,-1 0,1 0,0 0,-1 0,1 0,-1 0,0 0,1 0,-1 0,0 0,0-1,0 1,-1 1,-7 8,-1 0,0-1,-1 0,0-1,0 0,-14 7,-81 36,49-25,33-16,19-9,1 0,0 0,0 1,0 0,0-1,0 1,0 1,1-1,-1 1,1-1,-1 1,1 0,0 0,0 0,-4 7,7-10,-1 1,1-1,0 0,0 0,0 1,0-1,0 0,0 1,0-1,0 0,0 0,0 1,0-1,0 0,0 1,0-1,0 0,0 1,1-1,-1 0,0 0,0 1,0-1,0 0,1 0,-1 1,0-1,0 0,0 0,1 0,-1 1,0-1,0 0,1 0,-1 0,0 0,0 0,1 1,17 1,28-8,-35 4,14-2,0-1,0-1,0-1,-1-1,0-1,0-1,-1-1,25-17,-45 26,0-1,1 0,-1 1,0-1,0 0,0-1,3-5,3-6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49.39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109 1,'-1'0,"-1"0,1 1,0-1,0 0,0 1,1-1,-1 1,0-1,0 1,0 0,0-1,0 1,1 0,-1 0,0-1,0 1,1 0,-1 0,1 0,-1 0,1 0,-1 0,1 0,0 0,-1 0,1 0,0 0,0 0,0 0,0 0,0 0,0 0,0 0,0 2,4 40,-4-42,2 21,-1-1,0 1,-2 0,-5 32,-2 37,9 63,4-292,-5 138,0 0,0 0,0 0,0 0,0 0,0-1,1 1,-1 0,0 0,0 0,-1 0,1-1,0 1,0 0,0 0,0 0,0 0,0 0,0-1,0 1,0 0,0 0,0 0,0 0,0 0,-1 0,1-1,0 1,0 0,0 0,0 0,0 0,0 0,-1 0,1 0,0 0,0 0,0 0,0 0,0 0,-1-1,1 1,0 0,0 0,0 0,0 0,-1 0,1 0,0 1,0-1,0 0,0 0,0 0,-1 0,1 0,0 0,0 0,0 0,-14 10,-13 18,25-27,-2 4,-1 1,0-2,0 1,0-1,-11 7,50-23,-29 9,0 1,0-1,0 1,0 1,1-1,-1 1,0 0,1 0,-1 0,1 1,6 0,-11 1,-1 0,0 0,0 1,0-1,0 0,0 0,0 0,0 0,-1 0,1 0,0 0,0 0,-1 0,1 0,-1 0,1 0,-1 0,0 0,1 0,-1 0,0-1,1 1,-2 1,0 0,-28 41,22-32,-1 0,2 1,-1 0,2 0,-10 24,14-32,1 1,1-1,-1 1,1 0,-1-1,1 1,0-1,1 1,-1 0,1-1,0 1,0-1,1 0,-1 1,1-1,0 0,0 0,0 0,1 0,-1 0,1 0,5 4,-2-1,2 1,-1-2,1 1,0-1,0 0,16 8,-21-12,1 0,0 0,0 0,1-1,-1 0,0 1,0-2,1 1,-1 0,0-1,1 0,-1 0,1 0,-1 0,0-1,1 0,6-2,3-4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50.13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346 249,'1'-1,"-1"1,0-1,0 1,0 0,0-1,0 1,0-1,0 1,0-1,0 1,0 0,0-1,0 1,0-1,-1 1,1-1,0 1,0 0,0-1,-1 1,1-1,0 1,0 0,-1-1,1 1,0 0,-1 0,1-1,0 1,-1 0,1 0,0-1,-1 1,1 0,-1 0,1 0,-1 0,1-1,0 1,-1 0,1 0,-1 0,1 0,-1 0,1 0,0 0,-2 0,-26 17,-33 42,54-52,-2 2,-1 0,0 0,0-1,-1-1,0 1,-1-2,-18 9,25-13,0 0,0-1,0 1,0-1,0 0,0 0,0 0,0-1,-1 0,1 0,0 0,0-1,0 0,0 0,0 0,0 0,0-1,0 0,0 0,0 0,1-1,-6-3,9 5,0 1,0-1,0 0,0 0,0 0,0 1,0-1,1 0,-1 0,0 0,0 0,1-1,-1 1,1 0,-1 0,1 0,-1 0,1-1,0 1,-1 0,1 0,0-1,0 1,0 0,0 0,0-1,0 1,1 0,-1-2,2 0,0 0,-1 0,1 0,0 0,1 0,-1 1,0-1,1 1,-1 0,7-4,5-4,2 1,-1 1,22-9,11-1,-1-3,-2-2,0-2,-1-2,-2-2,0-1,64-64,-106 94,0 0,0 1,0-1,0 0,0 0,0 0,0 0,0 1,0-1,0 0,0 0,0 0,0 1,0-1,0 0,0 0,0 0,0 1,0-1,0 0,0 0,1 0,-1 0,0 0,0 1,0-1,0 0,0 0,0 0,1 0,-1 0,0 1,0-1,0 0,0 0,1 0,-1 0,0 0,0 0,0 0,0 0,1 0,-1 0,0 0,0 0,0 0,1 0,-1 0,0 0,0 0,0 0,1 0,-1 0,0 0,0 0,0 0,0 0,1-1,-1 1,0 0,-4 32,0 19,6-48,0 0,0 0,0 0,0 0,0 0,1-1,-1 1,1-1,0 1,0-1,0 0,0 0,0-1,0 1,0 0,0-1,1 0,-1 0,5 1,-3 0,1 0,-1 0,0 0,0 1,0-1,0 1,-1 1,6 3,-8-4,1-1,-1 1,0 0,0-1,0 1,-1 0,1 0,-1 0,1 1,-1-1,0 0,0 0,0 1,-1-1,1 0,-1 1,0-1,0 1,-1 5,0-5,0 1,-1 0,0 0,0-1,0 1,-1-1,1 1,-1-1,0 0,0 0,-8 7,-3 1,0-1,-1 0,0-1,-1 0,0-1,-21 8,-26 9,46-21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50.4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18,'0'-1,"1"0,-1 0,0 0,1 0,-1 0,0 1,1-1,-1 0,1 0,-1 1,1-1,0 0,-1 0,1 1,0-1,-1 1,1-1,0 1,0-1,0 1,-1-1,1 1,0 0,0-1,0 1,0 0,0 0,0 0,0 0,-1-1,1 1,0 1,0-1,0 0,0 0,0 0,0 0,0 1,1-1,37 11,-26-4,0 1,-1 1,0 0,0 0,-1 1,0 1,15 19,32 29,-56-57,1 0,0 0,0 0,-1-1,1 1,0-1,0 0,1 0,-1 0,0 0,0-1,0 1,1-1,-1 0,5 0,9-1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3:50.906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92 1,'3'0,"-1"1,0-1,1 1,-1 0,0-1,1 1,-1 1,0-1,0 0,0 0,0 1,0-1,0 1,0 0,0-1,1 4,27 35,-25-31,3 4,-1 1,0-1,-1 2,-1-1,0 0,-1 1,4 25,-5-14,0 0,-2 0,-4 44,1-46,-2-1,-1 0,-1 0,-1 0,-1-1,-1 0,-20 36,7-22,-2 0,-2-2,-39 42,54-63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4:13.56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0,'0'0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20.696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154 0,'-1'5,"0"-1,0 1,-1-1,0 0,0 1,0-1,-1 0,-4 6,-5 11,11-19,-11 27,-2-1,-1 0,-1-1,-34 43,48-68,1-1,0 0,0 0,0 1,0-1,0 1,1-1,-1 1,0-1,1 1,-1 0,1-1,-1 1,1 0,0-1,0 1,0 0,0 0,0-1,0 1,0 0,1-1,-1 1,0 0,1-1,1 3,1 3,1-1,0 0,0-1,1 1,7 6,-8-8,1 0,-1 1,-1-1,1 1,-1 0,0 0,0 0,3 8,-3-4,-2 0,1 1,-2 0,1-1,-1 1,0-1,-1 1,-1-1,1 1,-6 15,-3 6,-26 52,33-76,1-1,0 0,1 0,0 0,0 1,1-1,-1 0,2 0,-1 0,0 0,1 1,0-1,1 0,-1 0,4 6,4 14,21 41,-7-28,-22-38,-1 0,1 0,-1 0,1 0,-1 0,1 0,0 0,-1 0,1 0,0-1,0 1,0 0,0-1,0 1,0 0,0-1,0 1,0-1,0 1,0-1,0 0,0 1,0-1,0 0,0 0,1 0,-1 0,0 0,0 0,0 0,0 0,0-1,0 1,2-1,4-6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23.25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8,'0'-1,"1"1,-1-1,1 1,-1-1,1 1,0-1,-1 1,1-1,-1 1,1 0,0-1,0 1,-1 0,1 0,0-1,-1 1,1 0,0 0,0 0,-1 0,1 0,0 0,0 0,-1 0,1 0,0 0,0 1,-1-1,1 0,1 1,27 6,-19-4,0 0,-1 2,1-1,-1 1,0 0,0 1,0 0,-1 1,0 0,0 0,-1 0,1 1,-2 0,1 1,-1 0,6 12,1 0,12 23,-24-42,-1 0,1 0,0 0,-1 0,1 0,-1 0,0 0,0 0,0 0,0 0,0 0,0 0,0 0,-1 0,1 0,-1 0,0 0,1 0,-1-1,-1 4,-6 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23.92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285 0,'-7'6,"0"-1,0 0,0 0,-16 7,14-7,1-1,0 1,0 0,1 0,-9 8,-9 13,-125 137,147-160,6-8,3-2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28.524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146 1,'-2'3,"0"0,-1 0,1 0,-1 0,0-1,0 1,0-1,-1 1,1-1,0 0,-1-1,1 1,-6 1,2 1,-15 7,15-9,1 1,-1 0,1 1,0 0,0 0,0 0,0 0,1 1,-7 7,11-11,1 0,0 0,-1-1,1 1,0 0,0 0,-1 0,1 0,0 0,0 0,0-1,0 1,0 0,0 0,1 0,-1 0,0 0,0 0,0-1,1 1,-1 0,1 0,-1 0,0-1,1 1,0 0,-1-1,1 1,-1 0,1-1,0 1,-1-1,1 1,0-1,0 1,-1-1,1 1,0-1,0 0,0 1,1-1,45 17,-33-13,48 32,-53-35,-4-5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30.00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1,'54'19,"11"-12,0-3,93-7,-37 1,-69 2,-37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30.69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1,'5'0,"5"4,5 1,1 10,-8 0,-4 4,-8-3,-7 2,-6-4,4-3,4 0,9-1,7-3,8-2,5-2,4-2,-2-5,-6-2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31.74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51 3,'-1'0,"0"-1,0 1,1 0,-1-1,0 1,0 0,0 0,1-1,-1 1,0 0,0 0,0 0,0 0,1 0,-1 0,0 0,0 1,0-1,0 0,1 0,-1 0,0 1,0-1,1 1,-1-1,0 0,0 1,1-1,-1 1,1 0,-1-1,0 1,1-1,-1 1,1 0,-1 0,1-1,0 1,-1 0,1 0,0-1,-1 1,1 1,-16 38,12-7,4-33,0 1,0-1,0 0,0 0,0 0,0 0,0 0,0 0,0 1,0-1,0 0,0 0,0 0,0 0,0 0,0 0,0 0,0 1,0-1,1 0,-1 0,0 0,0 0,0 0,0 0,0 0,0 0,0 0,0 0,0 0,1 1,-1-1,0 0,0 0,0 0,0 0,0 0,0 0,1 0,-1 0,0 0,0 0,0 0,0 0,0 0,0 0,1 0,-1 0,0 0,0-1,0 1,0 0,0 0,0 0,0 0,1 0,-1 0,12-17,-8 12,0-1,0 1,1-1,0 1,0 1,0-1,0 1,12-7,-16 10,0 0,1 0,-1 1,0-1,0 0,1 1,-1-1,1 1,-1 0,0-1,1 1,-1 0,1 0,-1 0,1 0,-1 0,1 0,-1 1,1-1,-1 0,0 1,1-1,-1 1,0 0,1-1,-1 1,0 0,0 0,0-1,1 1,-1 0,0 0,0 0,0 1,0-1,-1 0,1 0,0 0,0 1,-1-1,1 0,-1 1,1-1,-1 0,0 1,1-1,-1 1,0 1,3 31,-3-30,0 1,0 0,1-1,-1 1,1-1,0 1,3 6,0-4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32.09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11,'5'0,"5"0,6 0,4 0,3 0,2 0,-4-4,-4-2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32.43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20 1,'0'4,"0"6,0 5,-4 1,-2 1,1 3,1 1,5-2,2-4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32.75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0,'0'5,"0"5,0 5,0 5,0 3,0 2,0-3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34.10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0,'0'5,"0"5,0 5,0 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35.42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21 0,'0'5,"0"5,-4 1,-2 3,0 4,2 2,5-5,3-7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36.41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24 0,'-5'5,"0"5,-1 5,2 5,0 3,7-2,2-1,0-8,-1-5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37.348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30 0,'0'5,"-4"1,-2 4,-3 0,-2-2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38.15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111 4,'0'0,"1"0,-1 0,0 0,0 0,0-1,0 1,0 0,0 0,0 0,0 0,0 0,0 0,0 0,0-1,0 1,0 0,0 0,0 0,-1 0,1 0,0 0,0 0,0 0,0-1,0 1,0 0,0 0,0 0,0 0,0 0,0 0,0 0,-1 0,1 0,0 0,0 0,0 0,0 0,0 0,0-1,0 1,0 0,-1 0,1 0,0 0,0 0,0 0,0 0,0 0,0 0,0 0,-1 1,1-1,0 0,0 0,0 0,0 0,0 0,0 0,0 0,0 0,0 0,-1 0,-8 9,-7 14,11-13,1 0,0 1,1-1,1 1,-1-1,1 1,1 0,0 0,1 14,2 9,12 56,-9-65,-1 0,-1 1,-1-1,-2 34,0-56,0-1,-1 1,1-1,-1 0,1 1,-1-1,0 0,0 0,0 0,0 1,0-1,-2 2,2-3,1 0,-1-1,0 1,0-1,1 1,-1-1,0 1,0-1,0 1,1-1,-1 0,0 0,0 1,0-1,0 0,0 0,0 0,0 0,0 0,1 0,-3 0,-1-1,1-1,-1 1,1-1,0 0,0 1,-1-2,1 1,1 0,-1 0,0-1,0 0,1 1,-3-5,-6-6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38.50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1,'4'0,"6"0,10 0,6 4,2 1,2 1,-1-2,-1-1,0-1,-6-5,-1-2,-1-1,1 2,-3 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38.85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79 1,'-9'0,"-2"4,-4 2,0 8,4 6,2 8,4 4,2 1,2-1,6-6,1-3,9-6,1-9,-1-7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39.19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1,'4'0,"6"0,6 4,3 1,5 1,-4 7,1 1,-5 4,1-3,-4 2,-3 1,-4 3,1-3,0 0,-5-2,-4-5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39.54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195 1,'-4'0,"-2"8,-3 4,-6-1,1 2,-2-1,1 6,0 0,-3-3,3 0,-2-2,3 0,0-1,1 1,4-1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39.88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17 1,'0'8,"0"8,0 9,4 1,2 0,-1 0,0 0,-7-4,-1-3,-2 1,1 2,1 0,-3-3,-1 0,0-4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43.08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98 6,'0'-4,"0"2,-4 2,-2 6,-4 1,0 4,-2 0,-1 2,-1 0,2 1,2 3,4-2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43.42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0,'0'4,"4"2,6 0,6 3,4 0,-1 2,-4 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43.89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76 1,'-2'0,"1"1,0-1,0 1,0 0,-1-1,1 1,0 0,0 0,0 0,0 0,0 0,0 0,1 0,-1 0,0 0,0 0,1 0,-1 1,0 1,-12 28,13-31,-6 21,1 0,0 0,2 0,-1 35,6 92,1-52,-2-75,0-16,0 1,-1 0,0-1,0 1,0 0,0 0,-1-1,0 1,0-1,-1 1,1-1,-1 1,-3 5,5-11,-1 0,1 0,0 0,-1 0,1 0,0 0,0 0,-1 0,1 0,0 0,-1 0,1 0,0 0,-1-1,1 1,0 0,0 0,-1 0,1 0,0 0,-1-1,1 1,0 0,0 0,0-1,-1 1,1 0,0 0,0-1,0 1,-1 0,1 0,0-1,0 1,0 0,0-1,0 1,0 0,0-1,0 1,0 0,0-1,0 1,0 0,0-1,0 1,-4-18,2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45.42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0,'4'0,"2"9,3 3,6-1,4-3,2 3,8-1,-2 6,-1 0,-5 3,-6 1,-6 3,-4 1,2-4,-2 0,-4-4,-4-9,0-6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45.784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220 1,'0'4,"-4"2,-6 4,-1 8,-3 3,-8-4,0 0,-1-3,4 5,1-1,-2-3,4 0,-1-3,3 2,4-3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46.46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0,'0'3,"0"0,1 0,0 0,-1 0,1-1,0 1,0 0,1-1,-1 1,0-1,1 1,0-1,-1 0,1 1,0-1,0 0,0 0,1 0,-1-1,0 1,1-1,-1 1,5 1,7 3,0 0,1 0,17 3,-14-4,4-1,-18-4,-1 0,1 1,0-1,0 1,0 0,0 0,-1 1,1-1,0 1,-1 0,4 2,-7-4,0 1,-1 0,1 0,0 0,0-1,-1 1,1 0,0 0,-1-1,1 1,-1 0,1-1,-1 1,1-1,-1 1,1-1,-1 1,0-1,1 1,-1-1,0 1,1-1,-1 0,0 1,-1-1,-22 13,15-10,-1-1,0 0,0 0,-18 1,19-3,1 0,0 1,0 0,-1 1,1 0,0 0,-13 6,14-2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48.143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58 0,'-58'6,"118"1,-46-4,0 0,0-1,0-1,1 0,23-2,-7-2,0 1,0 1,49 6,17 1,-69-5,11-1,-40 0,1 0,0 0,0 0,0 0,0 0,0 0,0 0,0 0,0 0,0 0,0 0,0 0,0 0,0-1,0 1,-1 0,1 0,0 0,0 0,0 0,0 0,0 0,0 0,0 0,0 0,0 0,0-1,0 1,0 0,0 0,0 0,0 0,0 0,0 0,0 0,0 0,0 0,0 0,1-1,-1 1,0 0,0 0,0 0,0 0,0 0,0 0,0 0,0 0,0 0,0 0,0 0,0 0,0 0,0 0,1 0,-1 0,0 0,0-1,-23-7,4 2,0 2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48.714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1,'2'2,"0"0,0 1,0-1,0 0,0 0,0 0,1-1,-1 1,1 0,-1-1,1 0,-1 0,1 1,0-2,0 1,5 1,9 5,-14-5,-1-1,0 0,1 1,-1 0,0-1,0 1,0 0,-1 0,1 0,0 0,-1 1,1-1,-1 0,0 1,0-1,0 1,0-1,0 1,0-1,-1 1,1 0,-1-1,0 1,1 0,-2 0,1-1,0 1,0 0,-1-1,1 1,-1-1,0 1,0 0,0-1,0 1,0-1,-1 0,1 1,-1-1,1 0,-1 0,0 0,0 0,0 0,-3 1,4-2,-1 0,1 0,0 0,-1 0,1 0,0 0,0 0,0 0,0 1,0-1,0 0,0 1,0-1,0 0,1 1,-1-1,0 4,1-5,0 1,1-1,-1 1,1 0,-1-1,1 1,-1-1,1 0,-1 1,1-1,-1 1,1-1,-1 0,1 1,0-1,-1 0,1 0,0 0,-1 1,1-1,0 0,-1 0,1 0,0 0,-1 0,1 0,1 0,6-1,0 1,1-1,-1 0,0-1,14-4,-4-3,-4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49.639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42 1,'-5'0,"0"4,-1 6,2 10,1 6,-3-2,-1 4,1-12,6-12,7-8,3-10,3-5,0 11,6 7,1 7,0 3,-3-1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50.11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0,'5'0,"5"0,1 5,4 0,2 1,4-2,2-1,-3-5,-5-3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50.458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16 1,'0'4,"-4"6,-2 5,1 10,5-1,2 1,2-5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50.800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1,'0'4,"4"2,2 4,-1 4,0 5,-2 7,-1 4,-1-3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5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108 1,'-4'0,"-6"0,-2 4,3 6,-3 2,1 2,-2-1,2 2,-3 3,2-3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52.66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310 0,'-2'1,"0"-1,-1 1,1-1,0 1,0 0,0 0,0 0,0 0,0 0,1 0,-1 0,0 1,0-1,1 1,-1-1,1 1,-1 0,1-1,0 1,0 0,0 0,0 0,-1 3,-19 53,18-47,-83 344,58-227,28-126,0-1,0 1,0 0,0 0,-1 0,1 0,-1 0,0-1,1 1,-1 0,0 0,0-1,0 1,0-1,0 1,-1-1,1 1,0-1,-1 0,1 1,-1-1,1 0,-1 0,1 0,-1 0,0-1,0 1,1 0,-1-1,0 1,0-1,0 1,0-1,0 0,1 0,-3 0,-4-1,1 0,0-1,0 0,0 0,1-1,-1 1,1-2,-9-3,0-2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52.99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1,'4'0,"6"0,6 0,3 0,5 0,1 0,1 0,0 0,1 0,-1 0,0 0,0 0,-4 4,2 2,1 0,-3-2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53.35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27 1,'-5'0,"0"4,-1 6,2 6,1 4,1 3,1 2,1 1,4-4,2-1,-1-4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53.690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17,'0'-5,"5"0,5-1,1 6,3 3,-1 4,2 2,-1 4,0 3,-2 4,-2 3,-4 1,-2 2,-2-5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54.030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185 1,'-4'0,"-2"4,-4 6,-4 6,-5 4,-2-1,1 0,0-2,4-1,0 2,2 2,0-3,7-3,4-5</inkml:trace>
  <inkml:trace contextRef="#ctx0" brushRef="#br0" timeOffset="1">313 1,'6'9,"0"0,0 1,-1 0,0 0,-1 0,0 0,0 1,-1 0,-1-1,2 18,-3-17,0 1,-1-1,0 1,-1-1,-1 0,1 1,-2-1,0 0,0 0,-5 11,-1-4,-1 0,0 0,-1-1,-24 28,22-31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54.906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16 0,'31'35,"-26"-23,0 1,-1-1,-1 1,0 0,-1 0,0 1,-1-1,-1 0,0 0,-2 22,1-5,0-21,-1-1,1 1,-1-1,-1 0,1 0,-2 0,1 0,-5 7,3-6,1 1,0-1,0 1,1 0,-3 15,3 39,2-64,1 0,0 0,0-1,0 1,0 0,0 0,0 0,0 0,0 0,-1-1,1 1,0 0,0 0,0 0,0 0,0 0,-1 0,1 0,0-1,0 1,0 0,0 0,-1 0,1 0,0 0,0 0,0 0,-1 0,1 0,0 0,0 0,0 0,0 0,-1 0,1 0,0 0,0 0,0 1,0-1,-1 0,1 0,0 0,0 0,0 0,0 0,-1 0,1 0,0 1,0-1,0 0,0 0,0 0,0 0,0 1,0-1,-1 0,1 0,0 0,0 0,0 1,0-1,0 0,-5-9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2:55.247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1,'1'0,"0"0,-1 0,1 1,0-1,0 1,0-1,0 1,0-1,0 1,-1-1,1 1,0 0,-1-1,1 1,0 0,-1 0,1-1,-1 1,1 0,-1 0,1 0,-1 0,0 0,1 0,-1 1,9 32,-5-17,-1-8,1 7,2-1,0 1,1-1,0 0,14 18,-20-30,1-1,0 0,0 1,0-1,0 0,0 0,0-1,1 1,-1 0,1-1,-1 1,1-1,-1 0,1 0,0 0,0 0,0-1,-1 1,1-1,0 1,0-1,0 0,0 0,0 0,0-1,-1 1,1-1,0 0,0 1,0-1,-1 0,1-1,0 1,-1 0,1-1,-1 1,4-4,5-3,-1 1,-1-1,1 0,-1-1,0 0,-1-1,0 0,-1 0,0-1,-1 1,0-2,0 1,7-22,-10 14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4:16.98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0,'0'0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14T07:14:17.496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0C938A-8B2C-46CD-A255-A82BF6E66D98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10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CF115E-2527-4307-85CF-9602B0043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486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67206-308B-4FB3-A1D0-FBD29EC9C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7C3FC-3199-4D4A-84B7-6AE0257A35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7DF05-253A-46C8-9789-AAEB36B12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4996E-5A3A-4C98-B525-54567BAF2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E796C-4A60-4EF1-AADC-D3637DD83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350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817EB-BC1A-4BAA-B89A-7B2129EBC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536D1-2802-440C-A3A9-C26889E20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1CA85-53C7-40FB-A65A-BBBA3A110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CF7F0-6247-4599-BB37-EDEEC87A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5B64E-B175-4EB1-8C8F-E0922D4C7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51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5304B-411F-4558-833A-E270BEA40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C565CB-4DE0-44CE-A1F8-65EBCEA0E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4715C-2D2D-4629-8416-FB6AA2B20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757F8-990F-40D4-842C-69F584237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E2DA9-8D2A-49A3-9404-460C2C0E0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52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08C0-B3B6-429F-9DBC-50FE9F4B7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D4BF5-98B9-4465-A9A1-21DB559CBE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FCAB9D-066B-4296-96D9-64B597F49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98AA0C-07C6-478F-8098-23DDFED90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F995E-BA3E-46BB-8FD9-EE83F5099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A2CE8-3CD6-498D-8D21-47317B4F4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619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64C0F-8669-473A-89C7-2614FCADB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28BBA-02B9-4FC3-812E-F6ADF0A6F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413ECA-02AC-481A-AAE5-02C239857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F483DD-9F64-428D-BB30-454FCD5F03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82D07D-2D12-4CD8-8C04-DA8EA7E38D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0E3D03-048D-43E4-A2F5-2DEAABA84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7D59A2-7AA0-4A38-A6A9-EA4577548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951E07-E65F-4E37-85B8-7103A6101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68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1A1AA-D98B-4E8E-A464-0F942BCF8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B1E9D8-F00C-4EC8-804F-B5B3404E3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625153-6B87-41FB-B94F-FE0C60C81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BD4866-3800-421C-ADAD-171343F6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61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9696F8-7312-4933-B38C-EEAD1FB45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5E8FC7-D186-4629-BC3C-9DBDF76C2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46F42-3DE7-414C-97DF-E48CED357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470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0E151-4139-4877-893E-EB18B5F13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DC383-1FC6-4855-878F-818C7CEAC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822B86-0154-4CDA-8D22-4A912F7308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7D046-AA3F-4B50-A591-F04F36789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BD6D77-AAD2-4A2A-99B4-0FDCFE5D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B798F3-7762-4D2D-9100-6DBE7B96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802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8B6A6-6F4F-49B7-89A6-ADA237ED1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806362-D90A-49D3-A19D-5607A4F04A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DF578-2A6E-41E6-8DA0-A2FEE907F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C8A2-7750-4B3F-B651-1553EABCF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D4520-3764-4AB1-83E7-B37B7620A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0DCCE-E77B-481E-966A-CACD93DD0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751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5D384-D3FA-464A-90B7-826D9B97B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1F259E-C191-402E-BF78-4F5BA7A3E1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AF980-2A0D-4FEC-A228-D06C8F7D6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2FF4B-84E8-42E6-8A00-FE0C036BF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40B52-8E4B-4A4B-A419-51CF9E775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92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08C424-1978-4AB5-8D66-2E43DF5A42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CF190F-8476-477A-96AA-4EF37C28F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F9D3A-6AD6-45BF-AEB9-452E7B7D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8132-D2CD-4BA6-871D-D20197CD842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12050-A0A6-48D1-9AE3-C496B0F18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92F2E-354A-4B14-9FB0-E56DA5E6E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544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DC324C-E0A5-434F-9539-73E1074D6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6FA5A7-EC82-44F4-94CA-070338EA1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2BAFF-9E09-4BBF-BBD9-1CD3D0A12D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098132-D2CD-4BA6-871D-D20197CD8420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C9FB8-5CBA-4B7E-96D0-A1E1F5D06C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5C33F-0E5A-428E-B6A4-92F5E33E5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A67FF1-19FA-4668-92E8-70E147C9C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747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7.xml"/><Relationship Id="rId21" Type="http://schemas.openxmlformats.org/officeDocument/2006/relationships/customXml" Target="../ink/ink9.xml"/><Relationship Id="rId42" Type="http://schemas.openxmlformats.org/officeDocument/2006/relationships/image" Target="../media/image59.png"/><Relationship Id="rId63" Type="http://schemas.openxmlformats.org/officeDocument/2006/relationships/customXml" Target="../ink/ink30.xml"/><Relationship Id="rId84" Type="http://schemas.openxmlformats.org/officeDocument/2006/relationships/image" Target="../media/image80.png"/><Relationship Id="rId138" Type="http://schemas.openxmlformats.org/officeDocument/2006/relationships/image" Target="../media/image107.png"/><Relationship Id="rId159" Type="http://schemas.openxmlformats.org/officeDocument/2006/relationships/customXml" Target="../ink/ink78.xml"/><Relationship Id="rId170" Type="http://schemas.openxmlformats.org/officeDocument/2006/relationships/image" Target="../media/image123.png"/><Relationship Id="rId191" Type="http://schemas.openxmlformats.org/officeDocument/2006/relationships/customXml" Target="../ink/ink94.xml"/><Relationship Id="rId205" Type="http://schemas.openxmlformats.org/officeDocument/2006/relationships/customXml" Target="../ink/ink101.xml"/><Relationship Id="rId107" Type="http://schemas.openxmlformats.org/officeDocument/2006/relationships/customXml" Target="../ink/ink52.xml"/><Relationship Id="rId11" Type="http://schemas.openxmlformats.org/officeDocument/2006/relationships/customXml" Target="../ink/ink4.xml"/><Relationship Id="rId32" Type="http://schemas.openxmlformats.org/officeDocument/2006/relationships/image" Target="../media/image54.png"/><Relationship Id="rId53" Type="http://schemas.openxmlformats.org/officeDocument/2006/relationships/customXml" Target="../ink/ink25.xml"/><Relationship Id="rId74" Type="http://schemas.openxmlformats.org/officeDocument/2006/relationships/image" Target="../media/image75.png"/><Relationship Id="rId128" Type="http://schemas.openxmlformats.org/officeDocument/2006/relationships/image" Target="../media/image102.png"/><Relationship Id="rId149" Type="http://schemas.openxmlformats.org/officeDocument/2006/relationships/customXml" Target="../ink/ink73.xml"/><Relationship Id="rId5" Type="http://schemas.openxmlformats.org/officeDocument/2006/relationships/customXml" Target="../ink/ink1.xml"/><Relationship Id="rId95" Type="http://schemas.openxmlformats.org/officeDocument/2006/relationships/customXml" Target="../ink/ink46.xml"/><Relationship Id="rId160" Type="http://schemas.openxmlformats.org/officeDocument/2006/relationships/image" Target="../media/image118.png"/><Relationship Id="rId181" Type="http://schemas.openxmlformats.org/officeDocument/2006/relationships/customXml" Target="../ink/ink89.xml"/><Relationship Id="rId22" Type="http://schemas.openxmlformats.org/officeDocument/2006/relationships/image" Target="../media/image49.png"/><Relationship Id="rId43" Type="http://schemas.openxmlformats.org/officeDocument/2006/relationships/customXml" Target="../ink/ink20.xml"/><Relationship Id="rId64" Type="http://schemas.openxmlformats.org/officeDocument/2006/relationships/image" Target="../media/image70.png"/><Relationship Id="rId118" Type="http://schemas.openxmlformats.org/officeDocument/2006/relationships/image" Target="../media/image97.png"/><Relationship Id="rId139" Type="http://schemas.openxmlformats.org/officeDocument/2006/relationships/customXml" Target="../ink/ink68.xml"/><Relationship Id="rId85" Type="http://schemas.openxmlformats.org/officeDocument/2006/relationships/customXml" Target="../ink/ink41.xml"/><Relationship Id="rId150" Type="http://schemas.openxmlformats.org/officeDocument/2006/relationships/image" Target="../media/image113.png"/><Relationship Id="rId171" Type="http://schemas.openxmlformats.org/officeDocument/2006/relationships/customXml" Target="../ink/ink84.xml"/><Relationship Id="rId192" Type="http://schemas.openxmlformats.org/officeDocument/2006/relationships/image" Target="../media/image134.png"/><Relationship Id="rId206" Type="http://schemas.openxmlformats.org/officeDocument/2006/relationships/image" Target="../media/image141.png"/><Relationship Id="rId12" Type="http://schemas.openxmlformats.org/officeDocument/2006/relationships/image" Target="../media/image44.png"/><Relationship Id="rId33" Type="http://schemas.openxmlformats.org/officeDocument/2006/relationships/customXml" Target="../ink/ink15.xml"/><Relationship Id="rId108" Type="http://schemas.openxmlformats.org/officeDocument/2006/relationships/image" Target="../media/image92.png"/><Relationship Id="rId129" Type="http://schemas.openxmlformats.org/officeDocument/2006/relationships/customXml" Target="../ink/ink63.xml"/><Relationship Id="rId54" Type="http://schemas.openxmlformats.org/officeDocument/2006/relationships/image" Target="../media/image65.png"/><Relationship Id="rId75" Type="http://schemas.openxmlformats.org/officeDocument/2006/relationships/customXml" Target="../ink/ink36.xml"/><Relationship Id="rId96" Type="http://schemas.openxmlformats.org/officeDocument/2006/relationships/image" Target="../media/image86.png"/><Relationship Id="rId140" Type="http://schemas.openxmlformats.org/officeDocument/2006/relationships/image" Target="../media/image108.png"/><Relationship Id="rId161" Type="http://schemas.openxmlformats.org/officeDocument/2006/relationships/customXml" Target="../ink/ink79.xml"/><Relationship Id="rId182" Type="http://schemas.openxmlformats.org/officeDocument/2006/relationships/image" Target="../media/image129.png"/><Relationship Id="rId6" Type="http://schemas.openxmlformats.org/officeDocument/2006/relationships/image" Target="../media/image41.png"/><Relationship Id="rId23" Type="http://schemas.openxmlformats.org/officeDocument/2006/relationships/customXml" Target="../ink/ink10.xml"/><Relationship Id="rId119" Type="http://schemas.openxmlformats.org/officeDocument/2006/relationships/customXml" Target="../ink/ink58.xml"/><Relationship Id="rId44" Type="http://schemas.openxmlformats.org/officeDocument/2006/relationships/image" Target="../media/image60.png"/><Relationship Id="rId65" Type="http://schemas.openxmlformats.org/officeDocument/2006/relationships/customXml" Target="../ink/ink31.xml"/><Relationship Id="rId86" Type="http://schemas.openxmlformats.org/officeDocument/2006/relationships/image" Target="../media/image81.png"/><Relationship Id="rId130" Type="http://schemas.openxmlformats.org/officeDocument/2006/relationships/image" Target="../media/image103.png"/><Relationship Id="rId151" Type="http://schemas.openxmlformats.org/officeDocument/2006/relationships/customXml" Target="../ink/ink74.xml"/><Relationship Id="rId172" Type="http://schemas.openxmlformats.org/officeDocument/2006/relationships/image" Target="../media/image124.png"/><Relationship Id="rId193" Type="http://schemas.openxmlformats.org/officeDocument/2006/relationships/customXml" Target="../ink/ink95.xml"/><Relationship Id="rId207" Type="http://schemas.openxmlformats.org/officeDocument/2006/relationships/customXml" Target="../ink/ink102.xml"/><Relationship Id="rId13" Type="http://schemas.openxmlformats.org/officeDocument/2006/relationships/customXml" Target="../ink/ink5.xml"/><Relationship Id="rId109" Type="http://schemas.openxmlformats.org/officeDocument/2006/relationships/customXml" Target="../ink/ink53.xml"/><Relationship Id="rId34" Type="http://schemas.openxmlformats.org/officeDocument/2006/relationships/image" Target="../media/image55.png"/><Relationship Id="rId55" Type="http://schemas.openxmlformats.org/officeDocument/2006/relationships/customXml" Target="../ink/ink26.xml"/><Relationship Id="rId76" Type="http://schemas.openxmlformats.org/officeDocument/2006/relationships/image" Target="../media/image76.png"/><Relationship Id="rId97" Type="http://schemas.openxmlformats.org/officeDocument/2006/relationships/customXml" Target="../ink/ink47.xml"/><Relationship Id="rId120" Type="http://schemas.openxmlformats.org/officeDocument/2006/relationships/image" Target="../media/image98.png"/><Relationship Id="rId141" Type="http://schemas.openxmlformats.org/officeDocument/2006/relationships/customXml" Target="../ink/ink69.xml"/><Relationship Id="rId7" Type="http://schemas.openxmlformats.org/officeDocument/2006/relationships/customXml" Target="../ink/ink2.xml"/><Relationship Id="rId162" Type="http://schemas.openxmlformats.org/officeDocument/2006/relationships/image" Target="../media/image119.png"/><Relationship Id="rId183" Type="http://schemas.openxmlformats.org/officeDocument/2006/relationships/customXml" Target="../ink/ink90.xml"/><Relationship Id="rId24" Type="http://schemas.openxmlformats.org/officeDocument/2006/relationships/image" Target="../media/image50.png"/><Relationship Id="rId45" Type="http://schemas.openxmlformats.org/officeDocument/2006/relationships/customXml" Target="../ink/ink21.xml"/><Relationship Id="rId66" Type="http://schemas.openxmlformats.org/officeDocument/2006/relationships/image" Target="../media/image71.png"/><Relationship Id="rId87" Type="http://schemas.openxmlformats.org/officeDocument/2006/relationships/customXml" Target="../ink/ink42.xml"/><Relationship Id="rId110" Type="http://schemas.openxmlformats.org/officeDocument/2006/relationships/image" Target="../media/image93.png"/><Relationship Id="rId131" Type="http://schemas.openxmlformats.org/officeDocument/2006/relationships/customXml" Target="../ink/ink64.xml"/><Relationship Id="rId61" Type="http://schemas.openxmlformats.org/officeDocument/2006/relationships/customXml" Target="../ink/ink29.xml"/><Relationship Id="rId82" Type="http://schemas.openxmlformats.org/officeDocument/2006/relationships/image" Target="../media/image79.png"/><Relationship Id="rId152" Type="http://schemas.openxmlformats.org/officeDocument/2006/relationships/image" Target="../media/image114.png"/><Relationship Id="rId173" Type="http://schemas.openxmlformats.org/officeDocument/2006/relationships/customXml" Target="../ink/ink85.xml"/><Relationship Id="rId194" Type="http://schemas.openxmlformats.org/officeDocument/2006/relationships/image" Target="../media/image135.png"/><Relationship Id="rId199" Type="http://schemas.openxmlformats.org/officeDocument/2006/relationships/customXml" Target="../ink/ink98.xml"/><Relationship Id="rId203" Type="http://schemas.openxmlformats.org/officeDocument/2006/relationships/customXml" Target="../ink/ink100.xml"/><Relationship Id="rId208" Type="http://schemas.openxmlformats.org/officeDocument/2006/relationships/image" Target="../media/image142.png"/><Relationship Id="rId19" Type="http://schemas.openxmlformats.org/officeDocument/2006/relationships/customXml" Target="../ink/ink8.xml"/><Relationship Id="rId14" Type="http://schemas.openxmlformats.org/officeDocument/2006/relationships/image" Target="../media/image45.png"/><Relationship Id="rId30" Type="http://schemas.openxmlformats.org/officeDocument/2006/relationships/image" Target="../media/image53.png"/><Relationship Id="rId35" Type="http://schemas.openxmlformats.org/officeDocument/2006/relationships/customXml" Target="../ink/ink16.xml"/><Relationship Id="rId56" Type="http://schemas.openxmlformats.org/officeDocument/2006/relationships/image" Target="../media/image66.png"/><Relationship Id="rId77" Type="http://schemas.openxmlformats.org/officeDocument/2006/relationships/customXml" Target="../ink/ink37.xml"/><Relationship Id="rId100" Type="http://schemas.openxmlformats.org/officeDocument/2006/relationships/image" Target="../media/image88.png"/><Relationship Id="rId105" Type="http://schemas.openxmlformats.org/officeDocument/2006/relationships/customXml" Target="../ink/ink51.xml"/><Relationship Id="rId126" Type="http://schemas.openxmlformats.org/officeDocument/2006/relationships/image" Target="../media/image101.png"/><Relationship Id="rId147" Type="http://schemas.openxmlformats.org/officeDocument/2006/relationships/customXml" Target="../ink/ink72.xml"/><Relationship Id="rId168" Type="http://schemas.openxmlformats.org/officeDocument/2006/relationships/image" Target="../media/image122.png"/><Relationship Id="rId8" Type="http://schemas.openxmlformats.org/officeDocument/2006/relationships/image" Target="../media/image42.png"/><Relationship Id="rId51" Type="http://schemas.openxmlformats.org/officeDocument/2006/relationships/customXml" Target="../ink/ink24.xml"/><Relationship Id="rId72" Type="http://schemas.openxmlformats.org/officeDocument/2006/relationships/image" Target="../media/image74.png"/><Relationship Id="rId93" Type="http://schemas.openxmlformats.org/officeDocument/2006/relationships/customXml" Target="../ink/ink45.xml"/><Relationship Id="rId98" Type="http://schemas.openxmlformats.org/officeDocument/2006/relationships/image" Target="../media/image87.png"/><Relationship Id="rId121" Type="http://schemas.openxmlformats.org/officeDocument/2006/relationships/customXml" Target="../ink/ink59.xml"/><Relationship Id="rId142" Type="http://schemas.openxmlformats.org/officeDocument/2006/relationships/image" Target="../media/image109.png"/><Relationship Id="rId163" Type="http://schemas.openxmlformats.org/officeDocument/2006/relationships/customXml" Target="../ink/ink80.xml"/><Relationship Id="rId184" Type="http://schemas.openxmlformats.org/officeDocument/2006/relationships/image" Target="../media/image130.png"/><Relationship Id="rId189" Type="http://schemas.openxmlformats.org/officeDocument/2006/relationships/customXml" Target="../ink/ink93.xml"/><Relationship Id="rId3" Type="http://schemas.openxmlformats.org/officeDocument/2006/relationships/image" Target="../media/image8.png"/><Relationship Id="rId25" Type="http://schemas.openxmlformats.org/officeDocument/2006/relationships/customXml" Target="../ink/ink11.xml"/><Relationship Id="rId46" Type="http://schemas.openxmlformats.org/officeDocument/2006/relationships/image" Target="../media/image61.png"/><Relationship Id="rId67" Type="http://schemas.openxmlformats.org/officeDocument/2006/relationships/customXml" Target="../ink/ink32.xml"/><Relationship Id="rId116" Type="http://schemas.openxmlformats.org/officeDocument/2006/relationships/image" Target="../media/image96.png"/><Relationship Id="rId137" Type="http://schemas.openxmlformats.org/officeDocument/2006/relationships/customXml" Target="../ink/ink67.xml"/><Relationship Id="rId158" Type="http://schemas.openxmlformats.org/officeDocument/2006/relationships/image" Target="../media/image117.png"/><Relationship Id="rId20" Type="http://schemas.openxmlformats.org/officeDocument/2006/relationships/image" Target="../media/image48.png"/><Relationship Id="rId41" Type="http://schemas.openxmlformats.org/officeDocument/2006/relationships/customXml" Target="../ink/ink19.xml"/><Relationship Id="rId62" Type="http://schemas.openxmlformats.org/officeDocument/2006/relationships/image" Target="../media/image69.png"/><Relationship Id="rId83" Type="http://schemas.openxmlformats.org/officeDocument/2006/relationships/customXml" Target="../ink/ink40.xml"/><Relationship Id="rId88" Type="http://schemas.openxmlformats.org/officeDocument/2006/relationships/image" Target="../media/image820.png"/><Relationship Id="rId111" Type="http://schemas.openxmlformats.org/officeDocument/2006/relationships/customXml" Target="../ink/ink54.xml"/><Relationship Id="rId132" Type="http://schemas.openxmlformats.org/officeDocument/2006/relationships/image" Target="../media/image104.png"/><Relationship Id="rId153" Type="http://schemas.openxmlformats.org/officeDocument/2006/relationships/customXml" Target="../ink/ink75.xml"/><Relationship Id="rId174" Type="http://schemas.openxmlformats.org/officeDocument/2006/relationships/image" Target="../media/image125.png"/><Relationship Id="rId179" Type="http://schemas.openxmlformats.org/officeDocument/2006/relationships/customXml" Target="../ink/ink88.xml"/><Relationship Id="rId195" Type="http://schemas.openxmlformats.org/officeDocument/2006/relationships/customXml" Target="../ink/ink96.xml"/><Relationship Id="rId209" Type="http://schemas.openxmlformats.org/officeDocument/2006/relationships/customXml" Target="../ink/ink103.xml"/><Relationship Id="rId190" Type="http://schemas.openxmlformats.org/officeDocument/2006/relationships/image" Target="../media/image133.png"/><Relationship Id="rId204" Type="http://schemas.openxmlformats.org/officeDocument/2006/relationships/image" Target="../media/image140.png"/><Relationship Id="rId15" Type="http://schemas.openxmlformats.org/officeDocument/2006/relationships/customXml" Target="../ink/ink6.xml"/><Relationship Id="rId36" Type="http://schemas.openxmlformats.org/officeDocument/2006/relationships/image" Target="../media/image56.png"/><Relationship Id="rId57" Type="http://schemas.openxmlformats.org/officeDocument/2006/relationships/customXml" Target="../ink/ink27.xml"/><Relationship Id="rId106" Type="http://schemas.openxmlformats.org/officeDocument/2006/relationships/image" Target="../media/image91.png"/><Relationship Id="rId127" Type="http://schemas.openxmlformats.org/officeDocument/2006/relationships/customXml" Target="../ink/ink62.xml"/><Relationship Id="rId10" Type="http://schemas.openxmlformats.org/officeDocument/2006/relationships/image" Target="../media/image43.png"/><Relationship Id="rId31" Type="http://schemas.openxmlformats.org/officeDocument/2006/relationships/customXml" Target="../ink/ink14.xml"/><Relationship Id="rId52" Type="http://schemas.openxmlformats.org/officeDocument/2006/relationships/image" Target="../media/image64.png"/><Relationship Id="rId73" Type="http://schemas.openxmlformats.org/officeDocument/2006/relationships/customXml" Target="../ink/ink35.xml"/><Relationship Id="rId78" Type="http://schemas.openxmlformats.org/officeDocument/2006/relationships/image" Target="../media/image77.png"/><Relationship Id="rId94" Type="http://schemas.openxmlformats.org/officeDocument/2006/relationships/image" Target="../media/image85.png"/><Relationship Id="rId99" Type="http://schemas.openxmlformats.org/officeDocument/2006/relationships/customXml" Target="../ink/ink48.xml"/><Relationship Id="rId101" Type="http://schemas.openxmlformats.org/officeDocument/2006/relationships/customXml" Target="../ink/ink49.xml"/><Relationship Id="rId122" Type="http://schemas.openxmlformats.org/officeDocument/2006/relationships/image" Target="../media/image99.png"/><Relationship Id="rId143" Type="http://schemas.openxmlformats.org/officeDocument/2006/relationships/customXml" Target="../ink/ink70.xml"/><Relationship Id="rId148" Type="http://schemas.openxmlformats.org/officeDocument/2006/relationships/image" Target="../media/image112.png"/><Relationship Id="rId164" Type="http://schemas.openxmlformats.org/officeDocument/2006/relationships/image" Target="../media/image120.png"/><Relationship Id="rId169" Type="http://schemas.openxmlformats.org/officeDocument/2006/relationships/customXml" Target="../ink/ink83.xml"/><Relationship Id="rId185" Type="http://schemas.openxmlformats.org/officeDocument/2006/relationships/customXml" Target="../ink/ink91.xml"/><Relationship Id="rId4" Type="http://schemas.openxmlformats.org/officeDocument/2006/relationships/image" Target="../media/image40.png"/><Relationship Id="rId9" Type="http://schemas.openxmlformats.org/officeDocument/2006/relationships/customXml" Target="../ink/ink3.xml"/><Relationship Id="rId180" Type="http://schemas.openxmlformats.org/officeDocument/2006/relationships/image" Target="../media/image128.png"/><Relationship Id="rId210" Type="http://schemas.openxmlformats.org/officeDocument/2006/relationships/image" Target="../media/image143.png"/><Relationship Id="rId26" Type="http://schemas.openxmlformats.org/officeDocument/2006/relationships/image" Target="../media/image51.png"/><Relationship Id="rId47" Type="http://schemas.openxmlformats.org/officeDocument/2006/relationships/customXml" Target="../ink/ink22.xml"/><Relationship Id="rId68" Type="http://schemas.openxmlformats.org/officeDocument/2006/relationships/image" Target="../media/image72.png"/><Relationship Id="rId89" Type="http://schemas.openxmlformats.org/officeDocument/2006/relationships/customXml" Target="../ink/ink43.xml"/><Relationship Id="rId112" Type="http://schemas.openxmlformats.org/officeDocument/2006/relationships/image" Target="../media/image94.png"/><Relationship Id="rId133" Type="http://schemas.openxmlformats.org/officeDocument/2006/relationships/customXml" Target="../ink/ink65.xml"/><Relationship Id="rId154" Type="http://schemas.openxmlformats.org/officeDocument/2006/relationships/image" Target="../media/image115.png"/><Relationship Id="rId175" Type="http://schemas.openxmlformats.org/officeDocument/2006/relationships/customXml" Target="../ink/ink86.xml"/><Relationship Id="rId196" Type="http://schemas.openxmlformats.org/officeDocument/2006/relationships/image" Target="../media/image136.png"/><Relationship Id="rId200" Type="http://schemas.openxmlformats.org/officeDocument/2006/relationships/image" Target="../media/image138.png"/><Relationship Id="rId16" Type="http://schemas.openxmlformats.org/officeDocument/2006/relationships/image" Target="../media/image46.png"/><Relationship Id="rId37" Type="http://schemas.openxmlformats.org/officeDocument/2006/relationships/customXml" Target="../ink/ink17.xml"/><Relationship Id="rId58" Type="http://schemas.openxmlformats.org/officeDocument/2006/relationships/image" Target="../media/image67.png"/><Relationship Id="rId79" Type="http://schemas.openxmlformats.org/officeDocument/2006/relationships/customXml" Target="../ink/ink38.xml"/><Relationship Id="rId102" Type="http://schemas.openxmlformats.org/officeDocument/2006/relationships/image" Target="../media/image89.png"/><Relationship Id="rId123" Type="http://schemas.openxmlformats.org/officeDocument/2006/relationships/customXml" Target="../ink/ink60.xml"/><Relationship Id="rId144" Type="http://schemas.openxmlformats.org/officeDocument/2006/relationships/image" Target="../media/image110.png"/><Relationship Id="rId90" Type="http://schemas.openxmlformats.org/officeDocument/2006/relationships/image" Target="../media/image83.png"/><Relationship Id="rId165" Type="http://schemas.openxmlformats.org/officeDocument/2006/relationships/customXml" Target="../ink/ink81.xml"/><Relationship Id="rId186" Type="http://schemas.openxmlformats.org/officeDocument/2006/relationships/image" Target="../media/image131.png"/><Relationship Id="rId211" Type="http://schemas.openxmlformats.org/officeDocument/2006/relationships/customXml" Target="../ink/ink104.xml"/><Relationship Id="rId27" Type="http://schemas.openxmlformats.org/officeDocument/2006/relationships/customXml" Target="../ink/ink12.xml"/><Relationship Id="rId48" Type="http://schemas.openxmlformats.org/officeDocument/2006/relationships/image" Target="../media/image62.png"/><Relationship Id="rId69" Type="http://schemas.openxmlformats.org/officeDocument/2006/relationships/customXml" Target="../ink/ink33.xml"/><Relationship Id="rId113" Type="http://schemas.openxmlformats.org/officeDocument/2006/relationships/customXml" Target="../ink/ink55.xml"/><Relationship Id="rId134" Type="http://schemas.openxmlformats.org/officeDocument/2006/relationships/image" Target="../media/image105.png"/><Relationship Id="rId80" Type="http://schemas.openxmlformats.org/officeDocument/2006/relationships/image" Target="../media/image78.png"/><Relationship Id="rId155" Type="http://schemas.openxmlformats.org/officeDocument/2006/relationships/customXml" Target="../ink/ink76.xml"/><Relationship Id="rId176" Type="http://schemas.openxmlformats.org/officeDocument/2006/relationships/image" Target="../media/image126.png"/><Relationship Id="rId197" Type="http://schemas.openxmlformats.org/officeDocument/2006/relationships/customXml" Target="../ink/ink97.xml"/><Relationship Id="rId201" Type="http://schemas.openxmlformats.org/officeDocument/2006/relationships/customXml" Target="../ink/ink99.xml"/><Relationship Id="rId17" Type="http://schemas.openxmlformats.org/officeDocument/2006/relationships/customXml" Target="../ink/ink7.xml"/><Relationship Id="rId38" Type="http://schemas.openxmlformats.org/officeDocument/2006/relationships/image" Target="../media/image57.png"/><Relationship Id="rId59" Type="http://schemas.openxmlformats.org/officeDocument/2006/relationships/customXml" Target="../ink/ink28.xml"/><Relationship Id="rId103" Type="http://schemas.openxmlformats.org/officeDocument/2006/relationships/customXml" Target="../ink/ink50.xml"/><Relationship Id="rId124" Type="http://schemas.openxmlformats.org/officeDocument/2006/relationships/image" Target="../media/image100.png"/><Relationship Id="rId70" Type="http://schemas.openxmlformats.org/officeDocument/2006/relationships/image" Target="../media/image73.png"/><Relationship Id="rId91" Type="http://schemas.openxmlformats.org/officeDocument/2006/relationships/customXml" Target="../ink/ink44.xml"/><Relationship Id="rId145" Type="http://schemas.openxmlformats.org/officeDocument/2006/relationships/customXml" Target="../ink/ink71.xml"/><Relationship Id="rId166" Type="http://schemas.openxmlformats.org/officeDocument/2006/relationships/image" Target="../media/image121.png"/><Relationship Id="rId187" Type="http://schemas.openxmlformats.org/officeDocument/2006/relationships/customXml" Target="../ink/ink92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05.xml"/><Relationship Id="rId28" Type="http://schemas.openxmlformats.org/officeDocument/2006/relationships/image" Target="../media/image52.png"/><Relationship Id="rId49" Type="http://schemas.openxmlformats.org/officeDocument/2006/relationships/customXml" Target="../ink/ink23.xml"/><Relationship Id="rId114" Type="http://schemas.openxmlformats.org/officeDocument/2006/relationships/image" Target="../media/image95.png"/><Relationship Id="rId60" Type="http://schemas.openxmlformats.org/officeDocument/2006/relationships/image" Target="../media/image68.png"/><Relationship Id="rId81" Type="http://schemas.openxmlformats.org/officeDocument/2006/relationships/customXml" Target="../ink/ink39.xml"/><Relationship Id="rId135" Type="http://schemas.openxmlformats.org/officeDocument/2006/relationships/customXml" Target="../ink/ink66.xml"/><Relationship Id="rId156" Type="http://schemas.openxmlformats.org/officeDocument/2006/relationships/image" Target="../media/image116.png"/><Relationship Id="rId177" Type="http://schemas.openxmlformats.org/officeDocument/2006/relationships/customXml" Target="../ink/ink87.xml"/><Relationship Id="rId198" Type="http://schemas.openxmlformats.org/officeDocument/2006/relationships/image" Target="../media/image137.png"/><Relationship Id="rId202" Type="http://schemas.openxmlformats.org/officeDocument/2006/relationships/image" Target="../media/image139.png"/><Relationship Id="rId18" Type="http://schemas.openxmlformats.org/officeDocument/2006/relationships/image" Target="../media/image47.png"/><Relationship Id="rId39" Type="http://schemas.openxmlformats.org/officeDocument/2006/relationships/customXml" Target="../ink/ink18.xml"/><Relationship Id="rId50" Type="http://schemas.openxmlformats.org/officeDocument/2006/relationships/image" Target="../media/image63.png"/><Relationship Id="rId104" Type="http://schemas.openxmlformats.org/officeDocument/2006/relationships/image" Target="../media/image90.png"/><Relationship Id="rId125" Type="http://schemas.openxmlformats.org/officeDocument/2006/relationships/customXml" Target="../ink/ink61.xml"/><Relationship Id="rId146" Type="http://schemas.openxmlformats.org/officeDocument/2006/relationships/image" Target="../media/image111.png"/><Relationship Id="rId167" Type="http://schemas.openxmlformats.org/officeDocument/2006/relationships/customXml" Target="../ink/ink82.xml"/><Relationship Id="rId188" Type="http://schemas.openxmlformats.org/officeDocument/2006/relationships/image" Target="../media/image132.png"/><Relationship Id="rId71" Type="http://schemas.openxmlformats.org/officeDocument/2006/relationships/customXml" Target="../ink/ink34.xml"/><Relationship Id="rId92" Type="http://schemas.openxmlformats.org/officeDocument/2006/relationships/image" Target="../media/image84.png"/><Relationship Id="rId2" Type="http://schemas.openxmlformats.org/officeDocument/2006/relationships/image" Target="../media/image7.png"/><Relationship Id="rId29" Type="http://schemas.openxmlformats.org/officeDocument/2006/relationships/customXml" Target="../ink/ink13.xml"/><Relationship Id="rId40" Type="http://schemas.openxmlformats.org/officeDocument/2006/relationships/image" Target="../media/image58.png"/><Relationship Id="rId115" Type="http://schemas.openxmlformats.org/officeDocument/2006/relationships/customXml" Target="../ink/ink56.xml"/><Relationship Id="rId136" Type="http://schemas.openxmlformats.org/officeDocument/2006/relationships/image" Target="../media/image106.png"/><Relationship Id="rId157" Type="http://schemas.openxmlformats.org/officeDocument/2006/relationships/customXml" Target="../ink/ink77.xml"/><Relationship Id="rId178" Type="http://schemas.openxmlformats.org/officeDocument/2006/relationships/image" Target="../media/image1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592CC-1E75-4167-8EFB-620C12B153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5827" y="1608924"/>
            <a:ext cx="9144000" cy="2387600"/>
          </a:xfrm>
        </p:spPr>
        <p:txBody>
          <a:bodyPr/>
          <a:lstStyle/>
          <a:p>
            <a:r>
              <a:rPr lang="en-US" altLang="zh-CN" dirty="0"/>
              <a:t>Tutorial 5 new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170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E848D-B205-4CDA-80CC-19207E83E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306F5-9754-41FE-BC98-0CA56E4DEF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8454"/>
                <a:ext cx="10515600" cy="4351338"/>
              </a:xfrm>
            </p:spPr>
            <p:txBody>
              <a:bodyPr/>
              <a:lstStyle/>
              <a:p>
                <a:pPr marL="342900" lvl="0" indent="-342900" algn="just">
                  <a:buFont typeface="+mj-lt"/>
                  <a:buAutoNum type="arabicPeriod"/>
                </a:pP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Design a divide-and-conquer algorithm for the following problem. Analyze the time complexity for your algorithm.</a:t>
                </a:r>
                <a:endParaRPr lang="en-US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457200" indent="266700" algn="just"/>
                <a:r>
                  <a:rPr lang="en-US" sz="1800" b="1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Input</a:t>
                </a: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: An integer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and an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integer matrix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+1,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sSub>
                      <m:sSub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en-US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457200" indent="266700" algn="just"/>
                <a:r>
                  <a:rPr lang="en-US" sz="1800" b="1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Question</a:t>
                </a:r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: Is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is an element in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sz="1800" kern="1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? </a:t>
                </a:r>
                <a:endParaRPr lang="en-US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306F5-9754-41FE-BC98-0CA56E4DEF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8454"/>
                <a:ext cx="10515600" cy="4351338"/>
              </a:xfrm>
              <a:blipFill>
                <a:blip r:embed="rId2"/>
                <a:stretch>
                  <a:fillRect l="-406" t="-1401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995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9D7A2-0322-4333-B804-98EEEF567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2F2566-D628-49C0-A5C1-7BA454614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414" y="2125254"/>
            <a:ext cx="3333750" cy="33147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005D257-F9B9-40D7-97E3-71517E4B6B5C}"/>
              </a:ext>
            </a:extLst>
          </p:cNvPr>
          <p:cNvSpPr/>
          <p:nvPr/>
        </p:nvSpPr>
        <p:spPr>
          <a:xfrm>
            <a:off x="4200808" y="2181884"/>
            <a:ext cx="733331" cy="72427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27DE5D-4132-462A-9052-0608ECBFD408}"/>
              </a:ext>
            </a:extLst>
          </p:cNvPr>
          <p:cNvSpPr/>
          <p:nvPr/>
        </p:nvSpPr>
        <p:spPr>
          <a:xfrm>
            <a:off x="5522614" y="2833734"/>
            <a:ext cx="1950550" cy="260622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A79F9B-B79B-41EA-A0FF-977C458A5F8E}"/>
              </a:ext>
            </a:extLst>
          </p:cNvPr>
          <p:cNvSpPr/>
          <p:nvPr/>
        </p:nvSpPr>
        <p:spPr>
          <a:xfrm>
            <a:off x="4851148" y="3517862"/>
            <a:ext cx="671466" cy="192209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A557A1-76D7-447C-A63E-CD37B44797F5}"/>
              </a:ext>
            </a:extLst>
          </p:cNvPr>
          <p:cNvSpPr txBox="1"/>
          <p:nvPr/>
        </p:nvSpPr>
        <p:spPr>
          <a:xfrm>
            <a:off x="769545" y="1548143"/>
            <a:ext cx="3096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Elements in this part are always smaller than 5.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4B5818-409C-481F-8212-DF63428586AB}"/>
              </a:ext>
            </a:extLst>
          </p:cNvPr>
          <p:cNvSpPr txBox="1"/>
          <p:nvPr/>
        </p:nvSpPr>
        <p:spPr>
          <a:xfrm>
            <a:off x="8372945" y="5340036"/>
            <a:ext cx="2554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Elements in this part are always bigger than 5</a:t>
            </a: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4ADE86D4-746F-4CEE-AE7F-8C4E5F20AAD3}"/>
              </a:ext>
            </a:extLst>
          </p:cNvPr>
          <p:cNvSpPr/>
          <p:nvPr/>
        </p:nvSpPr>
        <p:spPr>
          <a:xfrm rot="1685666">
            <a:off x="3147936" y="1978181"/>
            <a:ext cx="660903" cy="407406"/>
          </a:xfrm>
          <a:prstGeom prst="leftArrow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AB32C2EA-EA8C-4968-ACF7-A67853174F5D}"/>
              </a:ext>
            </a:extLst>
          </p:cNvPr>
          <p:cNvSpPr/>
          <p:nvPr/>
        </p:nvSpPr>
        <p:spPr>
          <a:xfrm rot="11951360">
            <a:off x="7521758" y="5369816"/>
            <a:ext cx="660903" cy="407406"/>
          </a:xfrm>
          <a:prstGeom prst="leftArrow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29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64BB0-2F89-4C75-A0EE-595E71C8E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Q2.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4AA3CE-6441-474F-B6B7-C787181878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Illustrate the following two polynomials using divide and conquer </a:t>
                </a:r>
                <a:r>
                  <a:rPr lang="en-US" dirty="0" err="1"/>
                  <a:t>PolyMulti</a:t>
                </a:r>
                <a:r>
                  <a:rPr lang="en-US" dirty="0"/>
                  <a:t> algorithm: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𝐴</m:t>
                      </m:r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=2+</m:t>
                      </m:r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𝑥</m:t>
                      </m:r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+4</m:t>
                      </m:r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p>
                      </m:sSup>
                      <m:r>
                        <a:rPr lang="en-US" sz="2400" b="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+3</m:t>
                      </m:r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400" dirty="0">
                  <a:effectLst/>
                  <a:latin typeface="Times New Roman" panose="02020603050405020304" pitchFamily="18" charset="0"/>
                  <a:ea typeface="PMingLiU" panose="02020500000000000000" pitchFamily="18" charset="-12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𝐵</m:t>
                      </m:r>
                      <m:r>
                        <a:rPr lang="en-US" sz="2400" b="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=3+5</m:t>
                      </m:r>
                      <m:r>
                        <a:rPr lang="en-US" sz="2400" b="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𝑥</m:t>
                      </m:r>
                      <m:r>
                        <a:rPr lang="en-US" sz="2400" b="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+2</m:t>
                      </m:r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sup>
                      </m:sSup>
                      <m:r>
                        <a:rPr lang="en-US" sz="2400" b="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400" dirty="0">
                  <a:effectLst/>
                  <a:latin typeface="Times New Roman" panose="02020603050405020304" pitchFamily="18" charset="0"/>
                  <a:ea typeface="PMingLiU" panose="02020500000000000000" pitchFamily="18" charset="-12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4AA3CE-6441-474F-B6B7-C787181878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6218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E848D-B205-4CDA-80CC-19207E83E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Q3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306F5-9754-41FE-BC98-0CA56E4DEF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8454"/>
                <a:ext cx="10515600" cy="152158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How to explain the following inequation in Lecture 5: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+6)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6306F5-9754-41FE-BC98-0CA56E4DEF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8454"/>
                <a:ext cx="10515600" cy="1521583"/>
              </a:xfrm>
              <a:blipFill>
                <a:blip r:embed="rId2"/>
                <a:stretch>
                  <a:fillRect l="-522" t="-40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816E9A18-7C79-4715-AA8F-EFC971B76D9D}"/>
              </a:ext>
            </a:extLst>
          </p:cNvPr>
          <p:cNvGrpSpPr/>
          <p:nvPr/>
        </p:nvGrpSpPr>
        <p:grpSpPr>
          <a:xfrm>
            <a:off x="2634756" y="3020037"/>
            <a:ext cx="5174055" cy="2556995"/>
            <a:chOff x="1679418" y="2243719"/>
            <a:chExt cx="5174055" cy="255699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5AC145B-A1B7-4748-B485-E878ADAA64CB}"/>
                </a:ext>
              </a:extLst>
            </p:cNvPr>
            <p:cNvSpPr/>
            <p:nvPr/>
          </p:nvSpPr>
          <p:spPr>
            <a:xfrm>
              <a:off x="3060071" y="2243720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7CA1506-F182-4392-9C0A-F3F04606EE8E}"/>
                </a:ext>
              </a:extLst>
            </p:cNvPr>
            <p:cNvSpPr/>
            <p:nvPr/>
          </p:nvSpPr>
          <p:spPr>
            <a:xfrm>
              <a:off x="3548958" y="2243720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EC3F91F-958E-4358-9534-487238ABCBE7}"/>
                </a:ext>
              </a:extLst>
            </p:cNvPr>
            <p:cNvSpPr/>
            <p:nvPr/>
          </p:nvSpPr>
          <p:spPr>
            <a:xfrm>
              <a:off x="4037845" y="2243720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F3F4E77-DC9F-432B-BD89-B4482B8B841E}"/>
                </a:ext>
              </a:extLst>
            </p:cNvPr>
            <p:cNvSpPr/>
            <p:nvPr/>
          </p:nvSpPr>
          <p:spPr>
            <a:xfrm>
              <a:off x="4526732" y="2243719"/>
              <a:ext cx="307818" cy="3348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9B0BAFA-01C1-4D26-A0C3-702856009EFC}"/>
                </a:ext>
              </a:extLst>
            </p:cNvPr>
            <p:cNvSpPr/>
            <p:nvPr/>
          </p:nvSpPr>
          <p:spPr>
            <a:xfrm>
              <a:off x="4988460" y="2243720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48E55AA-5D4A-4EE3-810D-819B9AD44714}"/>
                </a:ext>
              </a:extLst>
            </p:cNvPr>
            <p:cNvSpPr/>
            <p:nvPr/>
          </p:nvSpPr>
          <p:spPr>
            <a:xfrm>
              <a:off x="5477347" y="2243720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DB5745A-214B-4D44-8461-D350DB1AC3E3}"/>
                </a:ext>
              </a:extLst>
            </p:cNvPr>
            <p:cNvSpPr/>
            <p:nvPr/>
          </p:nvSpPr>
          <p:spPr>
            <a:xfrm>
              <a:off x="5966234" y="2243720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B0CB40-9F18-4591-9B58-9F39D4003DD4}"/>
                </a:ext>
              </a:extLst>
            </p:cNvPr>
            <p:cNvSpPr/>
            <p:nvPr/>
          </p:nvSpPr>
          <p:spPr>
            <a:xfrm>
              <a:off x="6455121" y="2243719"/>
              <a:ext cx="307818" cy="3348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C7A6649-DD17-4C62-BDF3-23BC394BF450}"/>
                </a:ext>
              </a:extLst>
            </p:cNvPr>
            <p:cNvSpPr/>
            <p:nvPr/>
          </p:nvSpPr>
          <p:spPr>
            <a:xfrm>
              <a:off x="3060071" y="2749206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031DC14-CD46-426C-AFFC-801E84FD4A40}"/>
                </a:ext>
              </a:extLst>
            </p:cNvPr>
            <p:cNvSpPr/>
            <p:nvPr/>
          </p:nvSpPr>
          <p:spPr>
            <a:xfrm>
              <a:off x="3548958" y="2749206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F5A18F5-27CF-4F91-B848-50A0BC5BA18C}"/>
                </a:ext>
              </a:extLst>
            </p:cNvPr>
            <p:cNvSpPr/>
            <p:nvPr/>
          </p:nvSpPr>
          <p:spPr>
            <a:xfrm>
              <a:off x="4037845" y="2749206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2C2E834-17FD-4260-A25C-7DD3CFD53C42}"/>
                </a:ext>
              </a:extLst>
            </p:cNvPr>
            <p:cNvSpPr/>
            <p:nvPr/>
          </p:nvSpPr>
          <p:spPr>
            <a:xfrm>
              <a:off x="4526732" y="2749205"/>
              <a:ext cx="307818" cy="3348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150A32-3192-4205-8303-75ED8101A22C}"/>
                </a:ext>
              </a:extLst>
            </p:cNvPr>
            <p:cNvSpPr/>
            <p:nvPr/>
          </p:nvSpPr>
          <p:spPr>
            <a:xfrm>
              <a:off x="4988460" y="2749206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FB51130-8351-4A20-A704-07044B69A75F}"/>
                </a:ext>
              </a:extLst>
            </p:cNvPr>
            <p:cNvSpPr/>
            <p:nvPr/>
          </p:nvSpPr>
          <p:spPr>
            <a:xfrm>
              <a:off x="5477347" y="2749206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6BFD63E-814D-4F2C-9910-9369EEE19876}"/>
                </a:ext>
              </a:extLst>
            </p:cNvPr>
            <p:cNvSpPr/>
            <p:nvPr/>
          </p:nvSpPr>
          <p:spPr>
            <a:xfrm>
              <a:off x="5966234" y="2749206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5EA5B23-6C7B-4FC6-89DD-623413E64BBA}"/>
                </a:ext>
              </a:extLst>
            </p:cNvPr>
            <p:cNvSpPr/>
            <p:nvPr/>
          </p:nvSpPr>
          <p:spPr>
            <a:xfrm>
              <a:off x="6455121" y="2749205"/>
              <a:ext cx="307818" cy="3348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DD1CFFA-DC91-47D2-8E3B-874626DCC06D}"/>
                </a:ext>
              </a:extLst>
            </p:cNvPr>
            <p:cNvSpPr/>
            <p:nvPr/>
          </p:nvSpPr>
          <p:spPr>
            <a:xfrm>
              <a:off x="3060071" y="3254514"/>
              <a:ext cx="307818" cy="334978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4127F33-BECF-4350-888E-EB8AA0C009E1}"/>
                </a:ext>
              </a:extLst>
            </p:cNvPr>
            <p:cNvSpPr/>
            <p:nvPr/>
          </p:nvSpPr>
          <p:spPr>
            <a:xfrm>
              <a:off x="3548958" y="3254514"/>
              <a:ext cx="307818" cy="334978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0896303-7F91-43E9-BCAA-CCDD4D3DB377}"/>
                </a:ext>
              </a:extLst>
            </p:cNvPr>
            <p:cNvSpPr/>
            <p:nvPr/>
          </p:nvSpPr>
          <p:spPr>
            <a:xfrm>
              <a:off x="4037845" y="3254514"/>
              <a:ext cx="307818" cy="334978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EBBF1ED-F111-4B10-9ECC-4208E81AA35A}"/>
                </a:ext>
              </a:extLst>
            </p:cNvPr>
            <p:cNvSpPr/>
            <p:nvPr/>
          </p:nvSpPr>
          <p:spPr>
            <a:xfrm>
              <a:off x="4526732" y="3254513"/>
              <a:ext cx="307818" cy="3348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S</a:t>
              </a:r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84CD4A2-8D3A-4D15-A528-0F644A7DFFF3}"/>
                </a:ext>
              </a:extLst>
            </p:cNvPr>
            <p:cNvSpPr/>
            <p:nvPr/>
          </p:nvSpPr>
          <p:spPr>
            <a:xfrm>
              <a:off x="4988460" y="3254514"/>
              <a:ext cx="307818" cy="334978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2B3443A-3891-463C-9BEA-B3E2CD9A9A6D}"/>
                </a:ext>
              </a:extLst>
            </p:cNvPr>
            <p:cNvSpPr/>
            <p:nvPr/>
          </p:nvSpPr>
          <p:spPr>
            <a:xfrm>
              <a:off x="5477347" y="3254514"/>
              <a:ext cx="307818" cy="334978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3A42719-2EFC-49AD-8614-D7544E6BBABA}"/>
                </a:ext>
              </a:extLst>
            </p:cNvPr>
            <p:cNvSpPr/>
            <p:nvPr/>
          </p:nvSpPr>
          <p:spPr>
            <a:xfrm>
              <a:off x="5966234" y="3254514"/>
              <a:ext cx="307818" cy="334978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D374539-9CEC-4960-A827-B3AC43460008}"/>
                </a:ext>
              </a:extLst>
            </p:cNvPr>
            <p:cNvSpPr/>
            <p:nvPr/>
          </p:nvSpPr>
          <p:spPr>
            <a:xfrm>
              <a:off x="6455121" y="3254513"/>
              <a:ext cx="307818" cy="3348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4241746-C044-4945-8E1F-E50F97F5AA0B}"/>
                </a:ext>
              </a:extLst>
            </p:cNvPr>
            <p:cNvSpPr/>
            <p:nvPr/>
          </p:nvSpPr>
          <p:spPr>
            <a:xfrm>
              <a:off x="3060071" y="3759644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2F1E3CC-FCB6-4915-9008-C564CF421116}"/>
                </a:ext>
              </a:extLst>
            </p:cNvPr>
            <p:cNvSpPr/>
            <p:nvPr/>
          </p:nvSpPr>
          <p:spPr>
            <a:xfrm>
              <a:off x="3548958" y="3759644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1C3728F-1890-4DD2-ABF7-C7F38317E197}"/>
                </a:ext>
              </a:extLst>
            </p:cNvPr>
            <p:cNvSpPr/>
            <p:nvPr/>
          </p:nvSpPr>
          <p:spPr>
            <a:xfrm>
              <a:off x="4037845" y="3759644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D49814C-B8B3-4D9F-A858-4DD3D3DF6066}"/>
                </a:ext>
              </a:extLst>
            </p:cNvPr>
            <p:cNvSpPr/>
            <p:nvPr/>
          </p:nvSpPr>
          <p:spPr>
            <a:xfrm>
              <a:off x="4526732" y="3759643"/>
              <a:ext cx="307818" cy="3348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9566C8F-4479-46DC-A63E-4019890C9A2A}"/>
                </a:ext>
              </a:extLst>
            </p:cNvPr>
            <p:cNvSpPr/>
            <p:nvPr/>
          </p:nvSpPr>
          <p:spPr>
            <a:xfrm>
              <a:off x="4988460" y="3759644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61947E1-A9BF-4D90-B072-6C3B553CE616}"/>
                </a:ext>
              </a:extLst>
            </p:cNvPr>
            <p:cNvSpPr/>
            <p:nvPr/>
          </p:nvSpPr>
          <p:spPr>
            <a:xfrm>
              <a:off x="5477347" y="3759644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D01B25F-32FB-4C44-9AE0-2B83EA445B33}"/>
                </a:ext>
              </a:extLst>
            </p:cNvPr>
            <p:cNvSpPr/>
            <p:nvPr/>
          </p:nvSpPr>
          <p:spPr>
            <a:xfrm>
              <a:off x="5966234" y="3759644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F599DF6-9EBA-41D2-AD16-C3BE14026D1D}"/>
                </a:ext>
              </a:extLst>
            </p:cNvPr>
            <p:cNvSpPr/>
            <p:nvPr/>
          </p:nvSpPr>
          <p:spPr>
            <a:xfrm>
              <a:off x="6455121" y="3759643"/>
              <a:ext cx="307818" cy="3348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17189B2-4FFC-47A5-BCB4-F6B0E06046EC}"/>
                </a:ext>
              </a:extLst>
            </p:cNvPr>
            <p:cNvSpPr/>
            <p:nvPr/>
          </p:nvSpPr>
          <p:spPr>
            <a:xfrm>
              <a:off x="3060071" y="4264596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DAEA6D54-F62F-4F38-8FC1-C24FBB85BF6C}"/>
                </a:ext>
              </a:extLst>
            </p:cNvPr>
            <p:cNvSpPr/>
            <p:nvPr/>
          </p:nvSpPr>
          <p:spPr>
            <a:xfrm>
              <a:off x="3548958" y="4264596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B152DC00-4712-4F63-982A-96EA7CB75C6E}"/>
                </a:ext>
              </a:extLst>
            </p:cNvPr>
            <p:cNvSpPr/>
            <p:nvPr/>
          </p:nvSpPr>
          <p:spPr>
            <a:xfrm>
              <a:off x="4037845" y="4264596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5EAC17A-F5EB-4235-8822-32D813F1031C}"/>
                </a:ext>
              </a:extLst>
            </p:cNvPr>
            <p:cNvSpPr/>
            <p:nvPr/>
          </p:nvSpPr>
          <p:spPr>
            <a:xfrm>
              <a:off x="4526732" y="4264595"/>
              <a:ext cx="307818" cy="3348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A796CF0-283F-419B-84DA-CE224E778E7E}"/>
                </a:ext>
              </a:extLst>
            </p:cNvPr>
            <p:cNvSpPr/>
            <p:nvPr/>
          </p:nvSpPr>
          <p:spPr>
            <a:xfrm>
              <a:off x="4988460" y="4264596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A6695B9-6D74-4E78-840C-85BCD54AB40A}"/>
                </a:ext>
              </a:extLst>
            </p:cNvPr>
            <p:cNvSpPr/>
            <p:nvPr/>
          </p:nvSpPr>
          <p:spPr>
            <a:xfrm>
              <a:off x="5477347" y="4264596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45A4502-57B9-4A83-AE27-39F32AE6FAC2}"/>
                </a:ext>
              </a:extLst>
            </p:cNvPr>
            <p:cNvSpPr/>
            <p:nvPr/>
          </p:nvSpPr>
          <p:spPr>
            <a:xfrm>
              <a:off x="5966234" y="4264596"/>
              <a:ext cx="307818" cy="33497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236D331-1AE4-47AE-960C-96E1A42DDFFD}"/>
                </a:ext>
              </a:extLst>
            </p:cNvPr>
            <p:cNvSpPr txBox="1"/>
            <p:nvPr/>
          </p:nvSpPr>
          <p:spPr>
            <a:xfrm>
              <a:off x="1679418" y="3219981"/>
              <a:ext cx="11407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medians</a:t>
              </a:r>
              <a:endParaRPr lang="en-US" b="1" dirty="0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CBC9B0A-F984-4455-B13C-5FB796ADC88A}"/>
                </a:ext>
              </a:extLst>
            </p:cNvPr>
            <p:cNvCxnSpPr/>
            <p:nvPr/>
          </p:nvCxnSpPr>
          <p:spPr>
            <a:xfrm>
              <a:off x="4916032" y="3180714"/>
              <a:ext cx="1937441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C4C485C-575D-41FE-8B84-57D2B8B2AC4F}"/>
                </a:ext>
              </a:extLst>
            </p:cNvPr>
            <p:cNvCxnSpPr/>
            <p:nvPr/>
          </p:nvCxnSpPr>
          <p:spPr>
            <a:xfrm>
              <a:off x="6853473" y="3180714"/>
              <a:ext cx="0" cy="1620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766048B-1C17-41FC-BEEB-538069F9DC5A}"/>
                </a:ext>
              </a:extLst>
            </p:cNvPr>
            <p:cNvCxnSpPr>
              <a:cxnSpLocks/>
            </p:cNvCxnSpPr>
            <p:nvPr/>
          </p:nvCxnSpPr>
          <p:spPr>
            <a:xfrm>
              <a:off x="4425635" y="3649986"/>
              <a:ext cx="0" cy="1150728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ACA54B7-CFE9-49F5-BEF4-B82B318811E4}"/>
                </a:ext>
              </a:extLst>
            </p:cNvPr>
            <p:cNvCxnSpPr>
              <a:cxnSpLocks/>
            </p:cNvCxnSpPr>
            <p:nvPr/>
          </p:nvCxnSpPr>
          <p:spPr>
            <a:xfrm>
              <a:off x="4425635" y="4800714"/>
              <a:ext cx="2427838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EFA5829-F281-41A8-9094-5FA5FB9816A1}"/>
                </a:ext>
              </a:extLst>
            </p:cNvPr>
            <p:cNvCxnSpPr>
              <a:cxnSpLocks/>
            </p:cNvCxnSpPr>
            <p:nvPr/>
          </p:nvCxnSpPr>
          <p:spPr>
            <a:xfrm>
              <a:off x="4425635" y="3649986"/>
              <a:ext cx="490397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3F5320C-696A-40E7-BDF3-75C711AFEAA4}"/>
                </a:ext>
              </a:extLst>
            </p:cNvPr>
            <p:cNvCxnSpPr>
              <a:cxnSpLocks/>
            </p:cNvCxnSpPr>
            <p:nvPr/>
          </p:nvCxnSpPr>
          <p:spPr>
            <a:xfrm>
              <a:off x="4916032" y="3180714"/>
              <a:ext cx="0" cy="46927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76515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4C921-8720-497A-9206-E6CF7634F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025" y="313093"/>
            <a:ext cx="5506616" cy="735887"/>
          </a:xfrm>
        </p:spPr>
        <p:txBody>
          <a:bodyPr/>
          <a:lstStyle/>
          <a:p>
            <a:r>
              <a:rPr lang="en-US" dirty="0"/>
              <a:t>Q4. Random Selection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25AC5D4-6F33-4AF6-B19A-5C4052F47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04" y="947349"/>
            <a:ext cx="5016106" cy="27662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BD76C2A-CCA7-4BDC-B9F2-A01021310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014" y="3794640"/>
            <a:ext cx="4544202" cy="305859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8926C1B-AC4C-439A-B9B6-F29EAD2A4C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720" y="313093"/>
            <a:ext cx="5506616" cy="42591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C7CA115-1A62-495A-AD12-7EBE9112A55B}"/>
                  </a:ext>
                </a:extLst>
              </p:cNvPr>
              <p:cNvSpPr txBox="1"/>
              <p:nvPr/>
            </p:nvSpPr>
            <p:spPr>
              <a:xfrm>
                <a:off x="5691673" y="4748929"/>
                <a:ext cx="6568751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00B050"/>
                    </a:solidFill>
                  </a:rPr>
                  <a:t>Explanation ?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Q1, For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in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equation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?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When executing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𝑅𝑎𝑛𝑑𝑜𝑚𝑖𝑧𝑒𝑑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𝑆𝑒𝑙𝑒𝑐𝑡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,1,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>
                    <a:solidFill>
                      <a:schemeClr val="tx1"/>
                    </a:solidFill>
                  </a:rPr>
                  <a:t>we’ll execute line 4 of Algorithm 6, it calls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𝑅𝑎𝑛𝑑𝑜𝑚𝑖𝑧𝑒𝑑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𝑃𝑎𝑟𝑡𝑖𝑡𝑖𝑜𝑛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thus,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C7CA115-1A62-495A-AD12-7EBE9112A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673" y="4748929"/>
                <a:ext cx="6568751" cy="1631216"/>
              </a:xfrm>
              <a:prstGeom prst="rect">
                <a:avLst/>
              </a:prstGeom>
              <a:blipFill>
                <a:blip r:embed="rId5"/>
                <a:stretch>
                  <a:fillRect l="-1950" t="-3358" b="-48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1607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4C921-8720-497A-9206-E6CF7634F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025" y="313093"/>
            <a:ext cx="5506616" cy="735887"/>
          </a:xfrm>
        </p:spPr>
        <p:txBody>
          <a:bodyPr/>
          <a:lstStyle/>
          <a:p>
            <a:r>
              <a:rPr lang="en-US" dirty="0"/>
              <a:t>Random Selection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8926C1B-AC4C-439A-B9B6-F29EAD2A4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88" y="1048980"/>
            <a:ext cx="4904766" cy="37936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C7CA115-1A62-495A-AD12-7EBE9112A55B}"/>
                  </a:ext>
                </a:extLst>
              </p:cNvPr>
              <p:cNvSpPr txBox="1"/>
              <p:nvPr/>
            </p:nvSpPr>
            <p:spPr>
              <a:xfrm>
                <a:off x="5690706" y="996603"/>
                <a:ext cx="6789485" cy="19304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00B050"/>
                    </a:solidFill>
                  </a:rPr>
                  <a:t>Explanation ?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Q2, why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First,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the average number of comparisons made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𝑅𝑎𝑛𝑑𝑜𝑚𝑖𝑧𝑒𝑑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𝑆𝑒𝑙𝑒𝑐𝑡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,1,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means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𝑖𝑡h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largest element,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here means the position of pivot.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C7CA115-1A62-495A-AD12-7EBE9112A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0706" y="996603"/>
                <a:ext cx="6789485" cy="1930465"/>
              </a:xfrm>
              <a:prstGeom prst="rect">
                <a:avLst/>
              </a:prstGeom>
              <a:blipFill>
                <a:blip r:embed="rId3"/>
                <a:stretch>
                  <a:fillRect l="-1887" t="-2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DDA090A-2C70-49E4-BEA1-112761E8C439}"/>
              </a:ext>
            </a:extLst>
          </p:cNvPr>
          <p:cNvGraphicFramePr>
            <a:graphicFrameLocks noGrp="1"/>
          </p:cNvGraphicFramePr>
          <p:nvPr/>
        </p:nvGraphicFramePr>
        <p:xfrm>
          <a:off x="6928479" y="2744188"/>
          <a:ext cx="321128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994">
                  <a:extLst>
                    <a:ext uri="{9D8B030D-6E8A-4147-A177-3AD203B41FA5}">
                      <a16:colId xmlns:a16="http://schemas.microsoft.com/office/drawing/2014/main" val="2819904523"/>
                    </a:ext>
                  </a:extLst>
                </a:gridCol>
                <a:gridCol w="1268965">
                  <a:extLst>
                    <a:ext uri="{9D8B030D-6E8A-4147-A177-3AD203B41FA5}">
                      <a16:colId xmlns:a16="http://schemas.microsoft.com/office/drawing/2014/main" val="3856023490"/>
                    </a:ext>
                  </a:extLst>
                </a:gridCol>
                <a:gridCol w="1166326">
                  <a:extLst>
                    <a:ext uri="{9D8B030D-6E8A-4147-A177-3AD203B41FA5}">
                      <a16:colId xmlns:a16="http://schemas.microsoft.com/office/drawing/2014/main" val="1685720506"/>
                    </a:ext>
                  </a:extLst>
                </a:gridCol>
              </a:tblGrid>
              <a:tr h="349455"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860977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F579BB4-1450-4E94-8451-05F06A85F2D3}"/>
                  </a:ext>
                </a:extLst>
              </p:cNvPr>
              <p:cNvSpPr txBox="1"/>
              <p:nvPr/>
            </p:nvSpPr>
            <p:spPr>
              <a:xfrm>
                <a:off x="5903665" y="3183395"/>
                <a:ext cx="46279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Postion:  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(Pivot)     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 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F579BB4-1450-4E94-8451-05F06A85F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665" y="3183395"/>
                <a:ext cx="4627985" cy="369332"/>
              </a:xfrm>
              <a:prstGeom prst="rect">
                <a:avLst/>
              </a:prstGeom>
              <a:blipFill>
                <a:blip r:embed="rId4"/>
                <a:stretch>
                  <a:fillRect l="-1053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C374E0-8DD6-4902-BA98-D406F0D4D6F9}"/>
                  </a:ext>
                </a:extLst>
              </p:cNvPr>
              <p:cNvSpPr txBox="1"/>
              <p:nvPr/>
            </p:nvSpPr>
            <p:spPr>
              <a:xfrm>
                <a:off x="5824728" y="3708432"/>
                <a:ext cx="58887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>
                    <a:solidFill>
                      <a:schemeClr val="tx1"/>
                    </a:solidFill>
                  </a:rPr>
                  <a:t>If the pivot chosen currently is the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𝑘𝑡h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</a:rPr>
                  <a:t> largest element, then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means average number of comparisons that we find out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elements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elements.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C374E0-8DD6-4902-BA98-D406F0D4D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4728" y="3708432"/>
                <a:ext cx="5888736" cy="923330"/>
              </a:xfrm>
              <a:prstGeom prst="rect">
                <a:avLst/>
              </a:prstGeom>
              <a:blipFill>
                <a:blip r:embed="rId5"/>
                <a:stretch>
                  <a:fillRect l="-932" t="-3289" r="-207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0441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4C921-8720-497A-9206-E6CF7634F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025" y="313093"/>
            <a:ext cx="5506616" cy="735887"/>
          </a:xfrm>
        </p:spPr>
        <p:txBody>
          <a:bodyPr/>
          <a:lstStyle/>
          <a:p>
            <a:r>
              <a:rPr lang="en-US" dirty="0"/>
              <a:t>Random Selection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8926C1B-AC4C-439A-B9B6-F29EAD2A4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88" y="1048980"/>
            <a:ext cx="4904766" cy="37936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C7CA115-1A62-495A-AD12-7EBE9112A55B}"/>
                  </a:ext>
                </a:extLst>
              </p:cNvPr>
              <p:cNvSpPr txBox="1"/>
              <p:nvPr/>
            </p:nvSpPr>
            <p:spPr>
              <a:xfrm>
                <a:off x="5690706" y="996603"/>
                <a:ext cx="6789485" cy="13764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00B050"/>
                    </a:solidFill>
                  </a:rPr>
                  <a:t>Explanation ?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Q3, why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Similarly,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C7CA115-1A62-495A-AD12-7EBE9112A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0706" y="996603"/>
                <a:ext cx="6789485" cy="1376467"/>
              </a:xfrm>
              <a:prstGeom prst="rect">
                <a:avLst/>
              </a:prstGeom>
              <a:blipFill>
                <a:blip r:embed="rId3"/>
                <a:stretch>
                  <a:fillRect l="-1887" t="-3982" b="-9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DDA090A-2C70-49E4-BEA1-112761E8C439}"/>
              </a:ext>
            </a:extLst>
          </p:cNvPr>
          <p:cNvGraphicFramePr>
            <a:graphicFrameLocks noGrp="1"/>
          </p:cNvGraphicFramePr>
          <p:nvPr/>
        </p:nvGraphicFramePr>
        <p:xfrm>
          <a:off x="6715519" y="2248041"/>
          <a:ext cx="321128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994">
                  <a:extLst>
                    <a:ext uri="{9D8B030D-6E8A-4147-A177-3AD203B41FA5}">
                      <a16:colId xmlns:a16="http://schemas.microsoft.com/office/drawing/2014/main" val="2819904523"/>
                    </a:ext>
                  </a:extLst>
                </a:gridCol>
                <a:gridCol w="1268965">
                  <a:extLst>
                    <a:ext uri="{9D8B030D-6E8A-4147-A177-3AD203B41FA5}">
                      <a16:colId xmlns:a16="http://schemas.microsoft.com/office/drawing/2014/main" val="3856023490"/>
                    </a:ext>
                  </a:extLst>
                </a:gridCol>
                <a:gridCol w="1166326">
                  <a:extLst>
                    <a:ext uri="{9D8B030D-6E8A-4147-A177-3AD203B41FA5}">
                      <a16:colId xmlns:a16="http://schemas.microsoft.com/office/drawing/2014/main" val="1685720506"/>
                    </a:ext>
                  </a:extLst>
                </a:gridCol>
              </a:tblGrid>
              <a:tr h="349455"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860977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F579BB4-1450-4E94-8451-05F06A85F2D3}"/>
                  </a:ext>
                </a:extLst>
              </p:cNvPr>
              <p:cNvSpPr txBox="1"/>
              <p:nvPr/>
            </p:nvSpPr>
            <p:spPr>
              <a:xfrm>
                <a:off x="5690706" y="2687248"/>
                <a:ext cx="49047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Postion:  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(Pivot)    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 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F579BB4-1450-4E94-8451-05F06A85F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0706" y="2687248"/>
                <a:ext cx="4904766" cy="369332"/>
              </a:xfrm>
              <a:prstGeom prst="rect">
                <a:avLst/>
              </a:prstGeom>
              <a:blipFill>
                <a:blip r:embed="rId4"/>
                <a:stretch>
                  <a:fillRect l="-1119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C374E0-8DD6-4902-BA98-D406F0D4D6F9}"/>
                  </a:ext>
                </a:extLst>
              </p:cNvPr>
              <p:cNvSpPr txBox="1"/>
              <p:nvPr/>
            </p:nvSpPr>
            <p:spPr>
              <a:xfrm>
                <a:off x="5803641" y="3370758"/>
                <a:ext cx="58887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>
                    <a:solidFill>
                      <a:schemeClr val="tx1"/>
                    </a:solidFill>
                  </a:rPr>
                  <a:t>If the pivot chosen currently is the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𝑘𝑡h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</a:rPr>
                  <a:t> largest element, then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means average number of comparisons that we find out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elements from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elements.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C374E0-8DD6-4902-BA98-D406F0D4D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3641" y="3370758"/>
                <a:ext cx="5888736" cy="923330"/>
              </a:xfrm>
              <a:prstGeom prst="rect">
                <a:avLst/>
              </a:prstGeom>
              <a:blipFill>
                <a:blip r:embed="rId5"/>
                <a:stretch>
                  <a:fillRect l="-828" t="-3974" r="-311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6120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4C921-8720-497A-9206-E6CF7634F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025" y="313093"/>
            <a:ext cx="5506616" cy="735887"/>
          </a:xfrm>
        </p:spPr>
        <p:txBody>
          <a:bodyPr/>
          <a:lstStyle/>
          <a:p>
            <a:r>
              <a:rPr lang="en-US" dirty="0"/>
              <a:t>Random Selection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C7CA115-1A62-495A-AD12-7EBE9112A55B}"/>
                  </a:ext>
                </a:extLst>
              </p:cNvPr>
              <p:cNvSpPr txBox="1"/>
              <p:nvPr/>
            </p:nvSpPr>
            <p:spPr>
              <a:xfrm>
                <a:off x="5690706" y="996603"/>
                <a:ext cx="6789485" cy="915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00B050"/>
                    </a:solidFill>
                  </a:rPr>
                  <a:t>Explanation ?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Q4, why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nary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C7CA115-1A62-495A-AD12-7EBE9112A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0706" y="996603"/>
                <a:ext cx="6789485" cy="915828"/>
              </a:xfrm>
              <a:prstGeom prst="rect">
                <a:avLst/>
              </a:prstGeom>
              <a:blipFill>
                <a:blip r:embed="rId2"/>
                <a:stretch>
                  <a:fillRect l="-1887" t="-5960" b="-67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C374E0-8DD6-4902-BA98-D406F0D4D6F9}"/>
                  </a:ext>
                </a:extLst>
              </p:cNvPr>
              <p:cNvSpPr txBox="1"/>
              <p:nvPr/>
            </p:nvSpPr>
            <p:spPr>
              <a:xfrm>
                <a:off x="5690706" y="1997454"/>
                <a:ext cx="5888736" cy="1431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probability of selecting any position as the pivot during partition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dirty="0"/>
                  <a:t>, indicating that the probabilities are equal for all positions.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zh-CN" altLang="en-US" dirty="0"/>
                  <a:t>表示在</a:t>
                </a:r>
                <a:r>
                  <a:rPr lang="en-US" dirty="0"/>
                  <a:t>partition</a:t>
                </a:r>
                <a:r>
                  <a:rPr lang="zh-CN" altLang="en-US" dirty="0"/>
                  <a:t>时选择</a:t>
                </a:r>
                <a:r>
                  <a:rPr lang="en-US" dirty="0"/>
                  <a:t>pivot</a:t>
                </a:r>
                <a:r>
                  <a:rPr lang="zh-CN" altLang="en-US" dirty="0"/>
                  <a:t>所在的位置的概率是等同的</a:t>
                </a:r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C374E0-8DD6-4902-BA98-D406F0D4D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0706" y="1997454"/>
                <a:ext cx="5888736" cy="1431546"/>
              </a:xfrm>
              <a:prstGeom prst="rect">
                <a:avLst/>
              </a:prstGeom>
              <a:blipFill>
                <a:blip r:embed="rId3"/>
                <a:stretch>
                  <a:fillRect l="-932" t="-2553" r="-1449" b="-5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1592ABF-C5B3-49E0-B16F-51F3332961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528" y="1048980"/>
            <a:ext cx="4904766" cy="379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201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4C921-8720-497A-9206-E6CF7634F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090" y="84493"/>
            <a:ext cx="5506616" cy="735887"/>
          </a:xfrm>
        </p:spPr>
        <p:txBody>
          <a:bodyPr/>
          <a:lstStyle/>
          <a:p>
            <a:r>
              <a:rPr lang="en-US" dirty="0"/>
              <a:t>Random Selection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8F3077-390C-49AA-A913-32B884A0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90" y="820380"/>
            <a:ext cx="5612845" cy="36693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092C7C-BDD3-4C13-BD26-2432C8542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340" y="820380"/>
            <a:ext cx="5826708" cy="3669324"/>
          </a:xfrm>
          <a:prstGeom prst="rect">
            <a:avLst/>
          </a:prstGeom>
        </p:spPr>
      </p:pic>
      <p:sp>
        <p:nvSpPr>
          <p:cNvPr id="11" name="Right Brace 10">
            <a:extLst>
              <a:ext uri="{FF2B5EF4-FFF2-40B4-BE49-F238E27FC236}">
                <a16:creationId xmlns:a16="http://schemas.microsoft.com/office/drawing/2014/main" id="{019C07F8-B816-493C-B54B-0C78FCC79BFD}"/>
              </a:ext>
            </a:extLst>
          </p:cNvPr>
          <p:cNvSpPr/>
          <p:nvPr/>
        </p:nvSpPr>
        <p:spPr>
          <a:xfrm rot="5400000">
            <a:off x="5609435" y="1698688"/>
            <a:ext cx="565405" cy="6147438"/>
          </a:xfrm>
          <a:prstGeom prst="rightBrace">
            <a:avLst>
              <a:gd name="adj1" fmla="val 8333"/>
              <a:gd name="adj2" fmla="val 50206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85DF943-8445-493E-B145-87FFB9D43C57}"/>
                  </a:ext>
                </a:extLst>
              </p:cNvPr>
              <p:cNvSpPr txBox="1"/>
              <p:nvPr/>
            </p:nvSpPr>
            <p:spPr>
              <a:xfrm>
                <a:off x="1056864" y="5225591"/>
                <a:ext cx="94801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</a:rPr>
                  <a:t>Prove the </a:t>
                </a:r>
                <a:r>
                  <a:rPr lang="en-US" dirty="0" err="1">
                    <a:solidFill>
                      <a:srgbClr val="00B050"/>
                    </a:solidFill>
                  </a:rPr>
                  <a:t>conclustion</a:t>
                </a:r>
                <a:r>
                  <a:rPr lang="en-US" dirty="0">
                    <a:solidFill>
                      <a:srgbClr val="00B05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err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)&lt;4</m:t>
                    </m:r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, for 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&gt;=</m:t>
                    </m:r>
                    <m:r>
                      <a:rPr lang="en-US" i="1" dirty="0" err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err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by mathematical induction.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85DF943-8445-493E-B145-87FFB9D43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864" y="5225591"/>
                <a:ext cx="9480141" cy="369332"/>
              </a:xfrm>
              <a:prstGeom prst="rect">
                <a:avLst/>
              </a:prstGeom>
              <a:blipFill>
                <a:blip r:embed="rId4"/>
                <a:stretch>
                  <a:fillRect l="-514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24446BA2-FD43-471F-B668-F589527C2F6B}"/>
              </a:ext>
            </a:extLst>
          </p:cNvPr>
          <p:cNvGrpSpPr/>
          <p:nvPr/>
        </p:nvGrpSpPr>
        <p:grpSpPr>
          <a:xfrm>
            <a:off x="10277424" y="1106136"/>
            <a:ext cx="1518120" cy="924840"/>
            <a:chOff x="10277424" y="1106136"/>
            <a:chExt cx="1518120" cy="92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46C0905-3A79-49E8-AA34-7C13DF1863DC}"/>
                    </a:ext>
                  </a:extLst>
                </p14:cNvPr>
                <p14:cNvContentPartPr/>
                <p14:nvPr/>
              </p14:nvContentPartPr>
              <p14:xfrm>
                <a:off x="10506024" y="1600056"/>
                <a:ext cx="1235520" cy="35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46C0905-3A79-49E8-AA34-7C13DF1863D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497384" y="1591056"/>
                  <a:ext cx="12531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2CBBF9D-09E7-4A97-B8EB-239145AF901D}"/>
                    </a:ext>
                  </a:extLst>
                </p14:cNvPr>
                <p14:cNvContentPartPr/>
                <p14:nvPr/>
              </p14:nvContentPartPr>
              <p14:xfrm>
                <a:off x="11659104" y="1554336"/>
                <a:ext cx="94680" cy="95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2CBBF9D-09E7-4A97-B8EB-239145AF901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650104" y="1545336"/>
                  <a:ext cx="1123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3BF260C-4DD1-4C49-9518-033A583B5E37}"/>
                    </a:ext>
                  </a:extLst>
                </p14:cNvPr>
                <p14:cNvContentPartPr/>
                <p14:nvPr/>
              </p14:nvContentPartPr>
              <p14:xfrm>
                <a:off x="10926504" y="1196496"/>
                <a:ext cx="637560" cy="806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3BF260C-4DD1-4C49-9518-033A583B5E3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17864" y="1187496"/>
                  <a:ext cx="655200" cy="82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5D88D57-DE74-4AF9-BA5F-F1DAA95D5494}"/>
                    </a:ext>
                  </a:extLst>
                </p14:cNvPr>
                <p14:cNvContentPartPr/>
                <p14:nvPr/>
              </p14:nvContentPartPr>
              <p14:xfrm>
                <a:off x="11250504" y="1106136"/>
                <a:ext cx="23760" cy="47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5D88D57-DE74-4AF9-BA5F-F1DAA95D549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241864" y="1097136"/>
                  <a:ext cx="414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63ACA46-19A5-4F4D-AA57-D9EC9F9857B8}"/>
                    </a:ext>
                  </a:extLst>
                </p14:cNvPr>
                <p14:cNvContentPartPr/>
                <p14:nvPr/>
              </p14:nvContentPartPr>
              <p14:xfrm>
                <a:off x="11223144" y="1224936"/>
                <a:ext cx="5760" cy="40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63ACA46-19A5-4F4D-AA57-D9EC9F9857B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214144" y="1215936"/>
                  <a:ext cx="234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651E485-27B7-401A-96F0-521A2312DC81}"/>
                    </a:ext>
                  </a:extLst>
                </p14:cNvPr>
                <p14:cNvContentPartPr/>
                <p14:nvPr/>
              </p14:nvContentPartPr>
              <p14:xfrm>
                <a:off x="11228544" y="1307016"/>
                <a:ext cx="18720" cy="101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651E485-27B7-401A-96F0-521A2312DC8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219544" y="1298376"/>
                  <a:ext cx="363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1B5F452-1B15-4ECB-A34F-A70F645A3880}"/>
                    </a:ext>
                  </a:extLst>
                </p14:cNvPr>
                <p14:cNvContentPartPr/>
                <p14:nvPr/>
              </p14:nvContentPartPr>
              <p14:xfrm>
                <a:off x="11228544" y="1480896"/>
                <a:ext cx="9360" cy="86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1B5F452-1B15-4ECB-A34F-A70F645A388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219544" y="1472256"/>
                  <a:ext cx="270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5FAE1C7-8316-40F0-93C8-4E3F4B123DAC}"/>
                    </a:ext>
                  </a:extLst>
                </p14:cNvPr>
                <p14:cNvContentPartPr/>
                <p14:nvPr/>
              </p14:nvContentPartPr>
              <p14:xfrm>
                <a:off x="11228544" y="1609056"/>
                <a:ext cx="360" cy="25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5FAE1C7-8316-40F0-93C8-4E3F4B123DA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219544" y="1600056"/>
                  <a:ext cx="180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935E82D-E117-42FA-8687-468C30D435A8}"/>
                    </a:ext>
                  </a:extLst>
                </p14:cNvPr>
                <p14:cNvContentPartPr/>
                <p14:nvPr/>
              </p14:nvContentPartPr>
              <p14:xfrm>
                <a:off x="11694744" y="1764216"/>
                <a:ext cx="74160" cy="101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935E82D-E117-42FA-8687-468C30D435A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685744" y="1755216"/>
                  <a:ext cx="918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7798ED4-AAFB-4508-BBF3-663E3EA6C5C2}"/>
                    </a:ext>
                  </a:extLst>
                </p14:cNvPr>
                <p14:cNvContentPartPr/>
                <p14:nvPr/>
              </p14:nvContentPartPr>
              <p14:xfrm>
                <a:off x="11683224" y="1746216"/>
                <a:ext cx="112320" cy="104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7798ED4-AAFB-4508-BBF3-663E3EA6C5C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674224" y="1737216"/>
                  <a:ext cx="1299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DF008F2-450F-42AA-8E5A-23F9E0AF4FCE}"/>
                    </a:ext>
                  </a:extLst>
                </p14:cNvPr>
                <p14:cNvContentPartPr/>
                <p14:nvPr/>
              </p14:nvContentPartPr>
              <p14:xfrm>
                <a:off x="10658664" y="1133856"/>
                <a:ext cx="48960" cy="83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DF008F2-450F-42AA-8E5A-23F9E0AF4FC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650024" y="1124856"/>
                  <a:ext cx="666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FF46F0D-FD99-47DB-9965-FAF637C19E47}"/>
                    </a:ext>
                  </a:extLst>
                </p14:cNvPr>
                <p14:cNvContentPartPr/>
                <p14:nvPr/>
              </p14:nvContentPartPr>
              <p14:xfrm>
                <a:off x="10707264" y="1129536"/>
                <a:ext cx="45360" cy="46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FF46F0D-FD99-47DB-9965-FAF637C19E4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698624" y="1120536"/>
                  <a:ext cx="630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DD6E321-6C3A-4656-A714-14E4C22A7FBF}"/>
                    </a:ext>
                  </a:extLst>
                </p14:cNvPr>
                <p14:cNvContentPartPr/>
                <p14:nvPr/>
              </p14:nvContentPartPr>
              <p14:xfrm>
                <a:off x="10706544" y="1133856"/>
                <a:ext cx="22320" cy="786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DD6E321-6C3A-4656-A714-14E4C22A7FB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697544" y="1124856"/>
                  <a:ext cx="39960" cy="80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CD20B6B-0D63-4123-ACEA-4DD4E2BCDB60}"/>
                    </a:ext>
                  </a:extLst>
                </p14:cNvPr>
                <p14:cNvContentPartPr/>
                <p14:nvPr/>
              </p14:nvContentPartPr>
              <p14:xfrm>
                <a:off x="10309824" y="1132776"/>
                <a:ext cx="60120" cy="198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CD20B6B-0D63-4123-ACEA-4DD4E2BCDB6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300824" y="1124136"/>
                  <a:ext cx="777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D95FE61-75E1-4241-A09F-E4710953E43B}"/>
                    </a:ext>
                  </a:extLst>
                </p14:cNvPr>
                <p14:cNvContentPartPr/>
                <p14:nvPr/>
              </p14:nvContentPartPr>
              <p14:xfrm>
                <a:off x="10277424" y="1206576"/>
                <a:ext cx="121680" cy="17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D95FE61-75E1-4241-A09F-E4710953E43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268424" y="1197936"/>
                  <a:ext cx="1393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9D88F88-7BAD-4F2E-9953-06670ABB4067}"/>
                    </a:ext>
                  </a:extLst>
                </p14:cNvPr>
                <p14:cNvContentPartPr/>
                <p14:nvPr/>
              </p14:nvContentPartPr>
              <p14:xfrm>
                <a:off x="10414224" y="1169856"/>
                <a:ext cx="37080" cy="106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9D88F88-7BAD-4F2E-9953-06670ABB406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405584" y="1161216"/>
                  <a:ext cx="547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F0FA97B-CC1B-4D10-9478-F61834421D0D}"/>
                    </a:ext>
                  </a:extLst>
                </p14:cNvPr>
                <p14:cNvContentPartPr/>
                <p14:nvPr/>
              </p14:nvContentPartPr>
              <p14:xfrm>
                <a:off x="10478664" y="1202616"/>
                <a:ext cx="62280" cy="64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F0FA97B-CC1B-4D10-9478-F61834421D0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469664" y="1193976"/>
                  <a:ext cx="799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496644B-B40A-4F30-AD3F-1AF22C13156F}"/>
                    </a:ext>
                  </a:extLst>
                </p14:cNvPr>
                <p14:cNvContentPartPr/>
                <p14:nvPr/>
              </p14:nvContentPartPr>
              <p14:xfrm>
                <a:off x="10493064" y="1169856"/>
                <a:ext cx="50040" cy="74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496644B-B40A-4F30-AD3F-1AF22C13156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484424" y="1161216"/>
                  <a:ext cx="676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D53CD84-E441-4611-8184-B1C43872B399}"/>
                    </a:ext>
                  </a:extLst>
                </p14:cNvPr>
                <p14:cNvContentPartPr/>
                <p14:nvPr/>
              </p14:nvContentPartPr>
              <p14:xfrm>
                <a:off x="10558944" y="1160856"/>
                <a:ext cx="48960" cy="140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D53CD84-E441-4611-8184-B1C43872B39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550304" y="1152216"/>
                  <a:ext cx="666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85563F5-0976-43A0-9952-68EDE930B2F1}"/>
                    </a:ext>
                  </a:extLst>
                </p14:cNvPr>
                <p14:cNvContentPartPr/>
                <p14:nvPr/>
              </p14:nvContentPartPr>
              <p14:xfrm>
                <a:off x="11133144" y="1856016"/>
                <a:ext cx="241920" cy="30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85563F5-0976-43A0-9952-68EDE930B2F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124504" y="1847016"/>
                  <a:ext cx="2595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05F4888-5258-4CB2-BB52-001CAC368F84}"/>
                    </a:ext>
                  </a:extLst>
                </p14:cNvPr>
                <p14:cNvContentPartPr/>
                <p14:nvPr/>
              </p14:nvContentPartPr>
              <p14:xfrm>
                <a:off x="11210184" y="1965456"/>
                <a:ext cx="65880" cy="65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05F4888-5258-4CB2-BB52-001CAC368F8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201184" y="1956456"/>
                  <a:ext cx="835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6196015-E064-4255-9872-599A7D311D2E}"/>
                    </a:ext>
                  </a:extLst>
                </p14:cNvPr>
                <p14:cNvContentPartPr/>
                <p14:nvPr/>
              </p14:nvContentPartPr>
              <p14:xfrm>
                <a:off x="11181384" y="1709496"/>
                <a:ext cx="43200" cy="43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6196015-E064-4255-9872-599A7D311D2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172384" y="1700496"/>
                  <a:ext cx="608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8FF979E-C9C7-46FB-AA01-66BF51661355}"/>
                    </a:ext>
                  </a:extLst>
                </p14:cNvPr>
                <p14:cNvContentPartPr/>
                <p14:nvPr/>
              </p14:nvContentPartPr>
              <p14:xfrm>
                <a:off x="11255904" y="1737216"/>
                <a:ext cx="24120" cy="5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8FF979E-C9C7-46FB-AA01-66BF5166135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246904" y="1728216"/>
                  <a:ext cx="41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E51D826-2718-4C61-A94A-A605FC9B684D}"/>
                    </a:ext>
                  </a:extLst>
                </p14:cNvPr>
                <p14:cNvContentPartPr/>
                <p14:nvPr/>
              </p14:nvContentPartPr>
              <p14:xfrm>
                <a:off x="11283264" y="1709496"/>
                <a:ext cx="360" cy="48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E51D826-2718-4C61-A94A-A605FC9B684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274624" y="1700496"/>
                  <a:ext cx="18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8C8828B-A879-4449-A148-6607F9FC7670}"/>
                    </a:ext>
                  </a:extLst>
                </p14:cNvPr>
                <p14:cNvContentPartPr/>
                <p14:nvPr/>
              </p14:nvContentPartPr>
              <p14:xfrm>
                <a:off x="11347344" y="1737216"/>
                <a:ext cx="360" cy="62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8C8828B-A879-4449-A148-6607F9FC767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338704" y="1728216"/>
                  <a:ext cx="180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A40EF0B-BAAB-4090-99F3-D178D84D2364}"/>
                    </a:ext>
                  </a:extLst>
                </p14:cNvPr>
                <p14:cNvContentPartPr/>
                <p14:nvPr/>
              </p14:nvContentPartPr>
              <p14:xfrm>
                <a:off x="11274264" y="1725696"/>
                <a:ext cx="19800" cy="11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A40EF0B-BAAB-4090-99F3-D178D84D236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265264" y="1717056"/>
                  <a:ext cx="3744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DFCDC58-1622-47C3-8EA7-01D62587701F}"/>
              </a:ext>
            </a:extLst>
          </p:cNvPr>
          <p:cNvGrpSpPr/>
          <p:nvPr/>
        </p:nvGrpSpPr>
        <p:grpSpPr>
          <a:xfrm>
            <a:off x="7973424" y="3053736"/>
            <a:ext cx="525960" cy="194760"/>
            <a:chOff x="7973424" y="3053736"/>
            <a:chExt cx="525960" cy="19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014D846-734A-4B09-964C-6F0438199481}"/>
                    </a:ext>
                  </a:extLst>
                </p14:cNvPr>
                <p14:cNvContentPartPr/>
                <p14:nvPr/>
              </p14:nvContentPartPr>
              <p14:xfrm>
                <a:off x="7982424" y="3053736"/>
                <a:ext cx="64440" cy="1936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014D846-734A-4B09-964C-6F043819948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973424" y="3045096"/>
                  <a:ext cx="820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96CB732-71BD-45B4-89DF-0B36A1628685}"/>
                    </a:ext>
                  </a:extLst>
                </p14:cNvPr>
                <p14:cNvContentPartPr/>
                <p14:nvPr/>
              </p14:nvContentPartPr>
              <p14:xfrm>
                <a:off x="7973424" y="3117816"/>
                <a:ext cx="101880" cy="26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96CB732-71BD-45B4-89DF-0B36A162868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964424" y="3108816"/>
                  <a:ext cx="1195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E8F595A-F063-4018-BEEC-5DFB2C6BCDEF}"/>
                    </a:ext>
                  </a:extLst>
                </p14:cNvPr>
                <p14:cNvContentPartPr/>
                <p14:nvPr/>
              </p14:nvContentPartPr>
              <p14:xfrm>
                <a:off x="8085744" y="3099456"/>
                <a:ext cx="25200" cy="759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E8F595A-F063-4018-BEEC-5DFB2C6BCDE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076744" y="3090456"/>
                  <a:ext cx="428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BEB9A5E-2829-4CB6-A007-4428BF2543FA}"/>
                    </a:ext>
                  </a:extLst>
                </p14:cNvPr>
                <p14:cNvContentPartPr/>
                <p14:nvPr/>
              </p14:nvContentPartPr>
              <p14:xfrm>
                <a:off x="8137944" y="3117816"/>
                <a:ext cx="63000" cy="630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BEB9A5E-2829-4CB6-A007-4428BF2543F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128944" y="3108816"/>
                  <a:ext cx="806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7B16DE6-945C-444B-BD26-5039073A1FE9}"/>
                    </a:ext>
                  </a:extLst>
                </p14:cNvPr>
                <p14:cNvContentPartPr/>
                <p14:nvPr/>
              </p14:nvContentPartPr>
              <p14:xfrm>
                <a:off x="8154144" y="3099456"/>
                <a:ext cx="103320" cy="107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7B16DE6-945C-444B-BD26-5039073A1FE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145504" y="3090456"/>
                  <a:ext cx="1209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F6C236C-9391-4E19-9891-41E311E93718}"/>
                    </a:ext>
                  </a:extLst>
                </p14:cNvPr>
                <p14:cNvContentPartPr/>
                <p14:nvPr/>
              </p14:nvContentPartPr>
              <p14:xfrm>
                <a:off x="8384544" y="3117816"/>
                <a:ext cx="6120" cy="129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F6C236C-9391-4E19-9891-41E311E9371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375544" y="3108816"/>
                  <a:ext cx="237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59ED7F2-D5AC-419E-890D-F1E36D061A43}"/>
                    </a:ext>
                  </a:extLst>
                </p14:cNvPr>
                <p14:cNvContentPartPr/>
                <p14:nvPr/>
              </p14:nvContentPartPr>
              <p14:xfrm>
                <a:off x="8357184" y="3181536"/>
                <a:ext cx="6120" cy="475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59ED7F2-D5AC-419E-890D-F1E36D061A4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348544" y="3172896"/>
                  <a:ext cx="237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F7AE28F-BF41-461A-87D6-A63810F0F8FF}"/>
                    </a:ext>
                  </a:extLst>
                </p14:cNvPr>
                <p14:cNvContentPartPr/>
                <p14:nvPr/>
              </p14:nvContentPartPr>
              <p14:xfrm>
                <a:off x="8436744" y="3145176"/>
                <a:ext cx="62640" cy="1033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F7AE28F-BF41-461A-87D6-A63810F0F8F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428104" y="3136176"/>
                  <a:ext cx="8028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5FA2D586-C6A9-47AB-B2B9-B9FA326932B4}"/>
              </a:ext>
            </a:extLst>
          </p:cNvPr>
          <p:cNvGrpSpPr/>
          <p:nvPr/>
        </p:nvGrpSpPr>
        <p:grpSpPr>
          <a:xfrm>
            <a:off x="8577144" y="3035376"/>
            <a:ext cx="2241000" cy="304920"/>
            <a:chOff x="8577144" y="3035376"/>
            <a:chExt cx="2241000" cy="30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280E670-52DB-4E2A-8E9F-CC345B749587}"/>
                    </a:ext>
                  </a:extLst>
                </p14:cNvPr>
                <p14:cNvContentPartPr/>
                <p14:nvPr/>
              </p14:nvContentPartPr>
              <p14:xfrm>
                <a:off x="8577144" y="3149856"/>
                <a:ext cx="128160" cy="669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280E670-52DB-4E2A-8E9F-CC345B74958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568144" y="3141216"/>
                  <a:ext cx="1458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6E1CE3A-54CE-4EF7-9276-A6FA82C40DDB}"/>
                    </a:ext>
                  </a:extLst>
                </p14:cNvPr>
                <p14:cNvContentPartPr/>
                <p14:nvPr/>
              </p14:nvContentPartPr>
              <p14:xfrm>
                <a:off x="8738784" y="3169296"/>
                <a:ext cx="58320" cy="378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6E1CE3A-54CE-4EF7-9276-A6FA82C40DD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730144" y="3160296"/>
                  <a:ext cx="759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F15CE8E-7FCE-4C73-9EB8-29F4A9265C62}"/>
                    </a:ext>
                  </a:extLst>
                </p14:cNvPr>
                <p14:cNvContentPartPr/>
                <p14:nvPr/>
              </p14:nvContentPartPr>
              <p14:xfrm>
                <a:off x="8823384" y="3151296"/>
                <a:ext cx="139680" cy="813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F15CE8E-7FCE-4C73-9EB8-29F4A9265C6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814744" y="3142296"/>
                  <a:ext cx="1573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8582DCA-94B9-4824-9C11-99F5D40025DC}"/>
                    </a:ext>
                  </a:extLst>
                </p14:cNvPr>
                <p14:cNvContentPartPr/>
                <p14:nvPr/>
              </p14:nvContentPartPr>
              <p14:xfrm>
                <a:off x="8997264" y="3145176"/>
                <a:ext cx="54000" cy="1015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8582DCA-94B9-4824-9C11-99F5D40025D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988624" y="3136176"/>
                  <a:ext cx="716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56BF5BB-7165-4E7F-840E-8ABD608FF182}"/>
                    </a:ext>
                  </a:extLst>
                </p14:cNvPr>
                <p14:cNvContentPartPr/>
                <p14:nvPr/>
              </p14:nvContentPartPr>
              <p14:xfrm>
                <a:off x="8991504" y="3154536"/>
                <a:ext cx="65160" cy="66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56BF5BB-7165-4E7F-840E-8ABD608FF18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982864" y="3145536"/>
                  <a:ext cx="828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4DB0C65-A0A4-412A-AB62-770215A7F8E5}"/>
                    </a:ext>
                  </a:extLst>
                </p14:cNvPr>
                <p14:cNvContentPartPr/>
                <p14:nvPr/>
              </p14:nvContentPartPr>
              <p14:xfrm>
                <a:off x="9146664" y="3099096"/>
                <a:ext cx="79560" cy="2055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4DB0C65-A0A4-412A-AB62-770215A7F8E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138024" y="3090456"/>
                  <a:ext cx="972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A371509-F4D6-4C73-8D9E-9409A2FE33E7}"/>
                    </a:ext>
                  </a:extLst>
                </p14:cNvPr>
                <p14:cNvContentPartPr/>
                <p14:nvPr/>
              </p14:nvContentPartPr>
              <p14:xfrm>
                <a:off x="9134424" y="3154536"/>
                <a:ext cx="86040" cy="9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A371509-F4D6-4C73-8D9E-9409A2FE33E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125784" y="3145536"/>
                  <a:ext cx="1036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79C9BF8-D265-48EA-B9D8-8E0E3B1007EE}"/>
                    </a:ext>
                  </a:extLst>
                </p14:cNvPr>
                <p14:cNvContentPartPr/>
                <p14:nvPr/>
              </p14:nvContentPartPr>
              <p14:xfrm>
                <a:off x="9252144" y="3126816"/>
                <a:ext cx="53280" cy="957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79C9BF8-D265-48EA-B9D8-8E0E3B1007E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243504" y="3117816"/>
                  <a:ext cx="709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74902F9-991E-404E-B791-E01FDDE090D0}"/>
                    </a:ext>
                  </a:extLst>
                </p14:cNvPr>
                <p14:cNvContentPartPr/>
                <p14:nvPr/>
              </p14:nvContentPartPr>
              <p14:xfrm>
                <a:off x="9344664" y="3162456"/>
                <a:ext cx="32040" cy="601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74902F9-991E-404E-B791-E01FDDE090D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336024" y="3153456"/>
                  <a:ext cx="496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F0B06C3-2E1F-457E-A549-387C3524FC4B}"/>
                    </a:ext>
                  </a:extLst>
                </p14:cNvPr>
                <p14:cNvContentPartPr/>
                <p14:nvPr/>
              </p14:nvContentPartPr>
              <p14:xfrm>
                <a:off x="9408024" y="3172896"/>
                <a:ext cx="38160" cy="691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F0B06C3-2E1F-457E-A549-387C3524FC4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399024" y="3163896"/>
                  <a:ext cx="558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A20DB23-F372-4EC4-B91A-2BEB4ACF7BB6}"/>
                    </a:ext>
                  </a:extLst>
                </p14:cNvPr>
                <p14:cNvContentPartPr/>
                <p14:nvPr/>
              </p14:nvContentPartPr>
              <p14:xfrm>
                <a:off x="9507744" y="3108816"/>
                <a:ext cx="27720" cy="1310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A20DB23-F372-4EC4-B91A-2BEB4ACF7BB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498744" y="3099816"/>
                  <a:ext cx="453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DA9C207-94A3-49E4-AA0B-570E38AB7E6E}"/>
                    </a:ext>
                  </a:extLst>
                </p14:cNvPr>
                <p14:cNvContentPartPr/>
                <p14:nvPr/>
              </p14:nvContentPartPr>
              <p14:xfrm>
                <a:off x="9463824" y="3154536"/>
                <a:ext cx="90720" cy="97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DA9C207-94A3-49E4-AA0B-570E38AB7E6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455184" y="3145536"/>
                  <a:ext cx="1083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6485BB0-A5D3-43E6-82A9-ACD5C7905263}"/>
                    </a:ext>
                  </a:extLst>
                </p14:cNvPr>
                <p14:cNvContentPartPr/>
                <p14:nvPr/>
              </p14:nvContentPartPr>
              <p14:xfrm>
                <a:off x="9583704" y="3136176"/>
                <a:ext cx="17640" cy="997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6485BB0-A5D3-43E6-82A9-ACD5C790526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574704" y="3127176"/>
                  <a:ext cx="352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BA0EF57-DC0F-4128-BF71-E2D873DBBF32}"/>
                    </a:ext>
                  </a:extLst>
                </p14:cNvPr>
                <p14:cNvContentPartPr/>
                <p14:nvPr/>
              </p14:nvContentPartPr>
              <p14:xfrm>
                <a:off x="9637344" y="3190896"/>
                <a:ext cx="37080" cy="482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BA0EF57-DC0F-4128-BF71-E2D873DBBF3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628344" y="3182256"/>
                  <a:ext cx="547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B60968B-4ACA-4D17-86F5-84D51B6158B8}"/>
                    </a:ext>
                  </a:extLst>
                </p14:cNvPr>
                <p14:cNvContentPartPr/>
                <p14:nvPr/>
              </p14:nvContentPartPr>
              <p14:xfrm>
                <a:off x="9707184" y="3190896"/>
                <a:ext cx="60480" cy="619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B60968B-4ACA-4D17-86F5-84D51B6158B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698544" y="3182256"/>
                  <a:ext cx="781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E1F09B7-D87C-43CB-B7DA-7771A77B2BA6}"/>
                    </a:ext>
                  </a:extLst>
                </p14:cNvPr>
                <p14:cNvContentPartPr/>
                <p14:nvPr/>
              </p14:nvContentPartPr>
              <p14:xfrm>
                <a:off x="9838944" y="3105936"/>
                <a:ext cx="60840" cy="1771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E1F09B7-D87C-43CB-B7DA-7771A77B2BA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829944" y="3096936"/>
                  <a:ext cx="784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9A42918-2F61-41D4-A1BF-F57B610581EE}"/>
                    </a:ext>
                  </a:extLst>
                </p14:cNvPr>
                <p14:cNvContentPartPr/>
                <p14:nvPr/>
              </p14:nvContentPartPr>
              <p14:xfrm>
                <a:off x="9966384" y="3108816"/>
                <a:ext cx="4320" cy="630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9A42918-2F61-41D4-A1BF-F57B610581E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957744" y="3099816"/>
                  <a:ext cx="219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0B8C534-92B8-4209-A4BA-3451427CE994}"/>
                    </a:ext>
                  </a:extLst>
                </p14:cNvPr>
                <p14:cNvContentPartPr/>
                <p14:nvPr/>
              </p14:nvContentPartPr>
              <p14:xfrm>
                <a:off x="9910944" y="3108456"/>
                <a:ext cx="194040" cy="1504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0B8C534-92B8-4209-A4BA-3451427CE99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901944" y="3099456"/>
                  <a:ext cx="2116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A9673B2-7A1B-4953-8592-D2D8EDEE19CC}"/>
                    </a:ext>
                  </a:extLst>
                </p14:cNvPr>
                <p14:cNvContentPartPr/>
                <p14:nvPr/>
              </p14:nvContentPartPr>
              <p14:xfrm>
                <a:off x="10241064" y="3090456"/>
                <a:ext cx="47160" cy="1440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A9673B2-7A1B-4953-8592-D2D8EDEE19C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232424" y="3081816"/>
                  <a:ext cx="648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8C50456-D7BB-480E-8587-A7F7BFCDE488}"/>
                    </a:ext>
                  </a:extLst>
                </p14:cNvPr>
                <p14:cNvContentPartPr/>
                <p14:nvPr/>
              </p14:nvContentPartPr>
              <p14:xfrm>
                <a:off x="10222704" y="3136176"/>
                <a:ext cx="103680" cy="525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8C50456-D7BB-480E-8587-A7F7BFCDE48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214064" y="3127176"/>
                  <a:ext cx="1213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49F43BA-2FFA-4FC6-A1BF-32D78683830B}"/>
                    </a:ext>
                  </a:extLst>
                </p14:cNvPr>
                <p14:cNvContentPartPr/>
                <p14:nvPr/>
              </p14:nvContentPartPr>
              <p14:xfrm>
                <a:off x="10149264" y="3199896"/>
                <a:ext cx="182160" cy="831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49F43BA-2FFA-4FC6-A1BF-32D78683830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140264" y="3191256"/>
                  <a:ext cx="1998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0D6BAFF-B999-48D8-8DDD-06E16C18A9A7}"/>
                    </a:ext>
                  </a:extLst>
                </p14:cNvPr>
                <p14:cNvContentPartPr/>
                <p14:nvPr/>
              </p14:nvContentPartPr>
              <p14:xfrm>
                <a:off x="10351224" y="3154536"/>
                <a:ext cx="36360" cy="1562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0D6BAFF-B999-48D8-8DDD-06E16C18A9A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342224" y="3145536"/>
                  <a:ext cx="540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1E19803-3FA8-4964-9745-ED04B60D5E46}"/>
                    </a:ext>
                  </a:extLst>
                </p14:cNvPr>
                <p14:cNvContentPartPr/>
                <p14:nvPr/>
              </p14:nvContentPartPr>
              <p14:xfrm>
                <a:off x="10488024" y="3099456"/>
                <a:ext cx="30240" cy="518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1E19803-3FA8-4964-9745-ED04B60D5E4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479024" y="3090456"/>
                  <a:ext cx="478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A85FCC5-F26B-4142-A12C-249A9A290353}"/>
                    </a:ext>
                  </a:extLst>
                </p14:cNvPr>
                <p14:cNvContentPartPr/>
                <p14:nvPr/>
              </p14:nvContentPartPr>
              <p14:xfrm>
                <a:off x="10466784" y="3081096"/>
                <a:ext cx="129960" cy="964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A85FCC5-F26B-4142-A12C-249A9A29035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458144" y="3072456"/>
                  <a:ext cx="1476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A45C6AB-CF65-46B3-9D28-C06CC422059B}"/>
                    </a:ext>
                  </a:extLst>
                </p14:cNvPr>
                <p14:cNvContentPartPr/>
                <p14:nvPr/>
              </p14:nvContentPartPr>
              <p14:xfrm>
                <a:off x="10522224" y="3035376"/>
                <a:ext cx="72720" cy="2516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A45C6AB-CF65-46B3-9D28-C06CC422059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513224" y="3026736"/>
                  <a:ext cx="903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DA4272A-1BA1-46FE-AEAE-14C53DABB4F7}"/>
                    </a:ext>
                  </a:extLst>
                </p14:cNvPr>
                <p14:cNvContentPartPr/>
                <p14:nvPr/>
              </p14:nvContentPartPr>
              <p14:xfrm>
                <a:off x="10463904" y="3128976"/>
                <a:ext cx="239400" cy="1443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DA4272A-1BA1-46FE-AEAE-14C53DABB4F7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454904" y="3119976"/>
                  <a:ext cx="2570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6859B3D-5E28-4130-A34A-ED5EE97157DE}"/>
                    </a:ext>
                  </a:extLst>
                </p14:cNvPr>
                <p14:cNvContentPartPr/>
                <p14:nvPr/>
              </p14:nvContentPartPr>
              <p14:xfrm>
                <a:off x="10615824" y="3221136"/>
                <a:ext cx="110520" cy="658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6859B3D-5E28-4130-A34A-ED5EE97157D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606824" y="3212136"/>
                  <a:ext cx="1281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B728257-A6FE-49AF-944F-3497866E30A9}"/>
                    </a:ext>
                  </a:extLst>
                </p14:cNvPr>
                <p14:cNvContentPartPr/>
                <p14:nvPr/>
              </p14:nvContentPartPr>
              <p14:xfrm>
                <a:off x="10738224" y="3062736"/>
                <a:ext cx="79920" cy="2775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B728257-A6FE-49AF-944F-3497866E30A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729584" y="3054096"/>
                  <a:ext cx="97560" cy="29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779C5545-4EEA-4787-9BAE-B480CE829174}"/>
                  </a:ext>
                </a:extLst>
              </p14:cNvPr>
              <p14:cNvContentPartPr/>
              <p14:nvPr/>
            </p14:nvContentPartPr>
            <p14:xfrm>
              <a:off x="1800864" y="5476896"/>
              <a:ext cx="360" cy="36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779C5545-4EEA-4787-9BAE-B480CE829174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1791864" y="546789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613F3620-23C9-4FEF-BE87-BE9DC2B171C5}"/>
              </a:ext>
            </a:extLst>
          </p:cNvPr>
          <p:cNvGrpSpPr/>
          <p:nvPr/>
        </p:nvGrpSpPr>
        <p:grpSpPr>
          <a:xfrm>
            <a:off x="10231344" y="1993176"/>
            <a:ext cx="1373040" cy="554400"/>
            <a:chOff x="10231344" y="1993176"/>
            <a:chExt cx="1373040" cy="55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53614BE-F30D-412E-B889-B6F561793674}"/>
                    </a:ext>
                  </a:extLst>
                </p14:cNvPr>
                <p14:cNvContentPartPr/>
                <p14:nvPr/>
              </p14:nvContentPartPr>
              <p14:xfrm>
                <a:off x="10231344" y="2066256"/>
                <a:ext cx="55800" cy="315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53614BE-F30D-412E-B889-B6F56179367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222704" y="2057256"/>
                  <a:ext cx="7344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FFCCCA5-BE13-4580-9E7F-338EC2A311D7}"/>
                    </a:ext>
                  </a:extLst>
                </p14:cNvPr>
                <p14:cNvContentPartPr/>
                <p14:nvPr/>
              </p14:nvContentPartPr>
              <p14:xfrm>
                <a:off x="10359504" y="2081736"/>
                <a:ext cx="86040" cy="88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FFCCCA5-BE13-4580-9E7F-338EC2A311D7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350864" y="2073096"/>
                  <a:ext cx="1036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98CF328-E708-4AE8-9EED-4F6C9F67F0E3}"/>
                    </a:ext>
                  </a:extLst>
                </p14:cNvPr>
                <p14:cNvContentPartPr/>
                <p14:nvPr/>
              </p14:nvContentPartPr>
              <p14:xfrm>
                <a:off x="10358064" y="2066256"/>
                <a:ext cx="102960" cy="943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98CF328-E708-4AE8-9EED-4F6C9F67F0E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349064" y="2057256"/>
                  <a:ext cx="1206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18E5994-9FDA-481C-872F-3B8B814E1300}"/>
                    </a:ext>
                  </a:extLst>
                </p14:cNvPr>
                <p14:cNvContentPartPr/>
                <p14:nvPr/>
              </p14:nvContentPartPr>
              <p14:xfrm>
                <a:off x="10535904" y="2093616"/>
                <a:ext cx="55800" cy="66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18E5994-9FDA-481C-872F-3B8B814E130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526904" y="2084976"/>
                  <a:ext cx="734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20B7508-4BDC-4136-96EC-47C8F104FA1D}"/>
                    </a:ext>
                  </a:extLst>
                </p14:cNvPr>
                <p14:cNvContentPartPr/>
                <p14:nvPr/>
              </p14:nvContentPartPr>
              <p14:xfrm>
                <a:off x="10670544" y="2111976"/>
                <a:ext cx="191520" cy="11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20B7508-4BDC-4136-96EC-47C8F104FA1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661904" y="2103336"/>
                  <a:ext cx="2091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06BE971-9306-4980-BDD1-B1CC6463FC0C}"/>
                    </a:ext>
                  </a:extLst>
                </p14:cNvPr>
                <p14:cNvContentPartPr/>
                <p14:nvPr/>
              </p14:nvContentPartPr>
              <p14:xfrm>
                <a:off x="10762344" y="2139336"/>
                <a:ext cx="39240" cy="56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06BE971-9306-4980-BDD1-B1CC6463FC0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753344" y="2130696"/>
                  <a:ext cx="568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1F65887-6E1D-4F6E-97C8-8396CA84C1D9}"/>
                    </a:ext>
                  </a:extLst>
                </p14:cNvPr>
                <p14:cNvContentPartPr/>
                <p14:nvPr/>
              </p14:nvContentPartPr>
              <p14:xfrm>
                <a:off x="10689264" y="2019456"/>
                <a:ext cx="50040" cy="486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1F65887-6E1D-4F6E-97C8-8396CA84C1D9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680624" y="2010456"/>
                  <a:ext cx="676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7768F20-5534-44A3-94C1-8FA64FE93C85}"/>
                    </a:ext>
                  </a:extLst>
                </p14:cNvPr>
                <p14:cNvContentPartPr/>
                <p14:nvPr/>
              </p14:nvContentPartPr>
              <p14:xfrm>
                <a:off x="10752984" y="2034936"/>
                <a:ext cx="49320" cy="39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7768F20-5534-44A3-94C1-8FA64FE93C8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743984" y="2026296"/>
                  <a:ext cx="669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78CF783-16EC-426C-9A5C-DBD2900917B4}"/>
                    </a:ext>
                  </a:extLst>
                </p14:cNvPr>
                <p14:cNvContentPartPr/>
                <p14:nvPr/>
              </p14:nvContentPartPr>
              <p14:xfrm>
                <a:off x="10782504" y="1993176"/>
                <a:ext cx="7560" cy="49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78CF783-16EC-426C-9A5C-DBD2900917B4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773864" y="1984536"/>
                  <a:ext cx="252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6DB4EDF-8C6A-465B-9E34-5AE8FEC43F4A}"/>
                    </a:ext>
                  </a:extLst>
                </p14:cNvPr>
                <p14:cNvContentPartPr/>
                <p14:nvPr/>
              </p14:nvContentPartPr>
              <p14:xfrm>
                <a:off x="10835064" y="2002176"/>
                <a:ext cx="360" cy="435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6DB4EDF-8C6A-465B-9E34-5AE8FEC43F4A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826424" y="1993176"/>
                  <a:ext cx="180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865D733-FCF1-4FD4-950F-529AF04FBF0B}"/>
                    </a:ext>
                  </a:extLst>
                </p14:cNvPr>
                <p14:cNvContentPartPr/>
                <p14:nvPr/>
              </p14:nvContentPartPr>
              <p14:xfrm>
                <a:off x="10780704" y="2020536"/>
                <a:ext cx="360" cy="165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865D733-FCF1-4FD4-950F-529AF04FBF0B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771704" y="2011536"/>
                  <a:ext cx="180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B0C1823-50D3-4303-A785-3D2ACE3C9129}"/>
                    </a:ext>
                  </a:extLst>
                </p14:cNvPr>
                <p14:cNvContentPartPr/>
                <p14:nvPr/>
              </p14:nvContentPartPr>
              <p14:xfrm>
                <a:off x="10773144" y="2020536"/>
                <a:ext cx="7560" cy="36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B0C1823-50D3-4303-A785-3D2ACE3C9129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764504" y="2011536"/>
                  <a:ext cx="252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967B6F1-7006-444A-9061-442E8375B26D}"/>
                    </a:ext>
                  </a:extLst>
                </p14:cNvPr>
                <p14:cNvContentPartPr/>
                <p14:nvPr/>
              </p14:nvContentPartPr>
              <p14:xfrm>
                <a:off x="10817784" y="2011536"/>
                <a:ext cx="9000" cy="478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967B6F1-7006-444A-9061-442E8375B26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808784" y="2002536"/>
                  <a:ext cx="266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A9E5DC0-3389-4815-9421-1BE9C80EFFF7}"/>
                    </a:ext>
                  </a:extLst>
                </p14:cNvPr>
                <p14:cNvContentPartPr/>
                <p14:nvPr/>
              </p14:nvContentPartPr>
              <p14:xfrm>
                <a:off x="10897704" y="2166696"/>
                <a:ext cx="11160" cy="14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A9E5DC0-3389-4815-9421-1BE9C80EFFF7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888704" y="2157696"/>
                  <a:ext cx="288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D08BFE2-48CE-4F5E-982D-0D50A5311F34}"/>
                    </a:ext>
                  </a:extLst>
                </p14:cNvPr>
                <p14:cNvContentPartPr/>
                <p14:nvPr/>
              </p14:nvContentPartPr>
              <p14:xfrm>
                <a:off x="11014704" y="2064816"/>
                <a:ext cx="40320" cy="1717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D08BFE2-48CE-4F5E-982D-0D50A5311F34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005704" y="2055816"/>
                  <a:ext cx="579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8FAE0FB-7E30-42FA-B708-52BC901BDF11}"/>
                    </a:ext>
                  </a:extLst>
                </p14:cNvPr>
                <p14:cNvContentPartPr/>
                <p14:nvPr/>
              </p14:nvContentPartPr>
              <p14:xfrm>
                <a:off x="10963584" y="2139336"/>
                <a:ext cx="110160" cy="9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8FAE0FB-7E30-42FA-B708-52BC901BDF1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954584" y="2130696"/>
                  <a:ext cx="1278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9B41562-A6A1-4C48-83D5-83DA2EFDC362}"/>
                    </a:ext>
                  </a:extLst>
                </p14:cNvPr>
                <p14:cNvContentPartPr/>
                <p14:nvPr/>
              </p14:nvContentPartPr>
              <p14:xfrm>
                <a:off x="11108664" y="2111976"/>
                <a:ext cx="28800" cy="88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9B41562-A6A1-4C48-83D5-83DA2EFDC362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1099664" y="2103336"/>
                  <a:ext cx="46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4C5584E-836E-4301-A573-2329DCB64B52}"/>
                    </a:ext>
                  </a:extLst>
                </p14:cNvPr>
                <p14:cNvContentPartPr/>
                <p14:nvPr/>
              </p14:nvContentPartPr>
              <p14:xfrm>
                <a:off x="11164464" y="2139336"/>
                <a:ext cx="69480" cy="702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4C5584E-836E-4301-A573-2329DCB64B5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1155824" y="2130696"/>
                  <a:ext cx="871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F21D68D-896B-4B49-ACAE-072CA4485A03}"/>
                    </a:ext>
                  </a:extLst>
                </p14:cNvPr>
                <p14:cNvContentPartPr/>
                <p14:nvPr/>
              </p14:nvContentPartPr>
              <p14:xfrm>
                <a:off x="11158344" y="2120976"/>
                <a:ext cx="70560" cy="669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F21D68D-896B-4B49-ACAE-072CA4485A03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1149704" y="2112336"/>
                  <a:ext cx="882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36B93EB-134E-427E-802D-63895860E41E}"/>
                    </a:ext>
                  </a:extLst>
                </p14:cNvPr>
                <p14:cNvContentPartPr/>
                <p14:nvPr/>
              </p14:nvContentPartPr>
              <p14:xfrm>
                <a:off x="11277504" y="2120976"/>
                <a:ext cx="13320" cy="112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36B93EB-134E-427E-802D-63895860E41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1268504" y="2112336"/>
                  <a:ext cx="309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9CCB5FD-D57F-4F8B-BB0D-54CC1E3F8F04}"/>
                    </a:ext>
                  </a:extLst>
                </p14:cNvPr>
                <p14:cNvContentPartPr/>
                <p14:nvPr/>
              </p14:nvContentPartPr>
              <p14:xfrm>
                <a:off x="11421864" y="2073456"/>
                <a:ext cx="35280" cy="388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9CCB5FD-D57F-4F8B-BB0D-54CC1E3F8F0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1413224" y="2064456"/>
                  <a:ext cx="529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47F5E8C-FB57-4DE3-A49B-B3C2D207318F}"/>
                    </a:ext>
                  </a:extLst>
                </p14:cNvPr>
                <p14:cNvContentPartPr/>
                <p14:nvPr/>
              </p14:nvContentPartPr>
              <p14:xfrm>
                <a:off x="11456784" y="2066256"/>
                <a:ext cx="30600" cy="208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47F5E8C-FB57-4DE3-A49B-B3C2D207318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1448144" y="2057256"/>
                  <a:ext cx="482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533B2E9-A595-47B5-8BA9-3D84F2B974CF}"/>
                    </a:ext>
                  </a:extLst>
                </p14:cNvPr>
                <p14:cNvContentPartPr/>
                <p14:nvPr/>
              </p14:nvContentPartPr>
              <p14:xfrm>
                <a:off x="11448144" y="2084256"/>
                <a:ext cx="27720" cy="1947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533B2E9-A595-47B5-8BA9-3D84F2B974CF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1439144" y="2075616"/>
                  <a:ext cx="453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62CB595-BD30-4CDA-A0AB-AE00B16020D2}"/>
                    </a:ext>
                  </a:extLst>
                </p14:cNvPr>
                <p14:cNvContentPartPr/>
                <p14:nvPr/>
              </p14:nvContentPartPr>
              <p14:xfrm>
                <a:off x="10387224" y="2322216"/>
                <a:ext cx="79200" cy="878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62CB595-BD30-4CDA-A0AB-AE00B16020D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378584" y="2313216"/>
                  <a:ext cx="968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24095AB-84C0-4F62-8D1D-91C46FAD71F7}"/>
                    </a:ext>
                  </a:extLst>
                </p14:cNvPr>
                <p14:cNvContentPartPr/>
                <p14:nvPr/>
              </p14:nvContentPartPr>
              <p14:xfrm>
                <a:off x="10399464" y="2303856"/>
                <a:ext cx="79560" cy="763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24095AB-84C0-4F62-8D1D-91C46FAD71F7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390464" y="2295216"/>
                  <a:ext cx="972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36DC110-414E-4899-ACCF-21B5CDC60143}"/>
                    </a:ext>
                  </a:extLst>
                </p14:cNvPr>
                <p14:cNvContentPartPr/>
                <p14:nvPr/>
              </p14:nvContentPartPr>
              <p14:xfrm>
                <a:off x="10542744" y="2340576"/>
                <a:ext cx="73800" cy="61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36DC110-414E-4899-ACCF-21B5CDC60143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534104" y="2331576"/>
                  <a:ext cx="914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CF25928-6154-4F79-9F4F-3C5625A0A3A9}"/>
                    </a:ext>
                  </a:extLst>
                </p14:cNvPr>
                <p14:cNvContentPartPr/>
                <p14:nvPr/>
              </p14:nvContentPartPr>
              <p14:xfrm>
                <a:off x="10659384" y="2367936"/>
                <a:ext cx="182520" cy="104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CF25928-6154-4F79-9F4F-3C5625A0A3A9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650384" y="2358936"/>
                  <a:ext cx="2001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5AFD13C-ABA5-4D8C-926C-6B6F5EA88D8B}"/>
                    </a:ext>
                  </a:extLst>
                </p14:cNvPr>
                <p14:cNvContentPartPr/>
                <p14:nvPr/>
              </p14:nvContentPartPr>
              <p14:xfrm>
                <a:off x="10734624" y="2413656"/>
                <a:ext cx="59400" cy="630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5AFD13C-ABA5-4D8C-926C-6B6F5EA88D8B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725624" y="2405016"/>
                  <a:ext cx="770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837325A-D3D8-4D11-B48D-EC0F451045D4}"/>
                    </a:ext>
                  </a:extLst>
                </p14:cNvPr>
                <p14:cNvContentPartPr/>
                <p14:nvPr/>
              </p14:nvContentPartPr>
              <p14:xfrm>
                <a:off x="10683144" y="2303856"/>
                <a:ext cx="43200" cy="478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837325A-D3D8-4D11-B48D-EC0F451045D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674144" y="2295216"/>
                  <a:ext cx="608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EB52AF9-7911-4723-B1E7-E7E646B9EE0D}"/>
                    </a:ext>
                  </a:extLst>
                </p14:cNvPr>
                <p14:cNvContentPartPr/>
                <p14:nvPr/>
              </p14:nvContentPartPr>
              <p14:xfrm>
                <a:off x="10734624" y="2313216"/>
                <a:ext cx="49680" cy="8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EB52AF9-7911-4723-B1E7-E7E646B9EE0D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725624" y="2304216"/>
                  <a:ext cx="673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1F0B2A1-1B68-482D-9AD6-7F9635A97512}"/>
                    </a:ext>
                  </a:extLst>
                </p14:cNvPr>
                <p14:cNvContentPartPr/>
                <p14:nvPr/>
              </p14:nvContentPartPr>
              <p14:xfrm>
                <a:off x="10765584" y="2294856"/>
                <a:ext cx="5760" cy="450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1F0B2A1-1B68-482D-9AD6-7F9635A97512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756944" y="2286216"/>
                  <a:ext cx="234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B0E06DE-A5EB-41A4-A9B2-301A9446EBCD}"/>
                    </a:ext>
                  </a:extLst>
                </p14:cNvPr>
                <p14:cNvContentPartPr/>
                <p14:nvPr/>
              </p14:nvContentPartPr>
              <p14:xfrm>
                <a:off x="10808064" y="2285496"/>
                <a:ext cx="9720" cy="493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B0E06DE-A5EB-41A4-A9B2-301A9446EBC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799064" y="2276856"/>
                  <a:ext cx="273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F41A8A6-279F-49B1-BF11-295B022F9E25}"/>
                    </a:ext>
                  </a:extLst>
                </p14:cNvPr>
                <p14:cNvContentPartPr/>
                <p14:nvPr/>
              </p14:nvContentPartPr>
              <p14:xfrm>
                <a:off x="10887984" y="2422656"/>
                <a:ext cx="39240" cy="367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F41A8A6-279F-49B1-BF11-295B022F9E25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878984" y="2414016"/>
                  <a:ext cx="568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C4D5CB8-B809-4A33-AEF7-9F037E0669E8}"/>
                    </a:ext>
                  </a:extLst>
                </p14:cNvPr>
                <p14:cNvContentPartPr/>
                <p14:nvPr/>
              </p14:nvContentPartPr>
              <p14:xfrm>
                <a:off x="11025504" y="2313216"/>
                <a:ext cx="111960" cy="2268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C4D5CB8-B809-4A33-AEF7-9F037E0669E8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1016504" y="2304216"/>
                  <a:ext cx="1296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9CD486F-C699-434E-9336-7CAC739F901A}"/>
                    </a:ext>
                  </a:extLst>
                </p14:cNvPr>
                <p14:cNvContentPartPr/>
                <p14:nvPr/>
              </p14:nvContentPartPr>
              <p14:xfrm>
                <a:off x="11008944" y="2441016"/>
                <a:ext cx="126000" cy="75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9CD486F-C699-434E-9336-7CAC739F901A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1000304" y="2432376"/>
                  <a:ext cx="1436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1062CF9-DA73-4DED-8C28-72C144C9BCC7}"/>
                    </a:ext>
                  </a:extLst>
                </p14:cNvPr>
                <p14:cNvContentPartPr/>
                <p14:nvPr/>
              </p14:nvContentPartPr>
              <p14:xfrm>
                <a:off x="11164104" y="2404296"/>
                <a:ext cx="9720" cy="666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1062CF9-DA73-4DED-8C28-72C144C9BCC7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1155464" y="2395656"/>
                  <a:ext cx="273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E2059BA-A03C-407B-A468-FCCF65186258}"/>
                    </a:ext>
                  </a:extLst>
                </p14:cNvPr>
                <p14:cNvContentPartPr/>
                <p14:nvPr/>
              </p14:nvContentPartPr>
              <p14:xfrm>
                <a:off x="11210184" y="2407896"/>
                <a:ext cx="46800" cy="59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E2059BA-A03C-407B-A468-FCCF6518625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1201184" y="2399256"/>
                  <a:ext cx="644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8903F77-1D7E-4704-AB15-CDF2E73D7939}"/>
                    </a:ext>
                  </a:extLst>
                </p14:cNvPr>
                <p14:cNvContentPartPr/>
                <p14:nvPr/>
              </p14:nvContentPartPr>
              <p14:xfrm>
                <a:off x="11189304" y="2404296"/>
                <a:ext cx="131040" cy="1418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8903F77-1D7E-4704-AB15-CDF2E73D7939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1180664" y="2395656"/>
                  <a:ext cx="1486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A0C5B33-7E5D-4A16-9528-7DDC8515359D}"/>
                    </a:ext>
                  </a:extLst>
                </p14:cNvPr>
                <p14:cNvContentPartPr/>
                <p14:nvPr/>
              </p14:nvContentPartPr>
              <p14:xfrm>
                <a:off x="11524464" y="2377296"/>
                <a:ext cx="26280" cy="1616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A0C5B33-7E5D-4A16-9528-7DDC8515359D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1515464" y="2368296"/>
                  <a:ext cx="439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43B44CE-9990-4418-9FC7-45B96F305E48}"/>
                    </a:ext>
                  </a:extLst>
                </p14:cNvPr>
                <p14:cNvContentPartPr/>
                <p14:nvPr/>
              </p14:nvContentPartPr>
              <p14:xfrm>
                <a:off x="11493504" y="2468376"/>
                <a:ext cx="110880" cy="792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43B44CE-9990-4418-9FC7-45B96F305E48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1484864" y="2459736"/>
                  <a:ext cx="1285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C02AD58-6EA5-4E48-8F41-FA4088914DF1}"/>
                    </a:ext>
                  </a:extLst>
                </p14:cNvPr>
                <p14:cNvContentPartPr/>
                <p14:nvPr/>
              </p14:nvContentPartPr>
              <p14:xfrm>
                <a:off x="10542744" y="2038896"/>
                <a:ext cx="360" cy="3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C02AD58-6EA5-4E48-8F41-FA4088914DF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534104" y="202989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97545BA-5EF5-4840-AD53-F4B77D48C893}"/>
                    </a:ext>
                  </a:extLst>
                </p14:cNvPr>
                <p14:cNvContentPartPr/>
                <p14:nvPr/>
              </p14:nvContentPartPr>
              <p14:xfrm>
                <a:off x="10542744" y="2120976"/>
                <a:ext cx="360" cy="3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97545BA-5EF5-4840-AD53-F4B77D48C89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534104" y="21123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357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6891</TotalTime>
  <Words>474</Words>
  <Application>Microsoft Office PowerPoint</Application>
  <PresentationFormat>Widescreen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等线</vt:lpstr>
      <vt:lpstr>Arial</vt:lpstr>
      <vt:lpstr>Calibri</vt:lpstr>
      <vt:lpstr>Calibri Light</vt:lpstr>
      <vt:lpstr>Cambria Math</vt:lpstr>
      <vt:lpstr>Times New Roman</vt:lpstr>
      <vt:lpstr>Office Theme</vt:lpstr>
      <vt:lpstr>Tutorial 5 new</vt:lpstr>
      <vt:lpstr>Q1</vt:lpstr>
      <vt:lpstr>Think</vt:lpstr>
      <vt:lpstr>Q2.</vt:lpstr>
      <vt:lpstr>Q3</vt:lpstr>
      <vt:lpstr>Q4. Random Selection</vt:lpstr>
      <vt:lpstr>Random Selection</vt:lpstr>
      <vt:lpstr>Random Selection</vt:lpstr>
      <vt:lpstr>Random Selection</vt:lpstr>
      <vt:lpstr>Random Selection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2 notes</dc:title>
  <dc:creator>UIC</dc:creator>
  <cp:lastModifiedBy>UIC</cp:lastModifiedBy>
  <cp:revision>71</cp:revision>
  <cp:lastPrinted>2025-03-20T02:46:46Z</cp:lastPrinted>
  <dcterms:created xsi:type="dcterms:W3CDTF">2025-02-28T06:29:05Z</dcterms:created>
  <dcterms:modified xsi:type="dcterms:W3CDTF">2026-03-30T07:45:03Z</dcterms:modified>
</cp:coreProperties>
</file>