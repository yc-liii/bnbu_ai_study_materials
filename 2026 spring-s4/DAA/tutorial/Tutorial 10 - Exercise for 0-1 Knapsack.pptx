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5:46.96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0 316,'2'-22,"0"0,12-43,1-10,-14 63,0 4,-1 0,1 0,0 0,1 0,0 0,1 0,-1 0,2 0,-1 1,1-1,1 1,-1 0,10-9,-12 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5:50.51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1 308,'8'-58,"-6"48,1-1,0 1,0-1,1 1,1 0,0 1,0-1,1 1,9-12,14-25,12-42,-39 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5:51.89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16 1,'-2'0,"0"1,1 2,-1 1,1 2,-1 0,0-3,0-3,1-1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5:55.41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1 325,'1'-8,"2"1,-1 0,1 0,0 0,0 1,1-1,0 1,1-1,0 1,0 0,0 1,1-1,10-7,24-31,-24 23,-12 17,0-1,-1 1,0-1,0 0,0 0,-1 0,3-6,-3 6,1-1,1 1,-1 0,1-1,0 2,0-1,1 0,0 1,0-1,10-6,25-24,-19 19,-10 11,-8 10,-4-1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5:58.57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1 277,'4'-7,"1"1,0-1,0 1,1-1,0 2,11-11,-13 13,140-117,-81 65,-55 47,1 1,-1 0,2 0,15-9,-23 19,-3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02.16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0 230,'5'0,"0"-2,0 1,-1-1,1 1,-1-1,1 0,-1 0,0-1,0 1,0-1,-1 0,1 0,0 0,-1 0,5-6,-3 3,0 1,1 1,-1-1,1 1,0 0,9-5,70-32,-33 10,-44 25,0 1,0 0,1 0,0 0,0 1,1 0,12-3,-8 3,1 0,-1-1,0-1,18-9,-29 13,-2-1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04.69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86,'9'-1,"0"-1,0 0,-1 0,1-1,15-6,19-5,55-18,-93 31,0 1,-1-1,1-1,-1 1,1 0,-1-1,0 0,0 0,0 0,6-4,-10 6,-1 0,1 0,0 0,0 0,0 0,0 0,0 0,-1 0,1 0,0 0,0 0,0 0,0 0,0 0,-1 0,1 0,0 0,0 0,0 0,0 0,0 0,0 0,-1 0,1 0,0 0,0 0,0 0,0 0,0 1,0-1,0 0,0 0,-1 0,1 0,0 0,0 0,0 0,0 0,0 1,0-1,0 0,0 0,0 0,0 0,0 0,0 0,0 1,0-1,0 0,-4-2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07.84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70,'61'-16,"-50"12,0 1,1 0,-1 1,18-1,28-7,2 3,-40 3,-1 1,0 0,1 1,20 0,2-1,-28 1,29-1,-41 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23.60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1,'66'7,"-44"-6,230-2,-198 4,-58-2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27.43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1,'1'1,"0"0,0-1,0 1,0 0,1-1,-1 1,0-1,0 1,0-1,1 1,-1-1,0 0,1 1,-1-1,0 0,1 0,-1 0,0 0,1 0,1 0,39 0,-37 0,45-2,-25 1,-1 1,0 1,41 5,-59-5,0-1,0 0,0 0,0 0,0-1,0 1,9-3,-10 2,0 0,0 0,0 0,1 1,-1-1,0 1,0 0,0 1,1-1,-1 1,9 2,2-1,-14-3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31.16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2,'44'0,"-18"-2,0 2,-1 1,1 1,46 9,-62-9,1-1,0 0,0 0,0-1,0 0,16-3,-13 2,0 0,-1 0,26 3,140 28,-179-30,0 0,0 0,1 0,-1 0,0 0,0 0,1 0,-1 0,0 0,1 0,-1 0,0 0,0 0,1 0,-1 0,0 0,0 0,1 1,-1-1,0 0,0 0,1 0,-1 0,0 0,0 0,1 1,-1-1,0 0,0 0,0 0,0 1,1-1,-1 0,0 0,0 0,0 1,0-1,0 0,0 0,0 1,0-1,0 0,0 0,0 1,0-1,0 0,0 0,0 1,0-1,0 0,0 0,0 1,0-1,0 0,0 0,0 0,0 1,-1-1,1 0,0 0,0 0,0 1,-1-1,-3 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35.04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0,'1'2,"-1"-1,1 0,0 1,0-1,0 0,0 0,0 1,0-1,0 0,0 0,0 0,1 0,-1 0,0 0,1-1,-1 1,1 0,-1-1,1 1,-1-1,1 1,0-1,1 1,40 6,-29-5,0 0,0 1,0 0,-1 1,17 6,-20-6,1 0,1-1,-1-1,1 0,-1 0,21 0,-15-1,4 3,0 1,-1 0,0 2,0 0,-1 0,0 2,0 0,17 13,-27-17,-1 0,-1 1,1 0,-1 1,0-1,7 11,-22-26,3 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41.12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0,'45'20,"82"22,-121-40,1 0,0 0,-1 1,0 0,0 0,0 0,7 5,35 17,-41-23,-1 1,0 0,0 0,0 1,-1 0,1-1,-1 1,0 1,-1-1,1 1,-1 0,5 5,-5-3,1-2,1 1,-1 0,1-1,0 0,0 0,1-1,9 5,-9-4,0-1,0 1,-1 0,1 0,-1 1,-1-1,1 1,-1 1,0-1,4 8,-9-14,0 0,0 0,0 1,0-1,0 0,0 0,0 1,0-1,0 0,0 0,0 1,0-1,0 0,-1 0,1 0,0 1,0-1,0 0,0 0,0 0,-1 1,1-1,0 0,0 0,-1 0,1 0,0 1,0-1,0 0,-1 0,1 0,0 0,0 0,-1 0,1 0,0 0,-1 0,1 0,0 0,0 0,-1 0,1 0,0 0,0 0,-1 0,1 0,0 0,-1 0,1 0,0 0,0 0,-1 0,1-1,-4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52.87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0,'2'0,"0"1,-1 0,1-1,0 1,-1 0,1-1,-1 1,1 0,-1 0,1 0,-1 0,0 0,0 1,0-1,1 0,-1 0,0 1,-1-1,1 1,1 1,18 35,-16-28,18 49,-18-46,0 0,1 0,1-1,10 17,-14-24,0 1,0-1,0 1,-1-1,0 1,0-1,-1 1,1 0,-1-1,-2 11,1-8,1-1,0 1,0-1,1 1,0-1,3 10,-1-8,-1 0,0 0,0 0,0 17,4 22,-3-39,-4-10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58.40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1 351,'1'-1,"-1"1,1-1,0 0,-1 1,1-1,0 0,-1 1,1-1,-1 0,1 0,-1 1,0-1,1 0,-1 0,0 0,1 0,-1 1,0-1,0 0,0 0,0 0,0 0,0 0,-1 0,2-34,-1 24,2-5,2 1,0 0,1 0,1 0,15-27,-13 28,-1-1,-1 0,0-1,-1 1,3-19,-7 31,0 0,0 0,0 0,0 0,0 0,1 0,-1 1,1-1,0 0,3-2,8-15,-13 18,-1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7:03.15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1 346,'14'-36,"-9"17,9-1,0 0,1 0,1 1,28-25,-5 16,-33 25,-1 0,-1 0,1-1,0 1,-1-1,0 0,0 0,0 0,-1 0,1-1,-1 1,4-8,-2 4,1 1,1-1,-1 1,1 0,0 1,1 0,10-7,3-3,-10 12,-13 11,-2-3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7:08.15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1 267,'54'-51,"-49"45,1 0,1 0,0 0,-1 1,2-1,-1 1,1 1,9-5,-7 4,0-1,0 0,-1 0,16-15,-17 14,1-1,0 1,1 0,0 0,0 1,0 1,1-1,21-6,7-5,12-15,-51 29,-2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7:12.14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1 131,'8'-2,"-1"0,1 0,-1-1,1 0,-1 0,0 0,0-1,-1 0,1-1,5-4,50-27,11 20,-61 14,1 0,-2 0,1-1,22-8,-21 7,0 1,0 0,1 1,0 0,0 1,-1 0,1 1,0 0,15 2,18 0,-44-5,-4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7:27.05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10,'12'2,"10"-1,-20-1,1 0,-1 0,1-1,-1 1,1 1,-1-1,0 0,1 1,-1-1,1 1,-1-1,4 2,-4-1,0 0,0 0,1-1,-1 1,0 0,1-1,-1 0,0 0,1 1,-1-1,1-1,-1 1,0 0,1 0,-1-1,1 1,2-2,1 0,1 0,0 0,0 0,0 1,0 0,0 0,0 1,0-1,0 1,1 1,-1-1,13 4,36 0,-13-6,-33 1,0 0,1 1,-1 0,0 0,1 1,-1 0,0 1,14 3,-9-2,0-1,0-1,1 0,-1 0,0-1,0-1,18-3,-33 4,0 0,1 0,-1 0,0 0,0 0,1 0,-1 0,0 0,1 0,-1 0,0 0,0 0,1 0,-1 0,0 0,1 0,-1 0,0 0,0 0,1 0,-1-1,0 1,0 0,1 0,-1 0,0 0,0-1,0 1,1 0,-1 0,0 0,0-1,0 1,0 0,0 0,0-1,1 1,-1 0,0 0,0-1,0 1,0 0,0 0,0-1,0 1,0 0,0 0,0-1,0 1,0 0,0 0,-1-1,-11-9,8 8,0-1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7:32.79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11,'64'-5,"-53"3,1 1,0 0,-1 1,1-1,0 2,0 0,-1 0,1 1,15 3,-26-4,1-1,0 0,-1 0,1 0,0 0,0 0,-1 0,1-1,0 1,-1-1,1 1,0-1,-1 1,1-1,2-1,-4 2,0-1,1 1,-1-1,1 1,-1 0,1-1,-1 1,1 0,0-1,-1 1,1 0,-1-1,1 1,0 0,-1 0,1 0,0 0,-1-1,1 1,0 0,-1 0,1 0,0 0,-1 0,1 1,0-1,-1 0,1 0,0 0,-1 0,1 1,-1-1,1 0,0 0,-1 1,1-1,-1 0,1 1,-1-1,1 1,-1-1,1 1,-1-1,0 1,1-1,-1 1,0-1,1 1,-1-1,0 1,0-1,1 1,-1 0,9-2,1 0,-1 0,1 1,17 1,-22 0,177-8,-164 10,-7-2,-19-6,3 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7:37.88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1,'30'12,"-27"-9,0-1,0-1,1 1,-1 0,1-1,-1 1,1-1,0 0,-1 0,7 1,27-9,-34 6,0 1,-1-1,1 0,0 0,-1 1,1 0,0-1,0 1,-1 0,1 0,0 0,0 1,0-1,-1 0,1 1,0 0,2 1,141 43,-136-40,45 21,-52-25,0 1,0-1,0 1,0 0,0 0,-1 0,1 1,-1-1,0 0,1 1,-1-1,-1 1,3 4,-11-6,2-1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7:41.98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0,'5'1,"0"1,0-1,-1 1,1 0,0 0,-1 0,0 0,1 1,-1-1,0 1,0 0,-1 0,7 7,20 13,99 43,-97-53,-27-11,0-1,0 1,0 0,-1 0,1 1,-1 0,1-1,-1 1,0 0,0 1,0-1,-1 1,1-1,4 8,-5-7,1 0,0 0,0 0,0 0,0-1,1 1,0-1,0 0,0 0,0-1,7 4,-6-4,-1 0,1 1,-1 0,0-1,-1 2,1-1,0 0,-1 1,0 0,0 0,5 7,19 14,-25-23,0 0,0-1,-1 1,1 0,-1 1,0-1,0 0,1 0,-2 1,1-1,2 4,-14-6,6-3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45.84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1,'6'1,"0"0,0 0,0 1,0 0,-1 0,1 0,-1 1,1 0,-1 0,6 4,47 37,-49-36,3 2,0 1,0 0,-1 1,-1 1,0-1,-1 1,0 1,8 18,-8-18,1-1,1 1,1-2,0 1,27 20,-39-33,8 9,0 0,0 0,-1 1,0-1,7 15,-3-5,-17-24,3 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46.92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6:49.81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0,'46'47,"-17"-10,25 43,-30-42,-18-29,0 0,-1 1,0-1,-1 1,0-1,3 12,12 35,3 13,-21-66,0 7,-5-12,2-1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7:46.82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0,'39'25,"-19"-11,-8-7,-1 1,-1 1,0 0,0 0,-1 1,0 0,13 20,23 24,-38-45,1 1,-2 0,11 20,6 10,4-5,20 33,-10 17,-17-38,39 68,-53-79,-6-33,-1-1,1 0,0 1,0-1,0 0,0 1,1-1,-1 1,1-1,-1 0,1 0,0 1,0-1,0 0,0 0,1 0,-1 0,1 0,-1 0,1 0,4 3,1-6,-6-2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8:09.40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26,'61'-8,"49"-1,-88 6,0 0,0 1,0 1,40 3,-1-2,-52-1,1 1,-1-1,0 2,1-1,-1 1,12 2,-21-3,0 1,0-1,0 0,0 0,0 0,0 0,0 0,0 0,0 0,0 0,0 0,0 1,0-1,0 0,0 0,0 0,0 0,0 0,0 0,0 0,0 0,0 0,1 1,-1-1,0 0,0 0,0 0,0 0,0 0,0 0,0 0,0 0,0 0,0 0,0 0,1 0,-1 0,0 0,0 0,0 0,0 1,0-1,0 0,0 0,-4-1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8:03.68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81,'6'0,"-1"1,1-1,0 0,0-1,0 1,0-1,-1 0,10-3,-9 3,68-19,-60 15,0 1,1 0,0 0,-1 2,1 0,29-2,-28 5,0-1,-1-1,1 0,-1-1,1-1,19-5,-12 3,1 1,0 1,0 2,0 0,1 1,34 4,-19-2,29-2,1 2,-75-2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8:06.15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0,'0'8,"1"32,3-37,5-26,-6 5,-4 28,-3 0,2-11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8:13.54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4,'0'1,"1"0,-1-1,1 1,-1-1,1 1,-1-1,1 1,-1-1,1 0,0 1,-1-1,1 1,0-1,-1 0,1 0,0 1,0-1,-1 0,1 0,0 0,0 0,-1 0,1 0,0 0,0 0,-1 0,1 0,0 0,0 0,-1 0,2-1,34-3,-27 2,10 0,-16 1,0 1,0-1,0 1,0 0,0-1,0 1,0 0,0 1,0-1,0 0,0 1,0 0,0-1,-1 1,1 0,0 0,0 1,-1-1,5 3,-5-4,1 1,-1 0,1-1,0 1,-1-1,1 0,0 0,-1 0,1 0,-1 0,1 0,0-1,-1 1,1-1,-1 0,1 1,-1-1,5-2,-3 1,0 1,0 0,0 0,0 0,0 0,0 0,1 1,-1 0,0 0,5 0,16 4,-1-1,1-2,0 0,27-2,60 3,-81-3,-26 0,0 1,0-1,0 1,0 0,0 0,0 1,0-1,0 1,7 2,-22 1,3-3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8:28.47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6,'156'7,"-4"6,-140-13,0-1,1 0,-1 0,20-6,26-2,24 10,-60 0,0 0,38-3,-49 1,-1 0,0 1,0 1,1 0,15 3,-20-3,1 1,0-1,0-1,-1 1,1-1,0 0,0 0,0-1,-1 0,1 0,0 0,-1-1,13-4,-16 5,0 0,-1 1,1-1,0 0,-1 1,1 0,0 0,0-1,0 1,-1 1,1-1,0 0,0 1,0-1,-1 1,1 0,0-1,-1 1,4 2,-3-2,-1 1,1-1,-1-1,1 1,-1 0,1 0,-1-1,1 0,0 1,-1-1,1 0,0 0,-1 0,1 0,0-1,-1 1,1-1,0 1,3-2,-4 1,0 1,-1 0,1 0,0 0,0 0,0 0,0 0,0 0,0 1,0-1,0 1,0-1,-1 1,1-1,0 1,0 0,-1 0,1 0,-1 0,1 0,-1 0,2 2,-5-3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8:32.67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9,'224'14,"-59"-21,82 0,-223 3,-22 3,0 0,0 1,1-1,-1 1,1-1,-1 1,1 0,-1 0,0 0,1 0,-1 0,1 0,-1 1,1-1,3 2,-9 1,-3-2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8:37.30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2 8,'-1'-1,"15"-1,26 2,-28 1,0 0,1 0,-1-1,0-1,19-2,23-1,342 12,-272 7,-109-13,-15-2,0 0,0 0,-1 0,1 0,0 0,0 0,0 0,-1 0,1 0,0 0,0 0,0 1,-1-1,1 0,0 0,0 0,0 0,0 0,-1 0,1 0,0 1,0-1,0 0,0 0,0 0,0 0,0 1,-1-1,1 0,0 0,0 0,0 0,0 1,0-1,0 0,0 0,0 0,0 1,0-1,0 0,0 0,0 0,0 0,0 1,0-1,1 0,-1 0,0 0,0 0,0 1,0-1,0 0,0 0,0 0,1 0,-1 0,0 1,0-1,0 0,0 0,1 0,-1 0,0 0,0 0,0 0,1 0,-1 0,0 0,-4 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8:42.55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8,'23'1,"-17"-1,0 1,-1-1,1-1,-1 1,1 0,-1-1,1 0,5-2,-8 2,0 1,1 0,-1-1,1 1,-1 0,1 1,-1-1,1 1,-1-1,0 1,1 0,-1 0,0 0,0 0,5 3,-6-3,1 1,-1-1,0 0,1 0,-1 0,1-1,-1 1,1 0,-1-1,1 1,0-1,-1 0,1 0,0 0,-1 0,1 0,-1 0,1-1,0 1,-1-1,1 0,-1 1,1-1,-1 0,4-2,0 0,-1 1,1 1,0-1,0 1,0 0,0 0,0 0,1 1,-1-1,0 1,0 1,0-1,13 3,-10-2,0 0,0 0,1-1,-1 0,13-2,-11 0,0 0,0 1,0 0,0 1,0 0,0 1,14 2,15 0,42-5,-64 0,0 1,0 1,1 0,18 3,-16-1,0-1,0 0,1-2,22-3,34 0,-7 7,-76-4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8:45.49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0,'75'10,"-65"-8,1 0,0 0,-1-1,1 0,0-1,0 0,13-1,-14-1,1 1,0 1,-1 0,1 0,-1 0,1 1,-1 1,1 0,-1 0,12 4,-12-5,0 0,0-1,0 0,0 0,16-3,19-1,30 4,-81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8:49.01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15,'5'-2,"0"0,1 0,-1 1,0 0,1-1,-1 1,1 1,-1-1,1 1,0 0,5 1,5 0,0 0,0 0,1-1,23-3,19 0,-16 3,1 2,55 10,-88-10,74 17,-88-20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9:17.98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1,'9'0,"1"1,0 0,-1 0,1 1,-1 0,1 1,9 3,14 5,56 2,-39-5,-41-7,0 0,0 0,0 1,-1 0,10 3,-10-3,0 0,1-1,-1 0,0 0,1-1,-1 1,16-3,2 1,-26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9:23.60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17,'0'-1,"0"0,1 0,-1 1,0-1,0 0,1 0,-1 1,0-1,1 0,-1 1,1-1,-1 1,1-1,0 0,-1 1,1-1,-1 1,1-1,0 1,0 0,-1-1,1 1,0-1,0 1,0 0,-1 0,1 0,0-1,0 1,0 0,0 0,0 0,-1 0,1 0,0 0,0 0,0 0,0 1,0-1,-1 0,2 1,49 10,-32-6,192 47,-196-48,0 1,0 1,18 9,16 6,-10-5,-31-12,1 0,-1-1,1 0,-1 0,1-1,0 0,17 2,-14-3,1 2,-1 0,0 0,23 10,25 6,-22-5,-32-11,-24-13,13 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9:28.13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1,'10'1,"0"1,0 0,-1 0,1 1,-1 0,1 1,-1 0,0 0,-1 0,1 1,-1 1,7 5,56 28,28 11,-52-25,68 40,-105-59,0 0,-1 0,0 1,13 13,32 22,-40-33,-2 1,1 1,17 20,-31-29,-10-7,3 1,1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5:59:35.87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1,'6'0,"-1"1,0 0,1 0,-1 0,0 1,0-1,1 1,-2 0,1 1,0-1,0 1,7 5,52 46,-43-34,11 7,39 37,39 37,-98-88,1 0,0-1,19 12,-20-15,0-1,-1 2,0 0,-1 0,0 0,11 17,13 15,6 10,-32-38,0 0,1-1,1 0,1-1,0 0,1-1,24 20,-24-20,-2 0,1 1,15 25,11 12,5 2,72 119,-110-161,1-2,-5-9,-1-2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0:07.16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5 0,'0'1,"-1"0,0 0,1 1,-1-1,1 0,-1 0,1 0,0 0,0 0,-1 1,1-1,0 0,0 0,0 0,0 0,1 1,-1-1,0 0,0 0,1 0,-1 0,2 2,7 30,7 23,-14-45,0-1,1 1,1-1,0 0,0 0,9 14,-4-9,-1 1,0 0,-1 0,-2 1,1-1,3 32,-3-20,1-6,0-1,20 39,-20-49,-1 0,-1 0,0 0,0 1,-1 0,-1 0,0 0,-1 0,-1 0,0 0,0 0,-2 1,-2 19,2-24,1 0,0 0,0 0,1 0,0 1,1-1,0-1,1 1,0 0,0 0,1-1,0 1,8 10,18 46,-26-47,-1 0,-1-1,-1 33,-1-34,0 1,1 0,1-1,6 25,12 66,-19-102,-2-8,-5-6,2 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0:15.68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12 1,'-2'1,"1"1,0-1,0 1,0 0,0-1,0 1,0 0,0 0,1-1,-1 1,1 0,0 0,-1 0,1 0,0 0,0 0,0 0,1 0,-1 2,4 45,6 5,-3 1,-1 108,-5-155,0-1,0 1,1-1,0 0,4 11,-4-14,0 1,0 0,0-1,-1 1,0 0,0 0,-1 0,1 0,-1 0,0 0,-1-1,1 1,-1 0,-3 9,4-7,-1 1,2 0,-1 0,1 0,1-1,0 1,0 0,5 12,-4-11,1 8,-1 0,0 1,-2-1,0 1,-3 23,0-23,2 0,0 0,1 0,1 0,6 22,-5-25,0-1,-1 1,-1 0,0 0,-2 0,-2 23,0 52,12 56,-10-145,1-1,0 1,0-1,0 1,0-1,1 1,-1-1,0 1,0-1,0 0,0 1,0-1,1 1,-1-1,0 1,0-1,1 0,-1 1,0-1,1 0,-1 1,0-1,1 0,-1 1,1-1,-1 0,1 0,-1 1,1-1,-1 0,1 0,-1 0,1 0,-1 1,1-1,-1 0,1 0,-1 0,1 0,-1 0,1 0,-1 0,1 0,-1 0,1-1,-1 1,2 0,-1-3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0:22.25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9 0,'-8'88,"25"66,10-14,-6-52,-9-41,-8-34,-1 0,0 0,-1 0,0 19,-3-14,-1 0,-1 1,-6 22,7-34,1 0,0 0,1 0,-1 0,2 0,-1 0,1 0,0 0,1 0,-1 0,2 0,5 12,0 4,-4-10,-2 1,0-1,-1 1,-1 25,2 20,3-16,7 81,-3-14,-9-93,0 0,0 0,-5 17,1-2,3-19,0 0,0 0,2 0,1 17,-2-29,-2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0:37.42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1,'17'183,"1"-109,-15-66,0 0,0 0,-1 1,0-1,-1 0,0 1,-1 0,1-1,-2 1,1-1,-2 1,-2 9,3-11,0-1,0 1,1 0,0-1,0 1,0-1,1 1,0 0,4 10,-3-9,0-1,0 1,-1 0,0-1,-1 1,-1 13,1-18,0 1,0 0,0 0,1 0,-1 0,1 0,1 0,-1-1,0 1,1 0,0-1,2 5,-2-6,0 1,0-1,-1 1,0 0,1 0,-1 0,0 0,0 0,-1 0,1 0,-1 0,0 0,0 0,0 0,0 0,0 0,-1 0,0 0,0 0,0 0,-2 5,0-1,1 0,0 0,0 0,1 0,0 1,1-1,-1 0,1 1,1-1,0 0,0 1,1-1,-1 0,7 12,-5-6,1 0,-2 0,2 21,4 97,-7-49,-1-76,0 0,0 0,1 0,0 0,0 0,1 0,5 12,-5-13,0 0,0 0,-1 0,1 0,-1 1,0-1,-1 1,0-1,0 0,0 1,0-1,-3 7,2-3,0-1,1 1,0-1,1 1,-1 0,2-1,3 13,2 18,9 78,-16-29,2-35,-1 14,-2-54,1 0,0 0,1 0,1 0,0 0,8 21,-5-17,-2-1,1 1,0 23,-7-5,2-24,0-1,0 1,1-1,0 1,1-1,1 0,0 1,4 12,-2-18,-1 1,0 0,0 0,-1 0,1 0,-1 1,-1-1,0 0,0 1,0-1,-1 13,0-10,-1-1,0 0,-1 0,0 0,0 0,-6 13,-3 6,9-20,1 0,0-1,0 1,1 0,0 0,0 0,1 0,1 8,0 44,-3-55,0 1,0-1,0 1,1-1,0 1,0 0,0-1,1 1,0-1,0 1,0-1,0 1,1-1,0 0,0 0,0 0,4 5,-6-9,1 1,-1-1,1 0,-1 1,0-1,1 1,-1-1,0 1,1-1,-1 1,0-1,0 1,1-1,-1 1,0-1,0 1,0-1,0 1,0-1,0 1,0-1,0 1,0-1,0 1,0-1,0 1,-1-1,1 1,0-1,0 1,-1-1,1 1,0-1,0 1,-1-1,1 1,-1-1,1 0,-1 1,-1 0,1-1,0 1,0-1,-1 0,1 0,0 1,-1-1,1 0,0 0,-1 0,1 0,0 0,0-1,-1 1,1 0,0-1,-3 0,-2-1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0:51.73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1,'1'12,"0"0,1 0,1 0,0 0,0 0,7 13,6 20,-4 37,-12-67,2 0,0 0,0 0,11 27,-12-37,0-1,0 1,-1-1,1 1,-1-1,0 1,-1-1,0 9,0 29,25 127,-19-126,-3-13,-2-22,0 0,1 1,0-1,1 0,0 0,0 0,7 13,-3-6,0 0,-1 1,0 0,-2 0,2 18,-4-24,0 1,-1 0,0-1,-1 1,0-1,-1 1,0-1,-7 17,9-23,0 0,0 0,0 1,1-1,0 0,0 0,0-1,1 1,0 0,-1 0,4 4,11 34,-15-8,1 10,9 48,-8-76,-2-1,0 1,-3 23,1 5,17 161,-14-161,-3 37,1 35,-9-13,9-1,-4-45,2-46,1 0,0 0,1 0,1 12,-8-30,3 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1:21.18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871 0,'-17'117,"17"-106,-1 0,-1 0,0 0,0 0,-1-1,-1 1,-9 17,-6 18,-22 115,27-96,14-55,-2 0,1 0,-1 0,-1 0,0 0,-1-1,0 1,0-1,-1 0,-12 16,10-17,2 0,-1 1,1 0,-5 12,-24 35,-39 52,63-95,0 1,1 0,1 0,-9 22,11-21,0-1,-2 0,0 0,-18 22,0-1,-14 12,12-15,25-27,-1-1,0 1,1-1,-2 0,1 1,0-2,-1 1,-6 4,0-1,0 1,0 0,1 1,1 0,-11 13,-30 28,33-35,1 1,-23 31,36-45,-67 75,56-61,13-14,0 0,0 0,0 0,-1 0,1 0,-1 0,1 0,-1-1,0 1,0-1,0 1,0-1,0 1,0-1,-1 0,1 0,0 0,-4 1,2-3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1:26.26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153 1,'-6'2,"0"0,0 0,1 1,-1 0,1 0,0 0,0 1,0-1,0 1,-6 7,-14 9,10-9,12-8,-1 0,0 0,0 0,0-1,0 1,-1-1,1 0,-10 4,12-11,3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1:29.99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785 0,'-3'1,"0"0,0 0,1 1,-1-1,0 1,0-1,1 1,-1 0,1 0,0 0,0 0,-1 0,2 0,-4 4,-24 20,-5-8,1 1,1 1,1 2,-40 36,47-40,-1-2,0 0,-1-2,-1 0,-57 19,20-6,54-23,-138 54,69-34,76-23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1:34.18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582 0,'-10'1,"1"1,0 0,0 0,0 1,0 0,0 1,0-1,-9 7,-35 12,-138 17,175-36,0-1,0 0,0-1,0 0,-28-2,27 0,0 0,-1 2,1 0,-24 4,30 0,10-2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2:10.88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928 1,'-9'0,"0"1,0 1,0 0,0 0,0 0,0 1,0 0,1 1,0 0,-9 5,8-4,1-1,-1 0,0 0,0-1,-1 0,1 0,-1-1,1 0,-19 2,16-3,1 2,-1-1,1 1,-1 1,1 0,1 0,-1 1,1 0,-20 13,-26 11,0-14,29-10,20-3,0 1,-1 0,2 1,-1-1,0 1,-11 9,-27 15,17-15,18-8,-1-1,1 0,-1 0,0-1,-13 3,15-4,1 0,0 1,0 0,1 1,-1-1,1 1,0 0,-8 6,-41 21,38-23,0 0,1 2,-28 19,44-28,0-1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2:14.01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62 6,'0'0,"0"0,0 0,0 0,0-1,0 1,0 0,0 0,0 0,0-1,0 1,0 0,0 0,0 0,0-1,-1 1,1 0,0 0,0 0,0 0,0-1,0 1,-1 0,1 0,0 0,0 0,0 0,-1 0,1-1,0 1,0 0,0 0,-1 0,1 0,0 0,0 0,-1 0,1 0,0 0,0 0,-1 0,1 0,0 0,0 0,0 0,-1 0,1 0,0 0,-17 7,-11 12,25-16,-4 2,9-5,1-2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2:18.32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551 0,'-54'32,"30"-16,-4 0,1 1,-45 36,37-25,-38 38,60-53,0-1,-1 0,-24 15,-23 20,19-21,37-24,0 0,0 1,1 0,-1-1,1 1,0 1,0-1,0 0,1 1,-1 0,-3 5,4-5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2:27.06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739 1,'-4'2,"1"0,0 0,0 1,0-1,1 1,-1 0,1-1,-1 1,1 0,-3 5,-7 8,-50 52,50-53,-1 0,0-1,-29 24,33-31,1 0,1 1,0 0,0 0,-8 14,10-14,0-1,-1 1,0-1,0 0,-1 0,0-1,-12 9,13-11,1 2,-1-1,1 0,0 1,0 0,1 0,0 0,0 1,0-1,-3 12,-16 23,-9 2,-25 40,35-24,21-52,-1 0,0 0,0-1,-1 1,0 0,-1-1,1 0,-1 0,-1 0,1 0,-1 0,-9 8,4-5,0 1,1 1,1 0,0 0,0 0,1 1,-5 13,4-10,-1 1,0-1,-18 20,21-27,1 0,0 0,0 1,1-1,0 1,1 0,0 0,-3 14,-11 32,17-54,0-1,-1 0,1 0,0 0,0 0,0 1,0-1,-1 0,1 0,0 0,0 0,0 0,-1 0,1 0,0 1,0-1,0 0,-1 0,1 0,0 0,0 0,-1 0,1 0,0 0,0 0,-1 0,1 0,0 0,0 0,-1 0,1 0,0 0,0-1,0 1,-1 0,1 0,0 0,0 0,0 0,-1 0,1-1,0 1,0 0,0 0,0 0,-1-1,-2-2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2:31.49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130 11,'1'0,"-1"0,0-1,0 1,0 0,0-1,0 1,0 0,0-1,0 1,0 0,0-1,0 1,0 0,0-1,0 1,0 0,0-1,0 1,0 0,-1 0,1-1,0 1,0 0,0-1,-1 1,1 0,0 0,0-1,-1 1,1 0,0 0,-1 0,1-1,0 1,-1 0,1 0,0 0,-1 0,1 0,0 0,-1 0,1 0,0-1,-1 1,1 0,0 0,-1 0,1 1,-1-1,1 0,0 0,-1 0,1 0,0 0,-1 0,-13 16,0 41,5-27,2 1,-4 50,19-34,-6-43,0 1,-1-1,0 0,0 0,-1 1,1-1,-1 1,0-1,-1 0,1 1,-1-1,0 0,0 1,0-1,-4 7,-1 1,1 1,0 0,1 0,-2 14,0-2,-24 124,27-130,1 1,0 0,2-1,1 1,3 20,-6-22,0-17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2:51.44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82 0,'0'15,"-2"0,0 0,-1 0,-7 16,-4 26,13-49,1-1,0 0,1 0,0 0,0 1,3 7,-2-7,0 0,-1 0,0 1,-1 15,-16 64,9-58,2-1,-2 37,10-17,-2-35,0 0,-1 0,-3 26,-5 11,-11 48,16-93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2:58.36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102 0,'-1'15,"0"0,-1 0,-8 28,4-21,4-7,0 0,1 0,2 0,-1 1,2-1,0 0,5 15,-2-8,-1 1,0 29,-6-38,0 0,-1 0,-1 0,-7 17,-6 19,-4 135,8-75,12-80,-2-1,-12 47,11-58,2 0,0 0,1 1,2 25,0-7,-1-28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03.72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134 0,'-1'1,"0"-1,0 1,0 0,0 0,0-1,0 1,1 0,-1 0,0 0,1 0,-1 0,1 0,-1 0,1 0,0 0,-1 0,1 0,0 0,0 0,0 0,0 0,0 1,0-1,0 1,0 37,0-33,0 47,-3 0,-12 62,9-18,0-4,1-59,3-20,0-1,0 1,-2-1,0 1,0-1,-11 20,9-20,1 0,0 1,1 0,1 0,-2 26,-5 18,5-34,1 1,-2 44,6-68,0-5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12.74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39 0,'4'47,"-2"-37,-1 0,0 0,-1 0,0 0,-3 16,0-13,1 1,1-1,0 0,2 1,-1-1,2 0,6 25,-7-25,1 0,-2 0,0 0,-3 16,2 42,2-45,-1-1,-1 1,-8 40,-2 16,1-18,-1 12,8 73,5-72,2-24,-2 1,-7 72,4-119,0 5,1-12,0 0,0 0,0 0,0 0,0 0,0 0,0 0,0 0,-1 0,1-1,0 1,0 0,0 0,0 0,0 0,0 0,0 0,0 0,0 0,0 0,0 0,-1 0,1 0,0 0,0 0,0 0,0 0,0 0,0 0,-2-5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21.19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201 0,'-2'15,"0"-1,-1 1,-1-1,-10 24,-1 7,7-25,7-18,0-1,0 1,1 0,-1 0,1-1,-1 1,1 0,0 0,-1 0,1 0,0 0,1 0,-1-1,0 1,0 0,1 0,0 0,0 2,2 5,-1 0,0 0,0 0,-1 0,-1 0,0 0,0 0,-1 1,0-1,-1 0,0 0,0 0,-1-1,-1 1,1-1,-7 10,5-9,1 1,0-1,1 1,1-1,-1 1,2 0,-1 0,2 0,-1 0,2 0,-1 0,1 0,4 13,-2-11,-2 0,1 0,-2 1,0-1,0 0,-2 0,1 0,-8 24,2-16,1 0,2 0,0 1,1 0,1 26,-2 2,-4 11,4-44,2 0,0 0,1 0,1 1,4 30,-2-31,-1 1,-1 0,0-1,-2 1,-6 28,-4 49,11-56,-2-1,-2 1,-2-1,-17 51,22-83,1 1,0-1,0 0,0 1,0-1,1 1,0-1,1 1,0-1,-1 1,2-1,1 6,0-8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29.14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148 1,'-12'68,"12"-60,-1-1,1 1,-2-1,1 1,-1-1,-1 0,-4 10,6-15,-4 20,0-1,2 1,0 0,2 0,2 29,0-28,-11 184,-25 54,20-163,8-64,2 0,0 35,6-5,-3 77,-7-75,3-37,0 52,4-36,-1-41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35.73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8 1,'2'1,"0"0,-1 0,1 0,-1 0,1 1,-1-1,0 0,1 1,-1-1,0 1,0-1,0 1,-1-1,1 1,0 0,-1-1,1 1,-1 0,1 0,-1-1,0 5,1-4,0 1,-1 0,1 0,-1 0,0 0,0 0,0 0,0 0,0 0,-1 0,0 0,-1 4,-9-19,-4-5,12 20,6 14,6 27,2 48,-5-32,-2-34,1-1,1 1,2-1,0-1,21 41,14 39,-41-99,9 12,-11-17,0 0,0 0,0 0,0 0,0 0,0 0,0 0,0-1,1 1,-1 0,0 0,0 0,0 0,0 0,0 0,0 0,1 0,-1 0,-2-5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39.32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7 0,'0'1,"-1"-1,1 0,-1 1,1-1,-1 1,1 0,-1-1,1 1,0-1,-1 1,1 0,0-1,0 1,0 0,-1-1,1 1,0-1,0 1,0 0,0-1,0 1,0 0,1-1,-1 1,0 0,0-1,0 1,1 0,-1-1,0 1,1-1,-1 1,0 0,1-1,0 1,13 28,-13-28,1 5,1 0,-1 1,0-1,-1 1,0 0,0-1,0 1,-2 9,1-10,0 0,0 0,1 0,0 0,0 1,0-1,1 0,0 0,0-1,6 11,11 31,-6-9,-11-39,-2-3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45.10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0,'0'8,"1"-1,0 1,0-1,1 1,0-1,1 0,-1 0,1 0,1 0,0 0,7 10,5 1,0 0,27 23,-42-41,-1 0,0 0,0 0,0 1,1-1,-1 0,0 0,0 0,0 0,0 0,0 1,1-1,-1 0,0 0,0 0,0 0,0 1,0-1,0 0,0 0,0 0,0 1,0-1,1 0,-1 0,0 0,0 1,0-1,-1 0,1 0,0 0,0 1,0-1,0 0,0 0,0 0,0 1,0-1,0 0,0 0,-1 0,1 0,0 1,0-1,0 0,0 0,-1 0,1 0,0 0,0 0,0 0,-1 1,1-1,0 0,0 0,0 0,-1 0,1 0,0 0,0 0,-1 0,1 0,0 0,0 0,0 0,-1 0,1 0,0 0,-6-1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47.75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1,'33'38,"-21"-20,-5-7,0 0,-1 0,-1 0,8 21,-7-16,1 0,1-1,1 1,1-2,0 1,19 19,15 24,28 23,-66-78,-4-4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50.73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0,'36'40,"63"75,-89-102,0-1,0-1,1 1,1-1,0-1,1 0,17 10,-19-14,-13-8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56.84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9 0,'-9'1,"13"-1,18 5,-9 1,-1 0,0 0,0 1,-1 0,0 1,0 0,-1 1,0 0,14 17,-11-12,0-1,1-1,30 22,9 7,-46-33,1-1,1 0,-1 0,1-1,1 0,15 8,-4-5,-1 1,-1 1,18 14,8 3,-14-13,-27-14,0 1,0 0,0 0,0 0,0 0,-1 0,1 0,-1 1,1 0,-1 0,4 5,-2-4,1 0,-1 0,1 0,-1 0,1-1,0 1,1-2,-1 1,1 0,-1-1,1 0,11 2,-9-2,0 0,-1 0,1 1,-1 1,0-1,0 1,12 8,-8-5,0 0,0-1,0 0,1-1,0 0,0-1,1 0,0-1,26 4,-10-2,-30-4,1-1,-1 0,0 0,1 0,-1 0,1 0,-1 0,0 0,1 0,-1 0,1 0,-1 0,0 0,1 0,-1 0,0 0,1-1,-1 1,1 0,-1 0,0 0,1 0,-1-1,0 1,0 0,1 0,-1 0,0-1,1 1,-1 0,0-1,0 1,0 0,1 0,-1-1,0 1,0 0,0-1,0 1,0 0,0-1,0 1,0 0,0-1,0 1,0 0,0-1,0 1,0 0,0-1,0 1,0 0,0-1,0 1,0 0,-1-1,1 1,0 0,0-1,-1 1,1 0,0 0,0-1,-1 1,1 0,0 0,-1-1,-3-3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3:59.86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0,'6'1,"-1"1,0-1,1 1,-1 0,0 0,0 0,-1 1,1 0,0-1,4 5,34 16,25 0,-36-11,58 13,-42-9,-43-14,1 0,-1 1,0-2,1 1,-1 0,1-1,0 0,-1 0,1-1,0 1,0-1,-1 0,7-1,-1 0,0 1,0 1,1-1,-1 1,0 1,0 0,18 6,38 5,-9-10,-63-5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4:16.04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1,'76'10,"24"-6,-73-2,1 0,-1-2,1-1,-1 0,45-9,-61 8,0 1,-1 0,1 1,0 0,0 0,13 3,-13-2,1 0,-1 0,0-1,1 0,-1-1,13-2,-9 1,0 0,0 2,0-1,0 2,0 0,17 3,42 1,8 5,-80-6,-5-5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4:21.73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4,'16'1,"-1"0,1 0,-1 2,25 5,-34-6,24 2,1-1,-1-1,1-1,51-4,3 0,154-8,-202 14,-32-2,1-1,-1 1,1-1,0 0,-1 0,1-1,-1 1,1-1,-1 0,1 0,5-3,-6 3,0 0,0-1,0 1,1 1,-1-1,1 1,-1 0,0 0,1 0,-1 1,1-1,-1 1,7 2,-15-8,-3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4:26.45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1,'0'1,"1"0,-1 0,1 0,0 0,-1 0,1 0,0 0,0 0,-1 0,1 0,0-1,0 1,0 0,0 0,0-1,0 1,1-1,-1 1,0-1,0 1,0-1,1 0,-1 1,0-1,0 0,1 0,-1 0,0 0,1 0,-1 0,0 0,2 0,43-4,-35 3,-1 0,1 0,0 1,-1 1,1-1,0 2,-1-1,14 4,-13-2,1-1,-1 0,1-1,0 0,0 0,-1-1,18-2,-13-1,0 2,1 0,-1 1,0 0,19 3,29 1,-59-4,1 0,-1 0,0-1,1 0,-1 1,0-2,0 1,1 0,4-3,-8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4:33.64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14,'29'-2,"-22"2,-1-1,1 1,-1 0,0 1,1-1,-1 1,1 0,7 2,-4-1,-1 0,1-1,-1-1,1 1,-1-1,1-1,0 0,16-3,-13 2,0 1,1-1,25 2,-21 1,1-1,37-4,15-1,141 14,-205-9,0 0,0-1,0 1,0-1,0 0,7-3,-7 3,-1-1,0 1,0 0,1 1,-1-1,0 1,1 0,6 1,57 1,-59-2,0 0,0 0,0 0,0 1,20 5,-22-5,0 1,0-1,0-1,0 1,0-1,1-1,-1 0,18-3,45-1,-61 9,-20 1,1-4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4:38.63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1,'0'1,"1"0,-1 0,0 0,1 0,0 0,-1 0,1 0,-1 0,1 0,0-1,0 1,0 0,0 0,0-1,-1 1,1 0,1-1,-1 1,0-1,0 1,0-1,0 1,0-1,0 0,1 1,-1-1,0 0,0 0,0 0,3 0,49 1,-37-1,35 4,1-3,67-6,-92 4,0 1,50 5,15 0,178 7,-265-12,-24-5,12 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4:43.29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12,'55'-1,"-43"2,181-11,-138 12,-44-1,1 0,0 0,0-2,14-1,49 3,-63 0,1 0,0-1,-1 0,17-3,-22 2,0 0,1 0,-1 1,0 0,1 0,-1 0,0 1,0 0,0 0,1 0,-1 1,-1 0,11 5,-15-5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5:00.64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1,'4'0,"0"1,0 0,0 0,0 0,0 0,0 1,0-1,0 1,3 2,-3-2,0 0,1 0,-1 0,1 0,-1-1,1 1,0-1,7 1,10-2,0-1,0-1,31-6,-5 1,59 6,-83 0,-1 1,1 2,43 6,43 1,-108-9,-1 1,0-1,1 0,-1 0,0 0,1 0,-1 0,0 0,1 0,-1 0,0 0,0-1,1 1,-1-1,0 1,0 0,0-1,2-1,-4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5:13.07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17,'39'2,"23"-1,-6-6,0 2,90 5,-31 1,-97-1,13-1,-30-1,-1 0,1 0,0 0,0 0,-1 0,1 0,0 0,-1-1,1 1,0 0,-1 0,1-1,0 1,-1-1,1 1,-1 0,1-1,-1 1,1-1,-1 1,1-1,-1 1,1-1,-1 1,0-1,1 1,-1-1,0 0,1 1,-1-1,0 0,1-6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5:17.21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1,'7'2,"0"-1,1 0,0 0,-1 0,1-1,-1 0,14-1,-11 0,1 0,-1 1,1 0,-1 1,1 0,19 5,43 3,-48-9,-17 1,-1 0,1-1,-1 0,1 0,0 0,-1-1,0 0,1-1,-1 1,0-1,0 0,0-1,9-4,-20 4,-1 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5:22.24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13,'50'0,"-24"1,0-1,-1 0,40-7,54 5,-89-1,-1 2,55 2,-24 0,-56-1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5:27.80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7,'87'11,"156"-2,-13 1,-188-8,-33-1,1 0,-1-1,0 0,0 0,0-1,0 0,10-2,2-1,-18 4,-1 1,0-1,1-1,-1 1,0 0,0 0,1-1,-1 1,0-1,0 1,0-1,0 0,0 0,0 0,0 0,0 0,0 0,0-1,0 1,-1 0,1-1,-1 1,1-1,-1 0,2-2,-1-4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5:31.73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11,'69'3,"-50"-1,1-1,0-1,0 0,22-4,156-6,-168 8,0 2,0 0,1 2,-1 1,0 1,34 9,-47-8,-18-3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5:50.65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5:54.50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4 1,'0'0,"0"0,0 0,0 1,1-1,-1 0,0 0,0 0,0 1,0-1,0 0,0 0,0 1,0-1,0 0,0 0,0 0,0 1,0-1,0 0,0 0,0 1,0-1,0 0,0 0,0 0,0 1,0-1,0 0,0 0,-1 0,1 1,0-1,0 0,0 0,0 0,-1 0,1 1,0-1,0 0,0 0,-1 0,1 0,0 0,0 0,-1 0,1 1,0-1,-1 0,9 7,-4-2,0 0,-1 0,1 0,-1 1,0-1,-1 1,0 0,0-1,2 8,-3-6,1 0,1-1,-1 1,1-1,0 0,1 0,6 9,-3-8,-2-1,1 0,-1 1,0 0,0 0,-1 0,0 1,-1-1,0 1,0 0,3 15,-5-18,1 0,0 0,0 0,1-1,-1 1,1 0,6 6,9 16,-14-17,1 1,1 0,-1-1,2 1,12 16,-19-26,-2-2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6:01.00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0,'6'5,"-1"0,0 0,0 0,0 1,-1-1,0 1,6 11,3 11,1 1,2-2,35 46,23 22,27 32,-89-115,-10-8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6:06.66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1,'2'1,"0"0,0 0,0 0,-1 0,1 1,-1-1,1 0,-1 1,1-1,-1 1,0 0,0-1,0 1,0 0,0 0,1 3,13 32,-11-26,1 0,0-1,0 0,1 1,1-2,0 1,9 8,8 15,-9-13,-5-4,2 1,0-2,1 0,0 0,2-1,18 14,-26-21,1 1,-2 0,1 0,-1 1,0 0,7 16,6 8,-17-30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6:56.27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1,'7'7,"-1"0,0 0,-1 0,0 1,4 8,13 19,1-3,-19-24,2-1,-1 1,1-1,0 0,1 0,0-1,14 12,-11-11,0 0,-1 1,0 0,-1 1,14 17,-5-6,8 7,1-1,58 44,-69-57,0 1,21 25,28 26,-31-44,-27-18,-1 1,1-1,-1 1,0-1,-1 2,1-1,-1 0,0 1,7 9,-4-5,-1-1,2 0,-1-1,1 0,1 0,12 9,-10-8,-1 0,0 0,0 1,8 10,-12-14,-1 0,1 0,0-1,0 1,1-1,0 0,-1-1,12 5,-9-4,0 0,0 1,-1-1,1 2,8 7,19 11,-21-17,-19-19,1 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7:22.57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0,'2'5,"0"0,1 0,-1-1,1 1,0-1,0 1,0-1,1 0,0 0,0-1,0 1,0-1,7 5,22 23,-27-24,-1-1,1 0,0 0,1 0,-1-1,1 0,1 0,10 6,25 16,-19-9,0-1,1-2,28 14,-30-17,-1 2,0 0,-1 1,21 19,-34-25,1-1,1-1,-1 1,1-1,1-1,0 0,0 0,14 5,98 56,-67-34,-5-2,-13-11,-32-16,0 0,0-1,1 0,-1 0,1 0,0-1,0 0,0 0,0 0,10 0,-15-2,-2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7:31.29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0,'9'1,"0"1,0 0,0 0,-1 1,1 0,-1 0,0 1,0 0,11 7,38 15,67 33,13 0,-110-48,1-2,42 11,-54-15,1 0,-1 1,19 10,37 14,-58-25,-1 0,1 1,-1 1,-1 0,17 11,7 5,8-10,-40-12,1-1,-1 1,0 0,1 1,-1-1,0 1,0-1,0 1,0 0,4 3,-36-8,21 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7:54.96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1,'3'0,"-1"1,0-1,1 1,-1 0,0 0,0 0,0 0,0 0,0 0,0 0,0 0,1 2,0-1,-1 0,0-1,1 1,-1-1,1 1,0-1,-1 0,1 0,0 0,0 0,6 1,6 0,1 0,0 1,-1 1,0 1,0 0,20 9,34 10,41 3,-56-9,-44-14,-1-1,1 0,0 0,0 0,17 1,40 15,-79-26,7 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8:00.07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0,'8'1,"1"1,-1 0,0 0,0 0,0 1,0 0,12 7,28 8,-31-14,1-1,-1-1,1-1,21-1,-19 1,0-1,35 6,-28 0,0 0,39 15,-21-9,-38-11,0 0,-1 1,1-1,0 2,-1-1,11 5,-36-5,11-4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8:41.42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1,'18'1,"0"1,0 1,27 6,6 2,-32-8,0-2,0 0,25-2,-25 1,84 14,-15-14,-88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9:07.85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9:14.83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3,'92'0,"-53"-2,1 2,54 4,14 1,16-5,-26 1,-86-2,-1 0,1 1,-1 0,1 1,-1 0,1 1,-1 0,19 6,-29-7,-2-1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9:21.27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29,'213'14,"-5"-29,-44 1,-127 7,-32 6,-1 0,0 0,1 0,-1 0,1 0,-1 1,1 0,-1 0,1 0,4 1,-6 1,-1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9:27.52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0 122,'21'0,"-3"1,-1-1,1 0,0-1,-1-1,1-1,-1 0,0-1,27-9,-33 10,1-1,0 1,0 1,23-2,-22 3,0-1,0 0,0-1,21-7,-29 9,0-1,0 1,0 0,1 0,-1 0,0 1,9 0,-9 0,0 0,1-1,-1 1,0-1,0 0,0 0,0 0,8-3,-8 2,0 0,0 1,0 0,1 0,-1 0,0 0,1 1,-1 0,7 0,-6 0,1 0,-1 0,0-1,0 1,1-1,11-4,13-1,-27 6,1 0,-1-1,0 1,1-1,-1 0,0 0,0-1,0 1,0-1,0 1,-1-1,1 0,0 0,5-5,-9 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9:33.14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0 121,'82'-19,"-42"10,-26 7,-1-1,1 0,-1-1,0 0,0-1,14-7,-20 9,0 0,1 0,-1 0,1 1,0 0,0 1,-1-1,16 0,-13 2,0-1,-1-1,1 0,-1 0,17-6,-20 5,2-1,0 1,0 0,0 0,1 0,9-1,-12 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9:48.61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0 232,'8'-1,"0"0,1-1,-2 0,1 0,0-1,12-5,23-7,25 1,-48 11,1-1,-1-1,0 0,-1-1,23-11,-16 5,-13 6,0 0,0-1,-1 0,19-14,-22 14,0 1,1 1,0-1,1 1,15-5,32-16,-27 9,-29 15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09:55.22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1 276,'17'-1,"0"-1,0 0,0-1,0-1,-1 0,0-1,0-1,30-14,1-10,-36 22,0 0,1 1,0 0,17-7,6 0,0-3,33-20,-24 12,-22 14,-2-1,31-23,-47 32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0:02.09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0 294,'6'-1,"-1"0,0-1,0 0,0 1,-1-2,1 1,-1 0,1-1,-1 0,6-4,25-14,95-41,-96 45,-1-1,34-26,44-39,-93 64,-16 17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0:25.46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417 0,'0'6,"-1"1,0-1,-1 0,1 1,-2-1,1 0,-4 6,3-6,0 1,0-1,1 0,0 1,1-1,-1 1,1 7,-2 13,-1 0,-2-1,0 1,-3-1,0-1,-1 1,-17 26,-31 47,5 23,48-113,1 0,-1-1,-1 1,0-1,0 0,-14 13,13-14,0 0,0 1,1 0,0 0,1 0,0 0,-7 17,10-18,0 0,1 0,-2 0,1 0,-1-1,0 1,0-1,-1 1,0-1,0 0,-1 0,0-1,0 1,0-1,-10 7,9-6,5-5,1-1,0 1,0-1,0 1,-1-1,1 1,0-1,-1 1,1-1,-1 0,1 1,0-1,-1 0,1 1,-1-1,1 0,-1 1,1-1,-1 0,1 0,-1 1,1-1,-1 0,0 0,1 0,-1 0,1 0,-1 0,0 0,1 0,-1 0,1 0,-1 0,0 0,-2-3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1:18.89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643 0,'-2'0,"0"1,-1-1,1 0,0 1,0-1,0 1,0-1,0 1,0 0,0 0,0 0,0 0,1 0,-1 0,0 0,1 1,-1-1,1 1,-1-1,1 1,0-1,-1 1,1 0,0-1,0 1,0 2,-17 58,7-19,5-33,0-1,0-1,-1 1,0-1,-14 13,14-15,1 0,0 0,0 1,0 0,1 0,0 0,1 0,0 1,0-1,-4 14,3-7,-2 1,0-1,-1 1,0-2,-1 1,-1-1,0 0,-18 15,-15 23,-4-10,42-37,-1 0,0 0,1 1,0 0,0-1,0 2,1-1,0 0,0 1,1 0,-4 7,0 1,0-1,-1 0,-1-1,0 1,-1-1,-19 18,-21 27,7-19,3-3,42-39,-1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1:27.47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737 7,'3'-6,"-12"20,6-7,-1 1,0-1,-1 0,0 0,0 0,-1 0,0-1,0 0,-9 7,-30 35,34-34,-1-1,-1 0,0-1,-20 14,16-12,0 0,-20 24,31-33,0 0,0 0,0 0,0 0,-1-1,-14 7,13-7,0 0,1 1,-1 0,1 0,-7 7,-32 49,-152 108,80-93,116-74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1:31.22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135 1,'-6'3,"1"0,0 0,0 0,0 1,0 0,0 0,1 0,-7 8,-2 1,-56 48,68-62,1-2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5:25.27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9 1,'-1'0,"0"1,0 0,1-1,-1 1,0 0,1 0,-1-1,1 1,-1 0,1 0,0 0,-1 0,1 0,0-1,0 1,-1 0,1 0,0 0,0 0,0 0,0 0,1 2,-1 29,0-27,8 263,7-51,-23-15,8-78,-1 18,2-103,-8 98,7-127,1 0,1 0,0 0,0-1,1 1,0-1,1 1,0-1,1 0,0 0,0-1,1 1,0-1,1 0,8 7,-15-15,0 0,0 0,0 0,0 0,0 0,0 0,0-1,0 1,0 0,0 0,0 0,0 0,0 0,0 0,0 0,1 0,-1 0,0 0,0 0,0 0,0 0,0 0,0 0,0 0,0 0,0 0,0 0,0 0,0 0,1 0,-1 0,0 0,-2-2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5:46.11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325 0,'-5'3,"0"1,0-2,-1 1,0 0,1-1,-1 0,-9 2,8-2,-40 12,35-11,1 0,-1 1,1 0,0 0,1 1,-1 1,-15 10,19-11,-3 2,0 1,0 0,-17 19,24-23,0 0,1 0,-1 1,1-1,0 1,0-1,1 1,0 0,-1-1,2 1,-1 0,0 0,1 7,1 126,-3-80,4 108,-1-158,2 14,-2 0,0 0,-4 27,5 36,1-32,-2 21,-2 76,1-63,-9 7,8 58,3-75,-25-96,19 16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6:19.63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1,'1'3,"0"1,0 0,0 0,1-1,-1 1,1 0,0-1,0 1,0-1,1 0,-1 0,1 0,0 0,0 0,5 3,51 37,-59-43,82 46,-75-42,0 0,-1 0,1-1,1 0,-1 0,0-1,1 0,0 0,-1 0,1-1,0 0,0 0,0-1,-1 0,1-1,0 1,9-3,64 4,-63 0,1 0,34-3,-10 3,-43-1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6:39.21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1,'126'14,"61"-7,-165-7,-1-1,1-1,-1-1,29-6,-28 4,-18 4,-7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6:45.13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9,'1'-1,"0"0,0 0,-1 1,1-1,0 0,0 1,0-1,0 1,0-1,0 1,0 0,0-1,1 1,-1 0,0 0,0 0,0 0,0-1,0 1,0 1,0-1,2 0,34 0,-31 0,120 1,72 5,36 9,-116-30,-78 14,-29-1,0 2,0-1,0 1,0 1,0 0,14 3,-21-3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6:49.07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12,'137'15,"11"-27,-140 12,-1 0,1 0,0 1,0 0,10 3,30 2,70-7,-110 1,0 0,0-1,-1 0,1 0,-1-1,14-4,26-4,-48 10,1 0,0 0,0 0,0 0,0 0,0 0,0 0,0 0,0 0,0-1,0 1,0 0,0 0,0 0,-1 0,1 0,0 0,0 0,0 0,0 0,0 0,0 0,0 0,0 0,0-1,0 1,0 0,0 0,0 0,0 0,0 0,0 0,0 0,0 0,0 0,0 0,0 0,0-1,0 1,0 0,0 0,0 0,0 0,0 0,1 0,-1 0,0 0,0 0,-5-2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6:59.79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21,'237'-7,"-180"0,-49 6,1-1,0 1,0 0,0 1,-1-1,1 2,14 1,9 2,64 2,-77-6,127 0,-149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7:03.20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1,'1'1,"0"0,-1-1,1 1,0 0,0-1,0 1,0-1,0 1,0-1,0 1,0-1,0 0,0 1,0-1,0 0,0 0,0 0,0 1,0-1,0 0,1-1,1 1,34 0,-32 0,56 5,-52-3,0-1,0 0,0 0,0-1,0 0,0-1,0 0,0 0,13-3,-10 1,1 1,-1 0,1 1,0 0,-1 1,1 1,14 1,-12 0,0-1,0-1,0 0,29-5,-41 5,1 0,0 0,0 0,0 0,0 0,-1 1,1 0,0-1,0 1,-1 1,7 2,-5-2,-8-4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7:06.40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9,'53'-2,"-37"3,-1-1,0 0,0 0,17-4,49 1,-5 9,0-4,96-8,-170 6,-2-1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7:10.30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3,'8'0,"1"1,-1 0,0 1,0 0,10 3,-12-3,-1 0,1 0,0-1,0 1,0-1,0-1,0 1,0-1,0 0,1 0,-1-1,9-1,9-3,0 1,0 1,0 1,26 1,20-1,-45-1,0 2,0 0,-1 2,49 7,-73-8,0-1,0 1,0 0,0 0,-1 0,1 0,0 0,0-1,0 1,0 0,0 0,0 0,0 0,0 0,0 0,0-1,0 1,0 0,1 0,-1 0,0 0,0 0,0 0,0-1,0 1,0 0,0 0,0 0,0 0,0 0,1 0,-1 0,0 0,0-1,0 1,0 0,0 0,0 0,1 0,-1 0,0 0,0 0,0 0,0 0,0 0,1 0,-1 0,0 0,0 0,0 0,0 0,0 0,1 0,-1 0,0 0,0 0,0 0,0 0,0 0,0 0,1 0,-1 1,-2-4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7:20.83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0,'7'17,"-4"-11,0-1,0 1,-1-1,0 1,-1 0,2 8,4 160,1 80,0-95,-5-11,2 29,-4-142,-1-1,-8 58,11-12,1-24,-4 487,16-412,-9 13,-8-47,2 89,-5-114,0 7,15-28,-9-43,1 1,-2-1,1 1,-1 0,-1 0,0-1,0 1,-2 11,-3 1,2 1,0-1,2 1,3 43,-1-45,0 0,-2 0,0 1,-8 33,-10-26,19-28,-1 1,1 0,-1-1,1 1,-1 0,1-1,-1 1,0 0,1-1,-1 1,0-1,1 1,-1-1,0 0,0 1,1-1,-1 1,0-1,0 0,0 0,1 0,-1 1,0-1,0 0,0 0,0 0,0 0,0 0,1 0,-1 0,0-1,0 1,0 0,0 0,-1-1,-3-41,2 35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7:37.05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1 243,'0'-5,"1"0,-1 1,1-1,0 0,1 1,-1 0,1-1,0 1,0 0,0-1,1 1,-1 1,7-8,50-41,-49 44,0 1,-1-2,1 1,-2-1,12-15,-16 20,0 0,0-1,1 1,-1 0,1 1,0-1,0 1,0 0,1 0,-1 0,1 1,0 0,0 0,-1 0,2 1,-1-1,0 1,7 0,12-1,0 0,0 2,30 3,-44 1,-13-3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7:42.22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7,'42'1,"82"12,-117-13,-1 0,1 0,-1-1,1 0,-1 0,1 0,-1-1,8-2,44-7,-6 16,-41-3,0-1,0 0,0-1,19-1,142-5,-164 6,1 0,-1 0,0 1,0-1,0 2,11 2,-13-2,0-1,1 1,0-1,-1 0,1-1,0 0,-1 0,1 0,12-2,-15-1,-6 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7:46.35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1,'124'5,"-66"-2,70-4,-24-6,-100 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7:53.25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12,'156'0,"-101"5,-39-3,0-1,1 0,30-2,-19-2,0 1,55 4,-76-2,-1 0,1-1,0 1,-1-1,1-1,9-2,-11 2,1 1,0-1,0 1,0 0,0 1,-1-1,1 1,12 1,15 4,0-2,0-1,45-2,65 0,-73 0,-74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18:29.56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15,'0'-1,"0"-2,1-1,4 2,1 0,2 0,1 1,-2 2,0 1,0-1,0 0,-3 0,-3 0,-1-2,-2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4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9 1,'-1'0,"0"1,0 0,1-1,-1 1,0 0,1 0,-1-1,1 1,-1 0,1 0,0 0,-1 0,1 0,0-1,0 1,-1 0,1 0,0 0,0 0,0 0,0 0,1 2,-1 29,0-27,8 263,7-51,-23-15,8-78,-1 18,2-103,-8 98,7-127,1 0,1 0,0 0,0-1,1 1,0-1,1 1,0-1,1 0,0 0,0-1,1 1,0-1,1 0,8 7,-15-15,0 0,0 0,0 0,0 0,0 0,0 0,0-1,0 1,0 0,0 0,0 0,0 0,0 0,0 0,0 0,1 0,-1 0,0 0,0 0,0 0,0 0,0 0,0 0,0 0,0 0,0 0,0 0,0 0,0 0,1 0,-1 0,0 0,-2-2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4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325 0,'-5'3,"0"1,0-2,-1 1,0 0,1-1,-1 0,-9 2,8-2,-40 12,35-11,1 0,-1 1,1 0,0 0,1 1,-1 1,-15 10,19-11,-3 2,0 1,0 0,-17 19,24-23,0 0,1 0,-1 1,1-1,0 1,0-1,1 1,0 0,-1-1,2 1,-1 0,0 0,1 7,1 126,-3-80,4 108,-1-158,2 14,-2 0,0 0,-4 27,5 36,1-32,-2 21,-2 76,1-63,-9 7,8 58,3-75,-25-96,19 16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5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1,'1'3,"0"1,0 0,0 0,1-1,-1 1,1 0,0-1,0 1,0-1,1 0,-1 0,1 0,0 0,0 0,5 3,51 37,-59-43,82 46,-75-42,0 0,-1 0,1-1,1 0,-1 0,0-1,1 0,0 0,-1 0,1-1,0 0,0 0,0-1,-1 0,1-1,0 1,9-3,64 4,-63 0,1 0,34-3,-10 3,-43-1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5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1,'126'14,"61"-7,-165-7,-1-1,1-1,-1-1,29-6,-28 4,-18 4,-7 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5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9,'1'-1,"0"0,0 0,-1 1,1-1,0 0,0 1,0-1,0 1,0-1,0 1,0 0,0-1,1 1,-1 0,0 0,0 0,0 0,0-1,0 1,0 1,0-1,2 0,34 0,-31 0,120 1,72 5,36 9,-116-30,-78 14,-29-1,0 2,0-1,0 1,0 1,0 0,14 3,-21-3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5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12,'137'15,"11"-27,-140 12,-1 0,1 0,0 1,0 0,10 3,30 2,70-7,-110 1,0 0,0-1,-1 0,1 0,-1-1,14-4,26-4,-48 10,1 0,0 0,0 0,0 0,0 0,0 0,0 0,0 0,0 0,0-1,0 1,0 0,0 0,0 0,-1 0,1 0,0 0,0 0,0 0,0 0,0 0,0 0,0 0,0 0,0-1,0 1,0 0,0 0,0 0,0 0,0 0,0 0,0 0,0 0,0 0,0 0,0 0,0-1,0 1,0 0,0 0,0 0,0 0,0 0,1 0,-1 0,0 0,0 0,-5-2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5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21,'237'-7,"-180"0,-49 6,1-1,0 1,0 0,0 1,-1-1,1 2,14 1,9 2,64 2,-77-6,127 0,-149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5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1,'1'1,"0"0,-1-1,1 1,0 0,0-1,0 1,0-1,0 1,0-1,0 1,0-1,0 0,0 1,0-1,0 0,0 0,0 0,0 1,0-1,0 0,1-1,1 1,34 0,-32 0,56 5,-52-3,0-1,0 0,0 0,0-1,0 0,0-1,0 0,0 0,13-3,-10 1,1 1,-1 0,1 1,0 0,-1 1,1 1,14 1,-12 0,0-1,0-1,0 0,29-5,-41 5,1 0,0 0,0 0,0 0,0 0,-1 1,1 0,0-1,0 1,-1 1,7 2,-5-2,-8-4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5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9,'53'-2,"-37"3,-1-1,0 0,0 0,17-4,49 1,-5 9,0-4,96-8,-170 6,-2-1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5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3,'8'0,"1"1,-1 0,0 1,0 0,10 3,-12-3,-1 0,1 0,0-1,0 1,0-1,0-1,0 1,0-1,0 0,1 0,-1-1,9-1,9-3,0 1,0 1,0 1,26 1,20-1,-45-1,0 2,0 0,-1 2,49 7,-73-8,0-1,0 1,0 0,0 0,-1 0,1 0,0 0,0-1,0 1,0 0,0 0,0 0,0 0,0 0,0 0,0-1,0 1,0 0,1 0,-1 0,0 0,0 0,0 0,0-1,0 1,0 0,0 0,0 0,0 0,0 0,1 0,-1 0,0 0,0-1,0 1,0 0,0 0,0 0,1 0,-1 0,0 0,0 0,0 0,0 0,0 0,1 0,-1 0,0 0,0 0,0 0,0 0,0 0,1 0,-1 0,0 0,0 0,0 0,0 0,0 0,0 0,1 0,-1 1,-2-4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5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0,'7'17,"-4"-11,0-1,0 1,-1-1,0 1,-1 0,2 8,4 160,1 80,0-95,-5-11,2 29,-4-142,-1-1,-8 58,11-12,1-24,-4 487,16-412,-9 13,-8-47,2 89,-5-114,0 7,15-28,-9-43,1 1,-2-1,1 1,-1 0,-1 0,0-1,0 1,-2 11,-3 1,2 1,0-1,2 1,3 43,-1-45,0 0,-2 0,0 1,-8 33,-10-26,19-28,-1 1,1 0,-1-1,1 1,-1 0,1-1,-1 1,0 0,1-1,-1 1,0-1,1 1,-1-1,0 0,0 1,1-1,-1 1,0-1,0 0,0 0,1 0,-1 1,0-1,0 0,0 0,0 0,0 0,0 0,1 0,-1 0,0-1,0 1,0 0,0 0,-1-1,-3-41,2 35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5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1 243,'0'-5,"1"0,-1 1,1-1,0 0,1 1,-1 0,1-1,0 1,0 0,0-1,1 1,-1 1,7-8,50-41,-49 44,0 1,-1-2,1 1,-2-1,12-15,-16 20,0 0,0-1,1 1,-1 0,1 1,0-1,0 1,0 0,1 0,-1 0,1 1,0 0,0 0,-1 0,2 1,-1-1,0 1,7 0,12-1,0 0,0 2,30 3,-44 1,-13-3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6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7,'42'1,"82"12,-117-13,-1 0,1 0,-1-1,1 0,-1 0,1 0,-1-1,8-2,44-7,-6 16,-41-3,0-1,0 0,0-1,19-1,142-5,-164 6,1 0,-1 0,0 1,0-1,0 2,11 2,-13-2,0-1,1 1,0-1,-1 0,1-1,0 0,-1 0,1 0,12-2,-15-1,-6 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6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1,'124'5,"-66"-2,70-4,-24-6,-100 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6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12,'156'0,"-101"5,-39-3,0-1,1 0,30-2,-19-2,0 1,55 4,-76-2,-1 0,1-1,0 1,-1-1,1-1,9-2,-11 2,1 1,0-1,0 1,0 0,0 1,-1-1,1 1,12 1,15 4,0-2,0-1,45-2,65 0,-73 0,-74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31.34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15,'0'-1,"0"-2,1-1,4 2,1 0,2 0,1 1,-2 2,0 1,0-1,0 0,-3 0,-3 0,-1-2,-2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5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9 1,'-1'0,"0"1,0 0,1-1,-1 1,0 0,1 0,-1-1,1 1,-1 0,1 0,0 0,-1 0,1 0,0-1,0 1,-1 0,1 0,0 0,0 0,0 0,0 0,1 2,-1 29,0-27,8 263,7-51,-23-15,8-78,-1 18,2-103,-8 98,7-127,1 0,1 0,0 0,0-1,1 1,0-1,1 1,0-1,1 0,0 0,0-1,1 1,0-1,1 0,8 7,-15-15,0 0,0 0,0 0,0 0,0 0,0 0,0-1,0 1,0 0,0 0,0 0,0 0,0 0,0 0,0 0,1 0,-1 0,0 0,0 0,0 0,0 0,0 0,0 0,0 0,0 0,0 0,0 0,0 0,0 0,1 0,-1 0,0 0,-2-2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5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325 0,'-5'3,"0"1,0-2,-1 1,0 0,1-1,-1 0,-9 2,8-2,-40 12,35-11,1 0,-1 1,1 0,0 0,1 1,-1 1,-15 10,19-11,-3 2,0 1,0 0,-17 19,24-23,0 0,1 0,-1 1,1-1,0 1,0-1,1 1,0 0,-1-1,2 1,-1 0,0 0,1 7,1 126,-3-80,4 108,-1-158,2 14,-2 0,0 0,-4 27,5 36,1-32,-2 21,-2 76,1-63,-9 7,8 58,3-75,-25-96,19 16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5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1,'1'3,"0"1,0 0,0 0,1-1,-1 1,1 0,0-1,0 1,0-1,1 0,-1 0,1 0,0 0,0 0,5 3,51 37,-59-43,82 46,-75-42,0 0,-1 0,1-1,1 0,-1 0,0-1,1 0,0 0,-1 0,1-1,0 0,0 0,0-1,-1 0,1-1,0 1,9-3,64 4,-63 0,1 0,34-3,-10 3,-43-1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5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1,'126'14,"61"-7,-165-7,-1-1,1-1,-1-1,29-6,-28 4,-18 4,-7 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5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9,'1'-1,"0"0,0 0,-1 1,1-1,0 0,0 1,0-1,0 1,0-1,0 1,0 0,0-1,1 1,-1 0,0 0,0 0,0 0,0-1,0 1,0 1,0-1,2 0,34 0,-31 0,120 1,72 5,36 9,-116-30,-78 14,-29-1,0 2,0-1,0 1,0 1,0 0,14 3,-21-3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5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12,'137'15,"11"-27,-140 12,-1 0,1 0,0 1,0 0,10 3,30 2,70-7,-110 1,0 0,0-1,-1 0,1 0,-1-1,14-4,26-4,-48 10,1 0,0 0,0 0,0 0,0 0,0 0,0 0,0 0,0 0,0-1,0 1,0 0,0 0,0 0,-1 0,1 0,0 0,0 0,0 0,0 0,0 0,0 0,0 0,0 0,0-1,0 1,0 0,0 0,0 0,0 0,0 0,0 0,0 0,0 0,0 0,0 0,0 0,0-1,0 1,0 0,0 0,0 0,0 0,0 0,1 0,-1 0,0 0,0 0,-5-2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6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21,'237'-7,"-180"0,-49 6,1-1,0 1,0 0,0 1,-1-1,1 2,14 1,9 2,64 2,-77-6,127 0,-149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6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1,'1'1,"0"0,-1-1,1 1,0 0,0-1,0 1,0-1,0 1,0-1,0 1,0-1,0 0,0 1,0-1,0 0,0 0,0 0,0 1,0-1,0 0,1-1,1 1,34 0,-32 0,56 5,-52-3,0-1,0 0,0 0,0-1,0 0,0-1,0 0,0 0,13-3,-10 1,1 1,-1 0,1 1,0 0,-1 1,1 1,14 1,-12 0,0-1,0-1,0 0,29-5,-41 5,1 0,0 0,0 0,0 0,0 0,-1 1,1 0,0-1,0 1,-1 1,7 2,-5-2,-8-4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6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9,'53'-2,"-37"3,-1-1,0 0,0 0,17-4,49 1,-5 9,0-4,96-8,-170 6,-2-1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6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3,'8'0,"1"1,-1 0,0 1,0 0,10 3,-12-3,-1 0,1 0,0-1,0 1,0-1,0-1,0 1,0-1,0 0,1 0,-1-1,9-1,9-3,0 1,0 1,0 1,26 1,20-1,-45-1,0 2,0 0,-1 2,49 7,-73-8,0-1,0 1,0 0,0 0,-1 0,1 0,0 0,0-1,0 1,0 0,0 0,0 0,0 0,0 0,0 0,0-1,0 1,0 0,1 0,-1 0,0 0,0 0,0 0,0-1,0 1,0 0,0 0,0 0,0 0,0 0,1 0,-1 0,0 0,0-1,0 1,0 0,0 0,0 0,1 0,-1 0,0 0,0 0,0 0,0 0,0 0,1 0,-1 0,0 0,0 0,0 0,0 0,0 0,1 0,-1 0,0 0,0 0,0 0,0 0,0 0,0 0,1 0,-1 1,-2-4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6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0,'7'17,"-4"-11,0-1,0 1,-1-1,0 1,-1 0,2 8,4 160,1 80,0-95,-5-11,2 29,-4-142,-1-1,-8 58,11-12,1-24,-4 487,16-412,-9 13,-8-47,2 89,-5-114,0 7,15-28,-9-43,1 1,-2-1,1 1,-1 0,-1 0,0-1,0 1,-2 11,-3 1,2 1,0-1,2 1,3 43,-1-45,0 0,-2 0,0 1,-8 33,-10-26,19-28,-1 1,1 0,-1-1,1 1,-1 0,1-1,-1 1,0 0,1-1,-1 1,0-1,1 1,-1-1,0 0,0 1,1-1,-1 1,0-1,0 0,0 0,1 0,-1 1,0-1,0 0,0 0,0 0,0 0,0 0,1 0,-1 0,0-1,0 1,0 0,0 0,-1-1,-3-41,2 35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6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1 243,'0'-5,"1"0,-1 1,1-1,0 0,1 1,-1 0,1-1,0 1,0 0,0-1,1 1,-1 1,7-8,50-41,-49 44,0 1,-1-2,1 1,-2-1,12-15,-16 20,0 0,0-1,1 1,-1 0,1 1,0-1,0 1,0 0,1 0,-1 0,1 1,0 0,0 0,-1 0,2 1,-1-1,0 1,7 0,12-1,0 0,0 2,30 3,-44 1,-13-3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6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7,'42'1,"82"12,-117-13,-1 0,1 0,-1-1,1 0,-1 0,1 0,-1-1,8-2,44-7,-6 16,-41-3,0-1,0 0,0-1,19-1,142-5,-164 6,1 0,-1 0,0 1,0-1,0 2,11 2,-13-2,0-1,1 1,0-1,-1 0,1-1,0 0,-1 0,1 0,12-2,-15-1,-6 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6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1,'124'5,"-66"-2,70-4,-24-6,-100 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6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12,'156'0,"-101"5,-39-3,0-1,1 0,30-2,-19-2,0 1,55 4,-76-2,-1 0,1-1,0 1,-1-1,1-1,9-2,-11 2,1 1,0-1,0 1,0 0,0 1,-1-1,1 1,12 1,15 4,0-2,0-1,45-2,65 0,-73 0,-74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44.35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15,'0'-1,"0"-2,1-1,4 2,1 0,2 0,1 1,-2 2,0 1,0-1,0 0,-3 0,-3 0,-1-2,-2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39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9 1,'-1'0,"0"1,0 0,1-1,-1 1,0 0,1 0,-1-1,1 1,-1 0,1 0,0 0,-1 0,1 0,0-1,0 1,-1 0,1 0,0 0,0 0,0 0,0 0,1 2,-1 29,0-27,8 263,7-51,-23-15,8-78,-1 18,2-103,-8 98,7-127,1 0,1 0,0 0,0-1,1 1,0-1,1 1,0-1,1 0,0 0,0-1,1 1,0-1,1 0,8 7,-15-15,0 0,0 0,0 0,0 0,0 0,0 0,0-1,0 1,0 0,0 0,0 0,0 0,0 0,0 0,0 0,1 0,-1 0,0 0,0 0,0 0,0 0,0 0,0 0,0 0,0 0,0 0,0 0,0 0,0 0,1 0,-1 0,0 0,-2-2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39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325 0,'-5'3,"0"1,0-2,-1 1,0 0,1-1,-1 0,-9 2,8-2,-40 12,35-11,1 0,-1 1,1 0,0 0,1 1,-1 1,-15 10,19-11,-3 2,0 1,0 0,-17 19,24-23,0 0,1 0,-1 1,1-1,0 1,0-1,1 1,0 0,-1-1,2 1,-1 0,0 0,1 7,1 126,-3-80,4 108,-1-158,2 14,-2 0,0 0,-4 27,5 36,1-32,-2 21,-2 76,1-63,-9 7,8 58,3-75,-25-96,19 16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39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1,'1'3,"0"1,0 0,0 0,1-1,-1 1,1 0,0-1,0 1,0-1,1 0,-1 0,1 0,0 0,0 0,5 3,51 37,-59-43,82 46,-75-42,0 0,-1 0,1-1,1 0,-1 0,0-1,1 0,0 0,-1 0,1-1,0 0,0 0,0-1,-1 0,1-1,0 1,9-3,64 4,-63 0,1 0,34-3,-10 3,-43-1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39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1,'126'14,"61"-7,-165-7,-1-1,1-1,-1-1,29-6,-28 4,-18 4,-7 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39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9,'1'-1,"0"0,0 0,-1 1,1-1,0 0,0 1,0-1,0 1,0-1,0 1,0 0,0-1,1 1,-1 0,0 0,0 0,0 0,0-1,0 1,0 1,0-1,2 0,34 0,-31 0,120 1,72 5,36 9,-116-30,-78 14,-29-1,0 2,0-1,0 1,0 1,0 0,14 3,-21-3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400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12,'137'15,"11"-27,-140 12,-1 0,1 0,0 1,0 0,10 3,30 2,70-7,-110 1,0 0,0-1,-1 0,1 0,-1-1,14-4,26-4,-48 10,1 0,0 0,0 0,0 0,0 0,0 0,0 0,0 0,0 0,0-1,0 1,0 0,0 0,0 0,-1 0,1 0,0 0,0 0,0 0,0 0,0 0,0 0,0 0,0 0,0-1,0 1,0 0,0 0,0 0,0 0,0 0,0 0,0 0,0 0,0 0,0 0,0 0,0-1,0 1,0 0,0 0,0 0,0 0,0 0,1 0,-1 0,0 0,0 0,-5-2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401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21,'237'-7,"-180"0,-49 6,1-1,0 1,0 0,0 1,-1-1,1 2,14 1,9 2,64 2,-77-6,127 0,-149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402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1,'1'1,"0"0,-1-1,1 1,0 0,0-1,0 1,0-1,0 1,0-1,0 1,0-1,0 0,0 1,0-1,0 0,0 0,0 0,0 1,0-1,0 0,1-1,1 1,34 0,-32 0,56 5,-52-3,0-1,0 0,0 0,0-1,0 0,0-1,0 0,0 0,13-3,-10 1,1 1,-1 0,1 1,0 0,-1 1,1 1,14 1,-12 0,0-1,0-1,0 0,29-5,-41 5,1 0,0 0,0 0,0 0,0 0,-1 1,1 0,0-1,0 1,-1 1,7 2,-5-2,-8-4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403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9,'53'-2,"-37"3,-1-1,0 0,0 0,17-4,49 1,-5 9,0-4,96-8,-170 6,-2-1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40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3,'8'0,"1"1,-1 0,0 1,0 0,10 3,-12-3,-1 0,1 0,0-1,0 1,0-1,0-1,0 1,0-1,0 0,1 0,-1-1,9-1,9-3,0 1,0 1,0 1,26 1,20-1,-45-1,0 2,0 0,-1 2,49 7,-73-8,0-1,0 1,0 0,0 0,-1 0,1 0,0 0,0-1,0 1,0 0,0 0,0 0,0 0,0 0,0 0,0-1,0 1,0 0,1 0,-1 0,0 0,0 0,0 0,0-1,0 1,0 0,0 0,0 0,0 0,0 0,1 0,-1 0,0 0,0-1,0 1,0 0,0 0,0 0,1 0,-1 0,0 0,0 0,0 0,0 0,0 0,1 0,-1 0,0 0,0 0,0 0,0 0,0 0,1 0,-1 0,0 0,0 0,0 0,0 0,0 0,0 0,1 0,-1 1,-2-4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405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0,'7'17,"-4"-11,0-1,0 1,-1-1,0 1,-1 0,2 8,4 160,1 80,0-95,-5-11,2 29,-4-142,-1-1,-8 58,11-12,1-24,-4 487,16-412,-9 13,-8-47,2 89,-5-114,0 7,15-28,-9-43,1 1,-2-1,1 1,-1 0,-1 0,0-1,0 1,-2 11,-3 1,2 1,0-1,2 1,3 43,-1-45,0 0,-2 0,0 1,-8 33,-10-26,19-28,-1 1,1 0,-1-1,1 1,-1 0,1-1,-1 1,0 0,1-1,-1 1,0-1,1 1,-1-1,0 0,0 1,1-1,-1 1,0-1,0 0,0 0,1 0,-1 1,0-1,0 0,0 0,0 0,0 0,0 0,1 0,-1 0,0-1,0 1,0 0,0 0,-1-1,-3-41,2 35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406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1 243,'0'-5,"1"0,-1 1,1-1,0 0,1 1,-1 0,1-1,0 1,0 0,0-1,1 1,-1 1,7-8,50-41,-49 44,0 1,-1-2,1 1,-2-1,12-15,-16 20,0 0,0-1,1 1,-1 0,1 1,0-1,0 1,0 0,1 0,-1 0,1 1,0 0,0 0,-1 0,2 1,-1-1,0 1,7 0,12-1,0 0,0 2,30 3,-44 1,-13-3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407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1 7,'42'1,"82"12,-117-13,-1 0,1 0,-1-1,1 0,-1 0,1 0,-1-1,8-2,44-7,-6 16,-41-3,0-1,0 0,0-1,19-1,142-5,-164 6,1 0,-1 0,0 1,0-1,0 2,11 2,-13-2,0-1,1 1,0-1,-1 0,1-1,0 0,-1 0,1 0,12-2,-15-1,-6 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408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1,'124'5,"-66"-2,70-4,-24-6,-100 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409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12,'156'0,"-101"5,-39-3,0-1,1 0,30-2,-19-2,0 1,55 4,-76-2,-1 0,1-1,0 1,-1-1,1-1,9-2,-11 2,1 1,0-1,0 1,0 0,0 1,-1-1,1 1,12 1,15 4,0-2,0-1,45-2,65 0,-73 0,-74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21T06:20:54.394"/>
    </inkml:context>
    <inkml:brush xml:id="br0">
      <inkml:brushProperty name="width" value="0.025" units="cm"/>
      <inkml:brushProperty name="height" value="0.025" units="cm"/>
      <inkml:brushProperty name="color" value="#130103"/>
      <inkml:brushProperty name="ignorePressure" value="1"/>
    </inkml:brush>
  </inkml:definitions>
  <inkml:trace contextRef="#ctx0" brushRef="#br0">0 15,'0'-1,"0"-2,1-1,4 2,1 0,2 0,1 1,-2 2,0 1,0-1,0 0,-3 0,-3 0,-1-2,-2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3ACE2-ECEE-44C3-B3BB-22752C46A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63B51-757B-444B-9E81-047CCC4A6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7C064-8457-4887-B5F4-2DF470B3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8C6F5-B549-4D44-8809-AA3AA5F2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855C4-E83B-4E4D-AF67-CA3D6487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71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8EC69-5F37-489F-B2FD-BE8671C3C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65A15-6CD9-41E3-93C5-7804DB5F7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321C-B8DA-42FB-AFAF-AC4EA0EA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193C5-60C3-4A18-9056-0A62C95F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78EFB-885B-435E-8378-F54EA72D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2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4C29-7D02-4757-97B9-3A8E96860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3F585-A870-4AC2-A910-329392FD0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AAE6B-FDCC-409C-A9D2-0678B3D26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F7CFB-0645-4716-B631-07B18921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0998E-5AE6-4BCC-B45D-110D1912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54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9B550-E6F6-4CBB-BA7A-2C31B5F12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E674B-C29D-400A-81D6-1889227E0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016F6-093B-45D1-B105-FC7718C10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2592C-B1C9-43C6-BD1F-E38AD61A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C37B8-5D18-4A10-8EB8-E5672592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24608-6ADE-4092-BD6A-9AED956E5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2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D5116-7539-44DF-B674-E4D0F5A0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F77B0-FD79-49F6-93C1-CC4E2058C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C09C5-4F0A-4F43-A890-D81CE10D5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F8F43-EA81-427D-8A49-2A46CD732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0213-057C-4F36-957F-9CE0C1E04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07BBF-F199-4946-83AE-03A599B07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8EBC4-92B9-47EE-96DA-444930C07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C40DD8-A56E-49CA-AA9A-291F2D6F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2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270F-8B33-4021-AB18-87FC6852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28C4C-BADE-47DE-A41E-2CA28661E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27AC8-4A8D-45F3-982C-22317904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F75AD-5A21-420B-865D-463C3B7D5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93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F89177-53DB-4D7B-AA0F-8616BC2C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4A6C4-A137-4BBC-B72A-E8402C34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6AF0E-601E-4CF4-8882-418321F5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28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9DAB-00A5-4A42-AC68-030601F0E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6814-354C-4371-B729-7253108D1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6CFFC-12AD-4B3E-B66F-12C0045D7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5A9B8-1783-4FC6-8B36-3F2D8FA05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268FA-13B2-4BC1-AAF7-77045F44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BE929-C93F-4542-9F34-1C7CF352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2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A628-1F3E-476E-95AB-53B1E9B7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331BB2-DDA5-42A7-8A26-C996010A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EA7EB-8895-465C-BDA0-C196ABB22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C56EF-99C3-4D5C-8717-ADC1A9347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F3AA2-D4D3-4A3D-8927-5D5C3E58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987F6-DEB7-498F-92EE-BC067DAB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50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E936B-FBBA-49FA-B142-53227FD6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F1F08-27E4-41F3-BC51-C513EF89B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11F39-160C-4885-A889-1438F50F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3498F-0B2E-4D27-B253-93FF8CC52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8ABC3-D810-45D3-ABC5-C95ACAC4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83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A58365-4A88-4011-8313-5DD6C47E4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87BEE4-BBDA-434F-99EC-DA19C23F0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B9DE0-4EDC-4988-842D-5C96A89F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762CC-FFCC-40B7-B8FD-DCB80543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A3905-BC1C-4663-B785-614FE259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5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288A32-2C5A-4B13-9C7C-A9AF40AE7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7EA3D-BA96-4412-B634-49C72AB96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BFA4A-9362-4A80-9ADD-3BE9B112C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57C28-8C88-47AC-8081-7E358078DF9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FA362-0B79-4FF1-B7CB-87E3E1E84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6962D-8B88-4351-89D4-C1E8B80A6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CE286-9C48-4920-B150-7758C839EF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0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image" Target="../media/image84.png"/><Relationship Id="rId226" Type="http://schemas.openxmlformats.org/officeDocument/2006/relationships/customXml" Target="../ink/ink114.xml"/><Relationship Id="rId268" Type="http://schemas.openxmlformats.org/officeDocument/2006/relationships/customXml" Target="../ink/ink152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181" Type="http://schemas.openxmlformats.org/officeDocument/2006/relationships/image" Target="../media/image89.png"/><Relationship Id="rId237" Type="http://schemas.openxmlformats.org/officeDocument/2006/relationships/customXml" Target="../ink/ink121.xml"/><Relationship Id="rId279" Type="http://schemas.openxmlformats.org/officeDocument/2006/relationships/customXml" Target="../ink/ink163.xml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customXml" Target="../ink/ink86.xml"/><Relationship Id="rId192" Type="http://schemas.openxmlformats.org/officeDocument/2006/relationships/customXml" Target="../ink/ink97.xml"/><Relationship Id="rId206" Type="http://schemas.openxmlformats.org/officeDocument/2006/relationships/customXml" Target="../ink/ink104.xml"/><Relationship Id="rId227" Type="http://schemas.openxmlformats.org/officeDocument/2006/relationships/image" Target="../media/image112.png"/><Relationship Id="rId248" Type="http://schemas.openxmlformats.org/officeDocument/2006/relationships/customXml" Target="../ink/ink132.xml"/><Relationship Id="rId269" Type="http://schemas.openxmlformats.org/officeDocument/2006/relationships/customXml" Target="../ink/ink153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280" Type="http://schemas.openxmlformats.org/officeDocument/2006/relationships/customXml" Target="../ink/ink164.xml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customXml" Target="../ink/ink81.xml"/><Relationship Id="rId182" Type="http://schemas.openxmlformats.org/officeDocument/2006/relationships/customXml" Target="../ink/ink92.xml"/><Relationship Id="rId217" Type="http://schemas.openxmlformats.org/officeDocument/2006/relationships/image" Target="../media/image107.png"/><Relationship Id="rId6" Type="http://schemas.openxmlformats.org/officeDocument/2006/relationships/customXml" Target="../ink/ink3.xml"/><Relationship Id="rId238" Type="http://schemas.openxmlformats.org/officeDocument/2006/relationships/customXml" Target="../ink/ink122.xml"/><Relationship Id="rId259" Type="http://schemas.openxmlformats.org/officeDocument/2006/relationships/customXml" Target="../ink/ink14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54.xml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image" Target="../media/image85.png"/><Relationship Id="rId193" Type="http://schemas.openxmlformats.org/officeDocument/2006/relationships/image" Target="../media/image95.png"/><Relationship Id="rId207" Type="http://schemas.openxmlformats.org/officeDocument/2006/relationships/image" Target="../media/image102.png"/><Relationship Id="rId228" Type="http://schemas.openxmlformats.org/officeDocument/2006/relationships/customXml" Target="../ink/ink115.xml"/><Relationship Id="rId249" Type="http://schemas.openxmlformats.org/officeDocument/2006/relationships/customXml" Target="../ink/ink133.xml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44.xml"/><Relationship Id="rId281" Type="http://schemas.openxmlformats.org/officeDocument/2006/relationships/customXml" Target="../ink/ink165.xml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image" Target="../media/image80.png"/><Relationship Id="rId183" Type="http://schemas.openxmlformats.org/officeDocument/2006/relationships/image" Target="../media/image90.png"/><Relationship Id="rId218" Type="http://schemas.openxmlformats.org/officeDocument/2006/relationships/customXml" Target="../ink/ink110.xml"/><Relationship Id="rId239" Type="http://schemas.openxmlformats.org/officeDocument/2006/relationships/customXml" Target="../ink/ink123.xml"/><Relationship Id="rId250" Type="http://schemas.openxmlformats.org/officeDocument/2006/relationships/customXml" Target="../ink/ink134.xml"/><Relationship Id="rId271" Type="http://schemas.openxmlformats.org/officeDocument/2006/relationships/customXml" Target="../ink/ink155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customXml" Target="../ink/ink87.xml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229" Type="http://schemas.openxmlformats.org/officeDocument/2006/relationships/image" Target="../media/image113.png"/><Relationship Id="rId240" Type="http://schemas.openxmlformats.org/officeDocument/2006/relationships/customXml" Target="../ink/ink124.xml"/><Relationship Id="rId261" Type="http://schemas.openxmlformats.org/officeDocument/2006/relationships/customXml" Target="../ink/ink145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customXml" Target="../ink/ink82.xml"/><Relationship Id="rId184" Type="http://schemas.openxmlformats.org/officeDocument/2006/relationships/customXml" Target="../ink/ink93.xml"/><Relationship Id="rId219" Type="http://schemas.openxmlformats.org/officeDocument/2006/relationships/image" Target="../media/image108.png"/><Relationship Id="rId230" Type="http://schemas.openxmlformats.org/officeDocument/2006/relationships/customXml" Target="../ink/ink116.xml"/><Relationship Id="rId251" Type="http://schemas.openxmlformats.org/officeDocument/2006/relationships/customXml" Target="../ink/ink135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customXml" Target="../ink/ink156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image" Target="../media/image86.png"/><Relationship Id="rId195" Type="http://schemas.openxmlformats.org/officeDocument/2006/relationships/image" Target="../media/image96.png"/><Relationship Id="rId209" Type="http://schemas.openxmlformats.org/officeDocument/2006/relationships/image" Target="../media/image103.png"/><Relationship Id="rId220" Type="http://schemas.openxmlformats.org/officeDocument/2006/relationships/customXml" Target="../ink/ink111.xml"/><Relationship Id="rId241" Type="http://schemas.openxmlformats.org/officeDocument/2006/relationships/customXml" Target="../ink/ink125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46.xml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image" Target="../media/image81.png"/><Relationship Id="rId185" Type="http://schemas.openxmlformats.org/officeDocument/2006/relationships/image" Target="../media/image91.png"/><Relationship Id="rId9" Type="http://schemas.openxmlformats.org/officeDocument/2006/relationships/image" Target="../media/image4.png"/><Relationship Id="rId210" Type="http://schemas.openxmlformats.org/officeDocument/2006/relationships/customXml" Target="../ink/ink106.xml"/><Relationship Id="rId26" Type="http://schemas.openxmlformats.org/officeDocument/2006/relationships/customXml" Target="../ink/ink13.xml"/><Relationship Id="rId231" Type="http://schemas.openxmlformats.org/officeDocument/2006/relationships/image" Target="../media/image114.png"/><Relationship Id="rId252" Type="http://schemas.openxmlformats.org/officeDocument/2006/relationships/customXml" Target="../ink/ink136.xml"/><Relationship Id="rId273" Type="http://schemas.openxmlformats.org/officeDocument/2006/relationships/customXml" Target="../ink/ink157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customXml" Target="../ink/ink88.xml"/><Relationship Id="rId196" Type="http://schemas.openxmlformats.org/officeDocument/2006/relationships/customXml" Target="../ink/ink99.xml"/><Relationship Id="rId200" Type="http://schemas.openxmlformats.org/officeDocument/2006/relationships/customXml" Target="../ink/ink101.xml"/><Relationship Id="rId16" Type="http://schemas.openxmlformats.org/officeDocument/2006/relationships/customXml" Target="../ink/ink8.xml"/><Relationship Id="rId221" Type="http://schemas.openxmlformats.org/officeDocument/2006/relationships/image" Target="../media/image109.png"/><Relationship Id="rId242" Type="http://schemas.openxmlformats.org/officeDocument/2006/relationships/customXml" Target="../ink/ink126.xml"/><Relationship Id="rId263" Type="http://schemas.openxmlformats.org/officeDocument/2006/relationships/customXml" Target="../ink/ink147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customXml" Target="../ink/ink83.xml"/><Relationship Id="rId186" Type="http://schemas.openxmlformats.org/officeDocument/2006/relationships/customXml" Target="../ink/ink94.xml"/><Relationship Id="rId211" Type="http://schemas.openxmlformats.org/officeDocument/2006/relationships/image" Target="../media/image104.png"/><Relationship Id="rId232" Type="http://schemas.openxmlformats.org/officeDocument/2006/relationships/customXml" Target="../ink/ink117.xml"/><Relationship Id="rId253" Type="http://schemas.openxmlformats.org/officeDocument/2006/relationships/customXml" Target="../ink/ink137.xml"/><Relationship Id="rId274" Type="http://schemas.openxmlformats.org/officeDocument/2006/relationships/customXml" Target="../ink/ink158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image" Target="../media/image87.png"/><Relationship Id="rId197" Type="http://schemas.openxmlformats.org/officeDocument/2006/relationships/image" Target="../media/image97.png"/><Relationship Id="rId201" Type="http://schemas.openxmlformats.org/officeDocument/2006/relationships/image" Target="../media/image99.png"/><Relationship Id="rId222" Type="http://schemas.openxmlformats.org/officeDocument/2006/relationships/customXml" Target="../ink/ink112.xml"/><Relationship Id="rId243" Type="http://schemas.openxmlformats.org/officeDocument/2006/relationships/customXml" Target="../ink/ink127.xml"/><Relationship Id="rId264" Type="http://schemas.openxmlformats.org/officeDocument/2006/relationships/customXml" Target="../ink/ink148.xml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image" Target="../media/image82.png"/><Relationship Id="rId187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7.xml"/><Relationship Id="rId233" Type="http://schemas.openxmlformats.org/officeDocument/2006/relationships/image" Target="../media/image115.png"/><Relationship Id="rId254" Type="http://schemas.openxmlformats.org/officeDocument/2006/relationships/customXml" Target="../ink/ink138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customXml" Target="../ink/ink159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customXml" Target="../ink/ink89.xml"/><Relationship Id="rId198" Type="http://schemas.openxmlformats.org/officeDocument/2006/relationships/customXml" Target="../ink/ink100.xml"/><Relationship Id="rId202" Type="http://schemas.openxmlformats.org/officeDocument/2006/relationships/customXml" Target="../ink/ink102.xml"/><Relationship Id="rId223" Type="http://schemas.openxmlformats.org/officeDocument/2006/relationships/image" Target="../media/image110.png"/><Relationship Id="rId244" Type="http://schemas.openxmlformats.org/officeDocument/2006/relationships/customXml" Target="../ink/ink128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49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customXml" Target="../ink/ink84.xml"/><Relationship Id="rId188" Type="http://schemas.openxmlformats.org/officeDocument/2006/relationships/customXml" Target="../ink/ink95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5.png"/><Relationship Id="rId234" Type="http://schemas.openxmlformats.org/officeDocument/2006/relationships/customXml" Target="../ink/ink118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customXml" Target="../ink/ink139.xml"/><Relationship Id="rId276" Type="http://schemas.openxmlformats.org/officeDocument/2006/relationships/customXml" Target="../ink/ink160.xml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image" Target="../media/image88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8.png"/><Relationship Id="rId203" Type="http://schemas.openxmlformats.org/officeDocument/2006/relationships/image" Target="../media/image100.png"/><Relationship Id="rId19" Type="http://schemas.openxmlformats.org/officeDocument/2006/relationships/image" Target="../media/image9.png"/><Relationship Id="rId224" Type="http://schemas.openxmlformats.org/officeDocument/2006/relationships/customXml" Target="../ink/ink113.xml"/><Relationship Id="rId245" Type="http://schemas.openxmlformats.org/officeDocument/2006/relationships/customXml" Target="../ink/ink129.xml"/><Relationship Id="rId266" Type="http://schemas.openxmlformats.org/officeDocument/2006/relationships/customXml" Target="../ink/ink150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image" Target="../media/image83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3.png"/><Relationship Id="rId3" Type="http://schemas.openxmlformats.org/officeDocument/2006/relationships/image" Target="../media/image1.png"/><Relationship Id="rId214" Type="http://schemas.openxmlformats.org/officeDocument/2006/relationships/customXml" Target="../ink/ink108.xml"/><Relationship Id="rId235" Type="http://schemas.openxmlformats.org/officeDocument/2006/relationships/customXml" Target="../ink/ink119.xml"/><Relationship Id="rId256" Type="http://schemas.openxmlformats.org/officeDocument/2006/relationships/customXml" Target="../ink/ink140.xml"/><Relationship Id="rId277" Type="http://schemas.openxmlformats.org/officeDocument/2006/relationships/customXml" Target="../ink/ink161.xml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customXml" Target="../ink/ink90.xml"/><Relationship Id="rId190" Type="http://schemas.openxmlformats.org/officeDocument/2006/relationships/customXml" Target="../ink/ink96.xml"/><Relationship Id="rId204" Type="http://schemas.openxmlformats.org/officeDocument/2006/relationships/customXml" Target="../ink/ink103.xml"/><Relationship Id="rId225" Type="http://schemas.openxmlformats.org/officeDocument/2006/relationships/image" Target="../media/image111.png"/><Relationship Id="rId246" Type="http://schemas.openxmlformats.org/officeDocument/2006/relationships/customXml" Target="../ink/ink130.xml"/><Relationship Id="rId267" Type="http://schemas.openxmlformats.org/officeDocument/2006/relationships/customXml" Target="../ink/ink151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customXml" Target="../ink/ink85.xml"/><Relationship Id="rId4" Type="http://schemas.openxmlformats.org/officeDocument/2006/relationships/customXml" Target="../ink/ink2.xml"/><Relationship Id="rId180" Type="http://schemas.openxmlformats.org/officeDocument/2006/relationships/customXml" Target="../ink/ink91.xml"/><Relationship Id="rId215" Type="http://schemas.openxmlformats.org/officeDocument/2006/relationships/image" Target="../media/image106.png"/><Relationship Id="rId236" Type="http://schemas.openxmlformats.org/officeDocument/2006/relationships/customXml" Target="../ink/ink120.xml"/><Relationship Id="rId257" Type="http://schemas.openxmlformats.org/officeDocument/2006/relationships/customXml" Target="../ink/ink141.xml"/><Relationship Id="rId278" Type="http://schemas.openxmlformats.org/officeDocument/2006/relationships/customXml" Target="../ink/ink162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4.png"/><Relationship Id="rId205" Type="http://schemas.openxmlformats.org/officeDocument/2006/relationships/image" Target="../media/image101.png"/><Relationship Id="rId247" Type="http://schemas.openxmlformats.org/officeDocument/2006/relationships/customXml" Target="../ink/ink131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9.xml"/><Relationship Id="rId258" Type="http://schemas.openxmlformats.org/officeDocument/2006/relationships/customXml" Target="../ink/ink1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C5B4D55-7C49-45D2-87E9-43B54E10C0B2}"/>
              </a:ext>
            </a:extLst>
          </p:cNvPr>
          <p:cNvSpPr txBox="1">
            <a:spLocks/>
          </p:cNvSpPr>
          <p:nvPr/>
        </p:nvSpPr>
        <p:spPr>
          <a:xfrm>
            <a:off x="899160" y="19805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Tutorial 10</a:t>
            </a:r>
            <a:endParaRPr lang="en-US" sz="3200" dirty="0"/>
          </a:p>
          <a:p>
            <a:r>
              <a:rPr lang="en-US" sz="3200" dirty="0"/>
              <a:t>Exercise for 0-1 Knapsack Problem</a:t>
            </a:r>
          </a:p>
        </p:txBody>
      </p:sp>
    </p:spTree>
    <p:extLst>
      <p:ext uri="{BB962C8B-B14F-4D97-AF65-F5344CB8AC3E}">
        <p14:creationId xmlns:p14="http://schemas.microsoft.com/office/powerpoint/2010/main" val="1544662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54">
            <a:extLst>
              <a:ext uri="{FF2B5EF4-FFF2-40B4-BE49-F238E27FC236}">
                <a16:creationId xmlns:a16="http://schemas.microsoft.com/office/drawing/2014/main" id="{240B42B2-B9D6-4123-AB38-6AAF8E0645C3}"/>
              </a:ext>
            </a:extLst>
          </p:cNvPr>
          <p:cNvSpPr txBox="1"/>
          <p:nvPr/>
        </p:nvSpPr>
        <p:spPr>
          <a:xfrm>
            <a:off x="1706880" y="480060"/>
            <a:ext cx="2499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</a:t>
            </a:r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A68A64A0-F1E9-4B86-883A-3B17F7C0793D}"/>
              </a:ext>
            </a:extLst>
          </p:cNvPr>
          <p:cNvGrpSpPr/>
          <p:nvPr/>
        </p:nvGrpSpPr>
        <p:grpSpPr>
          <a:xfrm>
            <a:off x="1962860" y="1375646"/>
            <a:ext cx="4537000" cy="4827034"/>
            <a:chOff x="1962860" y="1375646"/>
            <a:chExt cx="4537000" cy="4827034"/>
          </a:xfrm>
        </p:grpSpPr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7E4F394-14EA-447C-9F2C-CB2E6ADD8E51}"/>
                </a:ext>
              </a:extLst>
            </p:cNvPr>
            <p:cNvGrpSpPr/>
            <p:nvPr/>
          </p:nvGrpSpPr>
          <p:grpSpPr>
            <a:xfrm>
              <a:off x="1962860" y="1375646"/>
              <a:ext cx="4537000" cy="4827034"/>
              <a:chOff x="1962860" y="1375646"/>
              <a:chExt cx="3636141" cy="4362574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6E7BC6DA-E9F6-44F8-B4EB-3364A60658C7}"/>
                      </a:ext>
                    </a:extLst>
                  </p14:cNvPr>
                  <p14:cNvContentPartPr/>
                  <p14:nvPr/>
                </p14:nvContentPartPr>
                <p14:xfrm>
                  <a:off x="3066904" y="1806926"/>
                  <a:ext cx="23760" cy="10296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6E7BC6DA-E9F6-44F8-B4EB-3364A60658C7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063427" y="1803028"/>
                    <a:ext cx="30714" cy="110755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74B235E-6F6D-47BA-8C54-AFCFAA76DC65}"/>
                  </a:ext>
                </a:extLst>
              </p:cNvPr>
              <p:cNvGrpSpPr/>
              <p:nvPr/>
            </p:nvGrpSpPr>
            <p:grpSpPr>
              <a:xfrm>
                <a:off x="3091024" y="1697486"/>
                <a:ext cx="42480" cy="100800"/>
                <a:chOff x="3091024" y="1697486"/>
                <a:chExt cx="42480" cy="1008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36" name="Ink 35">
                      <a:extLst>
                        <a:ext uri="{FF2B5EF4-FFF2-40B4-BE49-F238E27FC236}">
                          <a16:creationId xmlns:a16="http://schemas.microsoft.com/office/drawing/2014/main" id="{4D773D04-729E-4B77-AC31-95DBE843F37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095344" y="1697486"/>
                    <a:ext cx="38160" cy="100440"/>
                  </p14:xfrm>
                </p:contentPart>
              </mc:Choice>
              <mc:Fallback xmlns="">
                <p:pic>
                  <p:nvPicPr>
                    <p:cNvPr id="36" name="Ink 35">
                      <a:extLst>
                        <a:ext uri="{FF2B5EF4-FFF2-40B4-BE49-F238E27FC236}">
                          <a16:creationId xmlns:a16="http://schemas.microsoft.com/office/drawing/2014/main" id="{4D773D04-729E-4B77-AC31-95DBE843F370}"/>
                        </a:ext>
                      </a:extLst>
                    </p:cNvPr>
                    <p:cNvPicPr/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3091875" y="1693585"/>
                      <a:ext cx="45098" cy="10824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">
                  <p14:nvContentPartPr>
                    <p14:cNvPr id="37" name="Ink 36">
                      <a:extLst>
                        <a:ext uri="{FF2B5EF4-FFF2-40B4-BE49-F238E27FC236}">
                          <a16:creationId xmlns:a16="http://schemas.microsoft.com/office/drawing/2014/main" id="{A94D2EA9-3438-411C-9DF8-21D3A817350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091024" y="1790366"/>
                    <a:ext cx="4680" cy="7920"/>
                  </p14:xfrm>
                </p:contentPart>
              </mc:Choice>
              <mc:Fallback xmlns="">
                <p:pic>
                  <p:nvPicPr>
                    <p:cNvPr id="37" name="Ink 36">
                      <a:extLst>
                        <a:ext uri="{FF2B5EF4-FFF2-40B4-BE49-F238E27FC236}">
                          <a16:creationId xmlns:a16="http://schemas.microsoft.com/office/drawing/2014/main" id="{A94D2EA9-3438-411C-9DF8-21D3A817350B}"/>
                        </a:ext>
                      </a:extLst>
                    </p:cNvPr>
                    <p:cNvPicPr/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3087514" y="1786406"/>
                      <a:ext cx="11700" cy="158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EF7B604F-F971-4ADD-8B43-74903858D7E4}"/>
                      </a:ext>
                    </a:extLst>
                  </p14:cNvPr>
                  <p14:cNvContentPartPr/>
                  <p14:nvPr/>
                </p14:nvContentPartPr>
                <p14:xfrm>
                  <a:off x="3126304" y="1601726"/>
                  <a:ext cx="80280" cy="10584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EF7B604F-F971-4ADD-8B43-74903858D7E4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122851" y="1597818"/>
                    <a:ext cx="87186" cy="11365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3718324A-FAB8-4858-86F3-ACD6D12BB137}"/>
                      </a:ext>
                    </a:extLst>
                  </p14:cNvPr>
                  <p14:cNvContentPartPr/>
                  <p14:nvPr/>
                </p14:nvContentPartPr>
                <p14:xfrm>
                  <a:off x="3204784" y="1509926"/>
                  <a:ext cx="92880" cy="9036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3718324A-FAB8-4858-86F3-ACD6D12BB137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3201323" y="1506026"/>
                    <a:ext cx="99803" cy="98161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370B45D3-EF10-4DA8-9BFD-2F3696AD9B68}"/>
                  </a:ext>
                </a:extLst>
              </p:cNvPr>
              <p:cNvGrpSpPr/>
              <p:nvPr/>
            </p:nvGrpSpPr>
            <p:grpSpPr>
              <a:xfrm>
                <a:off x="3295504" y="1382126"/>
                <a:ext cx="328680" cy="127800"/>
                <a:chOff x="3295504" y="1382126"/>
                <a:chExt cx="328680" cy="1278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2">
                  <p14:nvContentPartPr>
                    <p14:cNvPr id="41" name="Ink 40">
                      <a:extLst>
                        <a:ext uri="{FF2B5EF4-FFF2-40B4-BE49-F238E27FC236}">
                          <a16:creationId xmlns:a16="http://schemas.microsoft.com/office/drawing/2014/main" id="{123E11E7-1D13-4224-8B6B-F8C6C815B6C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95504" y="1434686"/>
                    <a:ext cx="124920" cy="75240"/>
                  </p14:xfrm>
                </p:contentPart>
              </mc:Choice>
              <mc:Fallback xmlns="">
                <p:pic>
                  <p:nvPicPr>
                    <p:cNvPr id="41" name="Ink 40">
                      <a:extLst>
                        <a:ext uri="{FF2B5EF4-FFF2-40B4-BE49-F238E27FC236}">
                          <a16:creationId xmlns:a16="http://schemas.microsoft.com/office/drawing/2014/main" id="{123E11E7-1D13-4224-8B6B-F8C6C815B6C7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3292034" y="1430777"/>
                      <a:ext cx="131860" cy="8305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4">
                  <p14:nvContentPartPr>
                    <p14:cNvPr id="42" name="Ink 41">
                      <a:extLst>
                        <a:ext uri="{FF2B5EF4-FFF2-40B4-BE49-F238E27FC236}">
                          <a16:creationId xmlns:a16="http://schemas.microsoft.com/office/drawing/2014/main" id="{6D75A232-9AB1-4642-A84C-0EAEAE7AB49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416824" y="1405526"/>
                    <a:ext cx="76320" cy="28080"/>
                  </p14:xfrm>
                </p:contentPart>
              </mc:Choice>
              <mc:Fallback xmlns="">
                <p:pic>
                  <p:nvPicPr>
                    <p:cNvPr id="42" name="Ink 41">
                      <a:extLst>
                        <a:ext uri="{FF2B5EF4-FFF2-40B4-BE49-F238E27FC236}">
                          <a16:creationId xmlns:a16="http://schemas.microsoft.com/office/drawing/2014/main" id="{6D75A232-9AB1-4642-A84C-0EAEAE7AB494}"/>
                        </a:ext>
                      </a:extLst>
                    </p:cNvPr>
                    <p:cNvPicPr/>
                    <p:nvPr/>
                  </p:nvPicPr>
                  <p:blipFill>
                    <a:blip r:embed="rId15"/>
                    <a:stretch>
                      <a:fillRect/>
                    </a:stretch>
                  </p:blipFill>
                  <p:spPr>
                    <a:xfrm>
                      <a:off x="3413355" y="1401608"/>
                      <a:ext cx="83258" cy="3591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44" name="Ink 43">
                      <a:extLst>
                        <a:ext uri="{FF2B5EF4-FFF2-40B4-BE49-F238E27FC236}">
                          <a16:creationId xmlns:a16="http://schemas.microsoft.com/office/drawing/2014/main" id="{B3638B2E-1465-4809-A2DF-074256174E6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490624" y="1382126"/>
                    <a:ext cx="133560" cy="23040"/>
                  </p14:xfrm>
                </p:contentPart>
              </mc:Choice>
              <mc:Fallback xmlns="">
                <p:pic>
                  <p:nvPicPr>
                    <p:cNvPr id="44" name="Ink 43">
                      <a:extLst>
                        <a:ext uri="{FF2B5EF4-FFF2-40B4-BE49-F238E27FC236}">
                          <a16:creationId xmlns:a16="http://schemas.microsoft.com/office/drawing/2014/main" id="{B3638B2E-1465-4809-A2DF-074256174E6D}"/>
                        </a:ext>
                      </a:extLst>
                    </p:cNvPr>
                    <p:cNvPicPr/>
                    <p:nvPr/>
                  </p:nvPicPr>
                  <p:blipFill>
                    <a:blip r:embed="rId17"/>
                    <a:stretch>
                      <a:fillRect/>
                    </a:stretch>
                  </p:blipFill>
                  <p:spPr>
                    <a:xfrm>
                      <a:off x="3487155" y="1378232"/>
                      <a:ext cx="140498" cy="30828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54" name="Ink 53">
                    <a:extLst>
                      <a:ext uri="{FF2B5EF4-FFF2-40B4-BE49-F238E27FC236}">
                        <a16:creationId xmlns:a16="http://schemas.microsoft.com/office/drawing/2014/main" id="{510664E9-9250-43B7-BEDE-BDDE16AC8896}"/>
                      </a:ext>
                    </a:extLst>
                  </p14:cNvPr>
                  <p14:cNvContentPartPr/>
                  <p14:nvPr/>
                </p14:nvContentPartPr>
                <p14:xfrm>
                  <a:off x="3616984" y="1378526"/>
                  <a:ext cx="113760" cy="4320"/>
                </p14:xfrm>
              </p:contentPart>
            </mc:Choice>
            <mc:Fallback xmlns="">
              <p:pic>
                <p:nvPicPr>
                  <p:cNvPr id="54" name="Ink 53">
                    <a:extLst>
                      <a:ext uri="{FF2B5EF4-FFF2-40B4-BE49-F238E27FC236}">
                        <a16:creationId xmlns:a16="http://schemas.microsoft.com/office/drawing/2014/main" id="{510664E9-9250-43B7-BEDE-BDDE16AC8896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3613519" y="1374538"/>
                    <a:ext cx="120690" cy="122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56" name="Ink 55">
                    <a:extLst>
                      <a:ext uri="{FF2B5EF4-FFF2-40B4-BE49-F238E27FC236}">
                        <a16:creationId xmlns:a16="http://schemas.microsoft.com/office/drawing/2014/main" id="{6F2D96AB-C537-4686-AF0E-3C71679CB9E2}"/>
                      </a:ext>
                    </a:extLst>
                  </p14:cNvPr>
                  <p14:cNvContentPartPr/>
                  <p14:nvPr/>
                </p14:nvContentPartPr>
                <p14:xfrm>
                  <a:off x="3728944" y="1376006"/>
                  <a:ext cx="118080" cy="4680"/>
                </p14:xfrm>
              </p:contentPart>
            </mc:Choice>
            <mc:Fallback xmlns="">
              <p:pic>
                <p:nvPicPr>
                  <p:cNvPr id="56" name="Ink 55">
                    <a:extLst>
                      <a:ext uri="{FF2B5EF4-FFF2-40B4-BE49-F238E27FC236}">
                        <a16:creationId xmlns:a16="http://schemas.microsoft.com/office/drawing/2014/main" id="{6F2D96AB-C537-4686-AF0E-3C71679CB9E2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3725480" y="1371995"/>
                    <a:ext cx="125009" cy="127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58" name="Ink 57">
                    <a:extLst>
                      <a:ext uri="{FF2B5EF4-FFF2-40B4-BE49-F238E27FC236}">
                        <a16:creationId xmlns:a16="http://schemas.microsoft.com/office/drawing/2014/main" id="{FA29C699-546F-4FE5-9771-10E4BAE6C66A}"/>
                      </a:ext>
                    </a:extLst>
                  </p14:cNvPr>
                  <p14:cNvContentPartPr/>
                  <p14:nvPr/>
                </p14:nvContentPartPr>
                <p14:xfrm>
                  <a:off x="3828664" y="1375646"/>
                  <a:ext cx="167400" cy="19080"/>
                </p14:xfrm>
              </p:contentPart>
            </mc:Choice>
            <mc:Fallback xmlns=""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FA29C699-546F-4FE5-9771-10E4BAE6C66A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3825195" y="1371698"/>
                    <a:ext cx="174339" cy="2697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4">
                <p14:nvContentPartPr>
                  <p14:cNvPr id="60" name="Ink 59">
                    <a:extLst>
                      <a:ext uri="{FF2B5EF4-FFF2-40B4-BE49-F238E27FC236}">
                        <a16:creationId xmlns:a16="http://schemas.microsoft.com/office/drawing/2014/main" id="{4735FE64-8202-404C-8547-EE5B414BD08E}"/>
                      </a:ext>
                    </a:extLst>
                  </p14:cNvPr>
                  <p14:cNvContentPartPr/>
                  <p14:nvPr/>
                </p14:nvContentPartPr>
                <p14:xfrm>
                  <a:off x="3990664" y="1385726"/>
                  <a:ext cx="157320" cy="65520"/>
                </p14:xfrm>
              </p:contentPart>
            </mc:Choice>
            <mc:Fallback xmlns="">
              <p:pic>
                <p:nvPicPr>
                  <p:cNvPr id="60" name="Ink 59">
                    <a:extLst>
                      <a:ext uri="{FF2B5EF4-FFF2-40B4-BE49-F238E27FC236}">
                        <a16:creationId xmlns:a16="http://schemas.microsoft.com/office/drawing/2014/main" id="{4735FE64-8202-404C-8547-EE5B414BD08E}"/>
                      </a:ext>
                    </a:extLst>
                  </p:cNvPr>
                  <p:cNvPicPr/>
                  <p:nvPr/>
                </p:nvPicPr>
                <p:blipFill>
                  <a:blip r:embed="rId25"/>
                  <a:stretch>
                    <a:fillRect/>
                  </a:stretch>
                </p:blipFill>
                <p:spPr>
                  <a:xfrm>
                    <a:off x="3987200" y="1381814"/>
                    <a:ext cx="164248" cy="7334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6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C866155E-4F80-4268-A740-4CA9608D13ED}"/>
                      </a:ext>
                    </a:extLst>
                  </p14:cNvPr>
                  <p14:cNvContentPartPr/>
                  <p14:nvPr/>
                </p14:nvContentPartPr>
                <p14:xfrm>
                  <a:off x="4145464" y="1442966"/>
                  <a:ext cx="139680" cy="9612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C866155E-4F80-4268-A740-4CA9608D13ED}"/>
                      </a:ext>
                    </a:extLst>
                  </p:cNvPr>
                  <p:cNvPicPr/>
                  <p:nvPr/>
                </p:nvPicPr>
                <p:blipFill>
                  <a:blip r:embed="rId27"/>
                  <a:stretch>
                    <a:fillRect/>
                  </a:stretch>
                </p:blipFill>
                <p:spPr>
                  <a:xfrm>
                    <a:off x="4141994" y="1439056"/>
                    <a:ext cx="146621" cy="1039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8">
                <p14:nvContentPartPr>
                  <p14:cNvPr id="76" name="Ink 75">
                    <a:extLst>
                      <a:ext uri="{FF2B5EF4-FFF2-40B4-BE49-F238E27FC236}">
                        <a16:creationId xmlns:a16="http://schemas.microsoft.com/office/drawing/2014/main" id="{6073F5B5-BE0C-4DA7-9987-CDC21E50F90B}"/>
                      </a:ext>
                    </a:extLst>
                  </p14:cNvPr>
                  <p14:cNvContentPartPr/>
                  <p14:nvPr/>
                </p14:nvContentPartPr>
                <p14:xfrm>
                  <a:off x="4457584" y="1783526"/>
                  <a:ext cx="42120" cy="150840"/>
                </p14:xfrm>
              </p:contentPart>
            </mc:Choice>
            <mc:Fallback xmlns="">
              <p:pic>
                <p:nvPicPr>
                  <p:cNvPr id="76" name="Ink 75">
                    <a:extLst>
                      <a:ext uri="{FF2B5EF4-FFF2-40B4-BE49-F238E27FC236}">
                        <a16:creationId xmlns:a16="http://schemas.microsoft.com/office/drawing/2014/main" id="{6073F5B5-BE0C-4DA7-9987-CDC21E50F90B}"/>
                      </a:ext>
                    </a:extLst>
                  </p:cNvPr>
                  <p:cNvPicPr/>
                  <p:nvPr/>
                </p:nvPicPr>
                <p:blipFill>
                  <a:blip r:embed="rId29"/>
                  <a:stretch>
                    <a:fillRect/>
                  </a:stretch>
                </p:blipFill>
                <p:spPr>
                  <a:xfrm>
                    <a:off x="4454122" y="1779617"/>
                    <a:ext cx="49044" cy="15865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0">
                <p14:nvContentPartPr>
                  <p14:cNvPr id="78" name="Ink 77">
                    <a:extLst>
                      <a:ext uri="{FF2B5EF4-FFF2-40B4-BE49-F238E27FC236}">
                        <a16:creationId xmlns:a16="http://schemas.microsoft.com/office/drawing/2014/main" id="{9326C166-1C68-453A-B839-6796257F232F}"/>
                      </a:ext>
                    </a:extLst>
                  </p14:cNvPr>
                  <p14:cNvContentPartPr/>
                  <p14:nvPr/>
                </p14:nvContentPartPr>
                <p14:xfrm>
                  <a:off x="3250144" y="1797926"/>
                  <a:ext cx="35640" cy="114480"/>
                </p14:xfrm>
              </p:contentPart>
            </mc:Choice>
            <mc:Fallback xmlns="">
              <p:pic>
                <p:nvPicPr>
                  <p:cNvPr id="78" name="Ink 77">
                    <a:extLst>
                      <a:ext uri="{FF2B5EF4-FFF2-40B4-BE49-F238E27FC236}">
                        <a16:creationId xmlns:a16="http://schemas.microsoft.com/office/drawing/2014/main" id="{9326C166-1C68-453A-B839-6796257F232F}"/>
                      </a:ext>
                    </a:extLst>
                  </p:cNvPr>
                  <p:cNvPicPr/>
                  <p:nvPr/>
                </p:nvPicPr>
                <p:blipFill>
                  <a:blip r:embed="rId31"/>
                  <a:stretch>
                    <a:fillRect/>
                  </a:stretch>
                </p:blipFill>
                <p:spPr>
                  <a:xfrm>
                    <a:off x="3246667" y="1794012"/>
                    <a:ext cx="42594" cy="1223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2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68313BB6-651A-4298-A125-5DEE7D4F69D9}"/>
                      </a:ext>
                    </a:extLst>
                  </p14:cNvPr>
                  <p14:cNvContentPartPr/>
                  <p14:nvPr/>
                </p14:nvContentPartPr>
                <p14:xfrm>
                  <a:off x="3285784" y="1689926"/>
                  <a:ext cx="91440" cy="11268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68313BB6-651A-4298-A125-5DEE7D4F69D9}"/>
                      </a:ext>
                    </a:extLst>
                  </p:cNvPr>
                  <p:cNvPicPr/>
                  <p:nvPr/>
                </p:nvPicPr>
                <p:blipFill>
                  <a:blip r:embed="rId33"/>
                  <a:stretch>
                    <a:fillRect/>
                  </a:stretch>
                </p:blipFill>
                <p:spPr>
                  <a:xfrm>
                    <a:off x="3282312" y="1686029"/>
                    <a:ext cx="98385" cy="12047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4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959D143B-8676-451D-ACEE-F8EA7E477D5D}"/>
                      </a:ext>
                    </a:extLst>
                  </p14:cNvPr>
                  <p14:cNvContentPartPr/>
                  <p14:nvPr/>
                </p14:nvContentPartPr>
                <p14:xfrm>
                  <a:off x="3366784" y="1606046"/>
                  <a:ext cx="112320" cy="8712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959D143B-8676-451D-ACEE-F8EA7E477D5D}"/>
                      </a:ext>
                    </a:extLst>
                  </p:cNvPr>
                  <p:cNvPicPr/>
                  <p:nvPr/>
                </p:nvPicPr>
                <p:blipFill>
                  <a:blip r:embed="rId35"/>
                  <a:stretch>
                    <a:fillRect/>
                  </a:stretch>
                </p:blipFill>
                <p:spPr>
                  <a:xfrm>
                    <a:off x="3363319" y="1602145"/>
                    <a:ext cx="119250" cy="949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6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80FC65CC-A866-4D8C-88B5-8763DBF0DA94}"/>
                      </a:ext>
                    </a:extLst>
                  </p14:cNvPr>
                  <p14:cNvContentPartPr/>
                  <p14:nvPr/>
                </p14:nvContentPartPr>
                <p14:xfrm>
                  <a:off x="3483424" y="1564646"/>
                  <a:ext cx="145080" cy="4284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80FC65CC-A866-4D8C-88B5-8763DBF0DA94}"/>
                      </a:ext>
                    </a:extLst>
                  </p:cNvPr>
                  <p:cNvPicPr/>
                  <p:nvPr/>
                </p:nvPicPr>
                <p:blipFill>
                  <a:blip r:embed="rId37"/>
                  <a:stretch>
                    <a:fillRect/>
                  </a:stretch>
                </p:blipFill>
                <p:spPr>
                  <a:xfrm>
                    <a:off x="3479963" y="1560722"/>
                    <a:ext cx="152002" cy="5068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8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96D86D0B-7866-48BD-A103-4F0625231025}"/>
                      </a:ext>
                    </a:extLst>
                  </p14:cNvPr>
                  <p14:cNvContentPartPr/>
                  <p14:nvPr/>
                </p14:nvContentPartPr>
                <p14:xfrm>
                  <a:off x="3626344" y="1558886"/>
                  <a:ext cx="164880" cy="972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96D86D0B-7866-48BD-A103-4F0625231025}"/>
                      </a:ext>
                    </a:extLst>
                  </p:cNvPr>
                  <p:cNvPicPr/>
                  <p:nvPr/>
                </p:nvPicPr>
                <p:blipFill>
                  <a:blip r:embed="rId39"/>
                  <a:stretch>
                    <a:fillRect/>
                  </a:stretch>
                </p:blipFill>
                <p:spPr>
                  <a:xfrm>
                    <a:off x="3622885" y="1554864"/>
                    <a:ext cx="171798" cy="177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B8484E59-0E93-45ED-808C-461681F243FA}"/>
                      </a:ext>
                    </a:extLst>
                  </p14:cNvPr>
                  <p14:cNvContentPartPr/>
                  <p14:nvPr/>
                </p14:nvContentPartPr>
                <p14:xfrm>
                  <a:off x="3776464" y="1558526"/>
                  <a:ext cx="154080" cy="432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B8484E59-0E93-45ED-808C-461681F243FA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3773002" y="1554538"/>
                    <a:ext cx="161005" cy="1229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EA58FAFE-1677-4ECB-9508-1442642E0177}"/>
                      </a:ext>
                    </a:extLst>
                  </p14:cNvPr>
                  <p14:cNvContentPartPr/>
                  <p14:nvPr/>
                </p14:nvContentPartPr>
                <p14:xfrm>
                  <a:off x="3935944" y="1557086"/>
                  <a:ext cx="119160" cy="4428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EA58FAFE-1677-4ECB-9508-1442642E0177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3932482" y="1553179"/>
                    <a:ext cx="126085" cy="520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E6120783-B802-4C1F-8E03-1E0A3E255599}"/>
                      </a:ext>
                    </a:extLst>
                  </p14:cNvPr>
                  <p14:cNvContentPartPr/>
                  <p14:nvPr/>
                </p14:nvContentPartPr>
                <p14:xfrm>
                  <a:off x="4040704" y="1583366"/>
                  <a:ext cx="146520" cy="10800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E6120783-B802-4C1F-8E03-1E0A3E255599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4037243" y="1579462"/>
                    <a:ext cx="153442" cy="115807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91122061-9350-438F-BB75-91573D21D5C9}"/>
                  </a:ext>
                </a:extLst>
              </p:cNvPr>
              <p:cNvGrpSpPr/>
              <p:nvPr/>
            </p:nvGrpSpPr>
            <p:grpSpPr>
              <a:xfrm>
                <a:off x="4181104" y="1533326"/>
                <a:ext cx="277560" cy="385200"/>
                <a:chOff x="4181104" y="1533326"/>
                <a:chExt cx="277560" cy="3852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46">
                  <p14:nvContentPartPr>
                    <p14:cNvPr id="63" name="Ink 62">
                      <a:extLst>
                        <a:ext uri="{FF2B5EF4-FFF2-40B4-BE49-F238E27FC236}">
                          <a16:creationId xmlns:a16="http://schemas.microsoft.com/office/drawing/2014/main" id="{416D6669-B20A-498D-839F-AA2B23C7954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281184" y="1533326"/>
                    <a:ext cx="113760" cy="128880"/>
                  </p14:xfrm>
                </p:contentPart>
              </mc:Choice>
              <mc:Fallback xmlns="">
                <p:pic>
                  <p:nvPicPr>
                    <p:cNvPr id="63" name="Ink 62">
                      <a:extLst>
                        <a:ext uri="{FF2B5EF4-FFF2-40B4-BE49-F238E27FC236}">
                          <a16:creationId xmlns:a16="http://schemas.microsoft.com/office/drawing/2014/main" id="{416D6669-B20A-498D-839F-AA2B23C79544}"/>
                        </a:ext>
                      </a:extLst>
                    </p:cNvPr>
                    <p:cNvPicPr/>
                    <p:nvPr/>
                  </p:nvPicPr>
                  <p:blipFill>
                    <a:blip r:embed="rId47"/>
                    <a:stretch>
                      <a:fillRect/>
                    </a:stretch>
                  </p:blipFill>
                  <p:spPr>
                    <a:xfrm>
                      <a:off x="4277719" y="1529421"/>
                      <a:ext cx="120690" cy="13669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8">
                  <p14:nvContentPartPr>
                    <p14:cNvPr id="65" name="Ink 64">
                      <a:extLst>
                        <a:ext uri="{FF2B5EF4-FFF2-40B4-BE49-F238E27FC236}">
                          <a16:creationId xmlns:a16="http://schemas.microsoft.com/office/drawing/2014/main" id="{F925E8E5-F3F2-4051-918C-8D661074418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90984" y="1652486"/>
                    <a:ext cx="360" cy="360"/>
                  </p14:xfrm>
                </p:contentPart>
              </mc:Choice>
              <mc:Fallback xmlns="">
                <p:pic>
                  <p:nvPicPr>
                    <p:cNvPr id="65" name="Ink 64">
                      <a:extLst>
                        <a:ext uri="{FF2B5EF4-FFF2-40B4-BE49-F238E27FC236}">
                          <a16:creationId xmlns:a16="http://schemas.microsoft.com/office/drawing/2014/main" id="{F925E8E5-F3F2-4051-918C-8D6610744183}"/>
                        </a:ext>
                      </a:extLst>
                    </p:cNvPr>
                    <p:cNvPicPr/>
                    <p:nvPr/>
                  </p:nvPicPr>
                  <p:blipFill>
                    <a:blip r:embed="rId49"/>
                    <a:stretch>
                      <a:fillRect/>
                    </a:stretch>
                  </p:blipFill>
                  <p:spPr>
                    <a:xfrm>
                      <a:off x="4386664" y="1648166"/>
                      <a:ext cx="9000" cy="9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0">
                  <p14:nvContentPartPr>
                    <p14:cNvPr id="69" name="Ink 68">
                      <a:extLst>
                        <a:ext uri="{FF2B5EF4-FFF2-40B4-BE49-F238E27FC236}">
                          <a16:creationId xmlns:a16="http://schemas.microsoft.com/office/drawing/2014/main" id="{8F773E51-4641-4FAC-8D86-53C1251F75C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90984" y="1652486"/>
                    <a:ext cx="67680" cy="136080"/>
                  </p14:xfrm>
                </p:contentPart>
              </mc:Choice>
              <mc:Fallback xmlns="">
                <p:pic>
                  <p:nvPicPr>
                    <p:cNvPr id="69" name="Ink 68">
                      <a:extLst>
                        <a:ext uri="{FF2B5EF4-FFF2-40B4-BE49-F238E27FC236}">
                          <a16:creationId xmlns:a16="http://schemas.microsoft.com/office/drawing/2014/main" id="{8F773E51-4641-4FAC-8D86-53C1251F75CD}"/>
                        </a:ext>
                      </a:extLst>
                    </p:cNvPr>
                    <p:cNvPicPr/>
                    <p:nvPr/>
                  </p:nvPicPr>
                  <p:blipFill>
                    <a:blip r:embed="rId51"/>
                    <a:stretch>
                      <a:fillRect/>
                    </a:stretch>
                  </p:blipFill>
                  <p:spPr>
                    <a:xfrm>
                      <a:off x="4387513" y="1648579"/>
                      <a:ext cx="74622" cy="14389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2">
                  <p14:nvContentPartPr>
                    <p14:cNvPr id="87" name="Ink 86">
                      <a:extLst>
                        <a:ext uri="{FF2B5EF4-FFF2-40B4-BE49-F238E27FC236}">
                          <a16:creationId xmlns:a16="http://schemas.microsoft.com/office/drawing/2014/main" id="{5C2DA064-5730-4F6A-BFE0-BC2AE4CAE39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181104" y="1683446"/>
                    <a:ext cx="139320" cy="235080"/>
                  </p14:xfrm>
                </p:contentPart>
              </mc:Choice>
              <mc:Fallback xmlns="">
                <p:pic>
                  <p:nvPicPr>
                    <p:cNvPr id="87" name="Ink 86">
                      <a:extLst>
                        <a:ext uri="{FF2B5EF4-FFF2-40B4-BE49-F238E27FC236}">
                          <a16:creationId xmlns:a16="http://schemas.microsoft.com/office/drawing/2014/main" id="{5C2DA064-5730-4F6A-BFE0-BC2AE4CAE393}"/>
                        </a:ext>
                      </a:extLst>
                    </p:cNvPr>
                    <p:cNvPicPr/>
                    <p:nvPr/>
                  </p:nvPicPr>
                  <p:blipFill>
                    <a:blip r:embed="rId53"/>
                    <a:stretch>
                      <a:fillRect/>
                    </a:stretch>
                  </p:blipFill>
                  <p:spPr>
                    <a:xfrm>
                      <a:off x="4177643" y="1679544"/>
                      <a:ext cx="146243" cy="242883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54">
                <p14:nvContentPartPr>
                  <p14:cNvPr id="93" name="Ink 92">
                    <a:extLst>
                      <a:ext uri="{FF2B5EF4-FFF2-40B4-BE49-F238E27FC236}">
                        <a16:creationId xmlns:a16="http://schemas.microsoft.com/office/drawing/2014/main" id="{CD68B1D4-9DCF-4EC1-A2A7-337B2C76DFA2}"/>
                      </a:ext>
                    </a:extLst>
                  </p14:cNvPr>
                  <p14:cNvContentPartPr/>
                  <p14:nvPr/>
                </p14:nvContentPartPr>
                <p14:xfrm>
                  <a:off x="3069064" y="1920326"/>
                  <a:ext cx="133560" cy="8640"/>
                </p14:xfrm>
              </p:contentPart>
            </mc:Choice>
            <mc:Fallback xmlns="">
              <p:pic>
                <p:nvPicPr>
                  <p:cNvPr id="93" name="Ink 92">
                    <a:extLst>
                      <a:ext uri="{FF2B5EF4-FFF2-40B4-BE49-F238E27FC236}">
                        <a16:creationId xmlns:a16="http://schemas.microsoft.com/office/drawing/2014/main" id="{CD68B1D4-9DCF-4EC1-A2A7-337B2C76DFA2}"/>
                      </a:ext>
                    </a:extLst>
                  </p:cNvPr>
                  <p:cNvPicPr/>
                  <p:nvPr/>
                </p:nvPicPr>
                <p:blipFill>
                  <a:blip r:embed="rId55"/>
                  <a:stretch>
                    <a:fillRect/>
                  </a:stretch>
                </p:blipFill>
                <p:spPr>
                  <a:xfrm>
                    <a:off x="3065595" y="1916486"/>
                    <a:ext cx="140498" cy="1632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D4529F9B-AF55-442C-8A4A-ABA917541BA9}"/>
                  </a:ext>
                </a:extLst>
              </p:cNvPr>
              <p:cNvGrpSpPr/>
              <p:nvPr/>
            </p:nvGrpSpPr>
            <p:grpSpPr>
              <a:xfrm>
                <a:off x="2842984" y="1904846"/>
                <a:ext cx="536040" cy="45720"/>
                <a:chOff x="2842984" y="1904846"/>
                <a:chExt cx="536040" cy="457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56">
                  <p14:nvContentPartPr>
                    <p14:cNvPr id="90" name="Ink 89">
                      <a:extLst>
                        <a:ext uri="{FF2B5EF4-FFF2-40B4-BE49-F238E27FC236}">
                          <a16:creationId xmlns:a16="http://schemas.microsoft.com/office/drawing/2014/main" id="{9AE97AF0-A0F1-4F94-B8E0-CD8E568C0F0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842984" y="1923926"/>
                    <a:ext cx="226080" cy="26640"/>
                  </p14:xfrm>
                </p:contentPart>
              </mc:Choice>
              <mc:Fallback xmlns="">
                <p:pic>
                  <p:nvPicPr>
                    <p:cNvPr id="90" name="Ink 89">
                      <a:extLst>
                        <a:ext uri="{FF2B5EF4-FFF2-40B4-BE49-F238E27FC236}">
                          <a16:creationId xmlns:a16="http://schemas.microsoft.com/office/drawing/2014/main" id="{9AE97AF0-A0F1-4F94-B8E0-CD8E568C0F0E}"/>
                        </a:ext>
                      </a:extLst>
                    </p:cNvPr>
                    <p:cNvPicPr/>
                    <p:nvPr/>
                  </p:nvPicPr>
                  <p:blipFill>
                    <a:blip r:embed="rId57"/>
                    <a:stretch>
                      <a:fillRect/>
                    </a:stretch>
                  </p:blipFill>
                  <p:spPr>
                    <a:xfrm>
                      <a:off x="2839524" y="1920027"/>
                      <a:ext cx="233001" cy="3443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58">
                  <p14:nvContentPartPr>
                    <p14:cNvPr id="91" name="Ink 90">
                      <a:extLst>
                        <a:ext uri="{FF2B5EF4-FFF2-40B4-BE49-F238E27FC236}">
                          <a16:creationId xmlns:a16="http://schemas.microsoft.com/office/drawing/2014/main" id="{1C38A64F-FA85-4421-A33E-2A090A342F4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062224" y="1904846"/>
                    <a:ext cx="5040" cy="16920"/>
                  </p14:xfrm>
                </p:contentPart>
              </mc:Choice>
              <mc:Fallback xmlns="">
                <p:pic>
                  <p:nvPicPr>
                    <p:cNvPr id="91" name="Ink 90">
                      <a:extLst>
                        <a:ext uri="{FF2B5EF4-FFF2-40B4-BE49-F238E27FC236}">
                          <a16:creationId xmlns:a16="http://schemas.microsoft.com/office/drawing/2014/main" id="{1C38A64F-FA85-4421-A33E-2A090A342F47}"/>
                        </a:ext>
                      </a:extLst>
                    </p:cNvPr>
                    <p:cNvPicPr/>
                    <p:nvPr/>
                  </p:nvPicPr>
                  <p:blipFill>
                    <a:blip r:embed="rId59"/>
                    <a:stretch>
                      <a:fillRect/>
                    </a:stretch>
                  </p:blipFill>
                  <p:spPr>
                    <a:xfrm>
                      <a:off x="3058864" y="1900941"/>
                      <a:ext cx="11760" cy="2472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60">
                  <p14:nvContentPartPr>
                    <p14:cNvPr id="95" name="Ink 94">
                      <a:extLst>
                        <a:ext uri="{FF2B5EF4-FFF2-40B4-BE49-F238E27FC236}">
                          <a16:creationId xmlns:a16="http://schemas.microsoft.com/office/drawing/2014/main" id="{CFD15446-2F8A-47D8-B214-B15306C57AA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204784" y="1917806"/>
                    <a:ext cx="174240" cy="6120"/>
                  </p14:xfrm>
                </p:contentPart>
              </mc:Choice>
              <mc:Fallback xmlns="">
                <p:pic>
                  <p:nvPicPr>
                    <p:cNvPr id="95" name="Ink 94">
                      <a:extLst>
                        <a:ext uri="{FF2B5EF4-FFF2-40B4-BE49-F238E27FC236}">
                          <a16:creationId xmlns:a16="http://schemas.microsoft.com/office/drawing/2014/main" id="{CFD15446-2F8A-47D8-B214-B15306C57AA0}"/>
                        </a:ext>
                      </a:extLst>
                    </p:cNvPr>
                    <p:cNvPicPr/>
                    <p:nvPr/>
                  </p:nvPicPr>
                  <p:blipFill>
                    <a:blip r:embed="rId61"/>
                    <a:stretch>
                      <a:fillRect/>
                    </a:stretch>
                  </p:blipFill>
                  <p:spPr>
                    <a:xfrm>
                      <a:off x="3201317" y="1913941"/>
                      <a:ext cx="181175" cy="13851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62">
                <p14:nvContentPartPr>
                  <p14:cNvPr id="99" name="Ink 98">
                    <a:extLst>
                      <a:ext uri="{FF2B5EF4-FFF2-40B4-BE49-F238E27FC236}">
                        <a16:creationId xmlns:a16="http://schemas.microsoft.com/office/drawing/2014/main" id="{A5FCB4FD-7A4D-49D9-8100-C97E0354E41F}"/>
                      </a:ext>
                    </a:extLst>
                  </p14:cNvPr>
                  <p14:cNvContentPartPr/>
                  <p14:nvPr/>
                </p14:nvContentPartPr>
                <p14:xfrm>
                  <a:off x="3369304" y="1914926"/>
                  <a:ext cx="281160" cy="8640"/>
                </p14:xfrm>
              </p:contentPart>
            </mc:Choice>
            <mc:Fallback xmlns="">
              <p:pic>
                <p:nvPicPr>
                  <p:cNvPr id="99" name="Ink 98">
                    <a:extLst>
                      <a:ext uri="{FF2B5EF4-FFF2-40B4-BE49-F238E27FC236}">
                        <a16:creationId xmlns:a16="http://schemas.microsoft.com/office/drawing/2014/main" id="{A5FCB4FD-7A4D-49D9-8100-C97E0354E41F}"/>
                      </a:ext>
                    </a:extLst>
                  </p:cNvPr>
                  <p:cNvPicPr/>
                  <p:nvPr/>
                </p:nvPicPr>
                <p:blipFill>
                  <a:blip r:embed="rId63"/>
                  <a:stretch>
                    <a:fillRect/>
                  </a:stretch>
                </p:blipFill>
                <p:spPr>
                  <a:xfrm>
                    <a:off x="3365840" y="1911086"/>
                    <a:ext cx="288088" cy="16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4">
                <p14:nvContentPartPr>
                  <p14:cNvPr id="100" name="Ink 99">
                    <a:extLst>
                      <a:ext uri="{FF2B5EF4-FFF2-40B4-BE49-F238E27FC236}">
                        <a16:creationId xmlns:a16="http://schemas.microsoft.com/office/drawing/2014/main" id="{EEE0F8D9-2016-4927-9E04-23CA98D03480}"/>
                      </a:ext>
                    </a:extLst>
                  </p14:cNvPr>
                  <p14:cNvContentPartPr/>
                  <p14:nvPr/>
                </p14:nvContentPartPr>
                <p14:xfrm>
                  <a:off x="3643264" y="1916366"/>
                  <a:ext cx="203040" cy="7560"/>
                </p14:xfrm>
              </p:contentPart>
            </mc:Choice>
            <mc:Fallback xmlns="">
              <p:pic>
                <p:nvPicPr>
                  <p:cNvPr id="100" name="Ink 99">
                    <a:extLst>
                      <a:ext uri="{FF2B5EF4-FFF2-40B4-BE49-F238E27FC236}">
                        <a16:creationId xmlns:a16="http://schemas.microsoft.com/office/drawing/2014/main" id="{EEE0F8D9-2016-4927-9E04-23CA98D03480}"/>
                      </a:ext>
                    </a:extLst>
                  </p:cNvPr>
                  <p:cNvPicPr/>
                  <p:nvPr/>
                </p:nvPicPr>
                <p:blipFill>
                  <a:blip r:embed="rId65"/>
                  <a:stretch>
                    <a:fillRect/>
                  </a:stretch>
                </p:blipFill>
                <p:spPr>
                  <a:xfrm>
                    <a:off x="3639798" y="1912422"/>
                    <a:ext cx="209972" cy="154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6">
                <p14:nvContentPartPr>
                  <p14:cNvPr id="101" name="Ink 100">
                    <a:extLst>
                      <a:ext uri="{FF2B5EF4-FFF2-40B4-BE49-F238E27FC236}">
                        <a16:creationId xmlns:a16="http://schemas.microsoft.com/office/drawing/2014/main" id="{C48A0650-9697-4775-8BF1-5E7D1EDB6B41}"/>
                      </a:ext>
                    </a:extLst>
                  </p14:cNvPr>
                  <p14:cNvContentPartPr/>
                  <p14:nvPr/>
                </p14:nvContentPartPr>
                <p14:xfrm>
                  <a:off x="3835504" y="1916726"/>
                  <a:ext cx="212400" cy="11880"/>
                </p14:xfrm>
              </p:contentPart>
            </mc:Choice>
            <mc:Fallback xmlns="">
              <p:pic>
                <p:nvPicPr>
                  <p:cNvPr id="101" name="Ink 100">
                    <a:extLst>
                      <a:ext uri="{FF2B5EF4-FFF2-40B4-BE49-F238E27FC236}">
                        <a16:creationId xmlns:a16="http://schemas.microsoft.com/office/drawing/2014/main" id="{C48A0650-9697-4775-8BF1-5E7D1EDB6B41}"/>
                      </a:ext>
                    </a:extLst>
                  </p:cNvPr>
                  <p:cNvPicPr/>
                  <p:nvPr/>
                </p:nvPicPr>
                <p:blipFill>
                  <a:blip r:embed="rId67"/>
                  <a:stretch>
                    <a:fillRect/>
                  </a:stretch>
                </p:blipFill>
                <p:spPr>
                  <a:xfrm>
                    <a:off x="3832041" y="1912766"/>
                    <a:ext cx="219326" cy="19800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BF0DCF88-D785-47B8-AF6F-028EFB804875}"/>
                  </a:ext>
                </a:extLst>
              </p:cNvPr>
              <p:cNvGrpSpPr/>
              <p:nvPr/>
            </p:nvGrpSpPr>
            <p:grpSpPr>
              <a:xfrm>
                <a:off x="4043224" y="1916726"/>
                <a:ext cx="559080" cy="16560"/>
                <a:chOff x="4043224" y="1916726"/>
                <a:chExt cx="559080" cy="1656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68">
                  <p14:nvContentPartPr>
                    <p14:cNvPr id="102" name="Ink 101">
                      <a:extLst>
                        <a:ext uri="{FF2B5EF4-FFF2-40B4-BE49-F238E27FC236}">
                          <a16:creationId xmlns:a16="http://schemas.microsoft.com/office/drawing/2014/main" id="{03C1A3A3-A901-430A-AAAD-9D79648CF5B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043224" y="1921406"/>
                    <a:ext cx="284040" cy="7560"/>
                  </p14:xfrm>
                </p:contentPart>
              </mc:Choice>
              <mc:Fallback xmlns="">
                <p:pic>
                  <p:nvPicPr>
                    <p:cNvPr id="102" name="Ink 101">
                      <a:extLst>
                        <a:ext uri="{FF2B5EF4-FFF2-40B4-BE49-F238E27FC236}">
                          <a16:creationId xmlns:a16="http://schemas.microsoft.com/office/drawing/2014/main" id="{03C1A3A3-A901-430A-AAAD-9D79648CF5B1}"/>
                        </a:ext>
                      </a:extLst>
                    </p:cNvPr>
                    <p:cNvPicPr/>
                    <p:nvPr/>
                  </p:nvPicPr>
                  <p:blipFill>
                    <a:blip r:embed="rId69"/>
                    <a:stretch>
                      <a:fillRect/>
                    </a:stretch>
                  </p:blipFill>
                  <p:spPr>
                    <a:xfrm>
                      <a:off x="4039760" y="1917626"/>
                      <a:ext cx="290968" cy="151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0">
                  <p14:nvContentPartPr>
                    <p14:cNvPr id="103" name="Ink 102">
                      <a:extLst>
                        <a:ext uri="{FF2B5EF4-FFF2-40B4-BE49-F238E27FC236}">
                          <a16:creationId xmlns:a16="http://schemas.microsoft.com/office/drawing/2014/main" id="{8EC9F5AD-A9FC-4633-BAA1-B2741C95531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316824" y="1916726"/>
                    <a:ext cx="143640" cy="9720"/>
                  </p14:xfrm>
                </p:contentPart>
              </mc:Choice>
              <mc:Fallback xmlns="">
                <p:pic>
                  <p:nvPicPr>
                    <p:cNvPr id="103" name="Ink 102">
                      <a:extLst>
                        <a:ext uri="{FF2B5EF4-FFF2-40B4-BE49-F238E27FC236}">
                          <a16:creationId xmlns:a16="http://schemas.microsoft.com/office/drawing/2014/main" id="{8EC9F5AD-A9FC-4633-BAA1-B2741C955318}"/>
                        </a:ext>
                      </a:extLst>
                    </p:cNvPr>
                    <p:cNvPicPr/>
                    <p:nvPr/>
                  </p:nvPicPr>
                  <p:blipFill>
                    <a:blip r:embed="rId71"/>
                    <a:stretch>
                      <a:fillRect/>
                    </a:stretch>
                  </p:blipFill>
                  <p:spPr>
                    <a:xfrm>
                      <a:off x="4313363" y="1912838"/>
                      <a:ext cx="150562" cy="1749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72">
                  <p14:nvContentPartPr>
                    <p14:cNvPr id="105" name="Ink 104">
                      <a:extLst>
                        <a:ext uri="{FF2B5EF4-FFF2-40B4-BE49-F238E27FC236}">
                          <a16:creationId xmlns:a16="http://schemas.microsoft.com/office/drawing/2014/main" id="{036C412C-CD7A-43F7-8EE8-1C3922B0054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4452904" y="1921406"/>
                    <a:ext cx="149400" cy="11880"/>
                  </p14:xfrm>
                </p:contentPart>
              </mc:Choice>
              <mc:Fallback xmlns="">
                <p:pic>
                  <p:nvPicPr>
                    <p:cNvPr id="105" name="Ink 104">
                      <a:extLst>
                        <a:ext uri="{FF2B5EF4-FFF2-40B4-BE49-F238E27FC236}">
                          <a16:creationId xmlns:a16="http://schemas.microsoft.com/office/drawing/2014/main" id="{036C412C-CD7A-43F7-8EE8-1C3922B00543}"/>
                        </a:ext>
                      </a:extLst>
                    </p:cNvPr>
                    <p:cNvPicPr/>
                    <p:nvPr/>
                  </p:nvPicPr>
                  <p:blipFill>
                    <a:blip r:embed="rId73"/>
                    <a:stretch>
                      <a:fillRect/>
                    </a:stretch>
                  </p:blipFill>
                  <p:spPr>
                    <a:xfrm>
                      <a:off x="4449443" y="1917553"/>
                      <a:ext cx="156322" cy="19586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74">
                <p14:nvContentPartPr>
                  <p14:cNvPr id="107" name="Ink 106">
                    <a:extLst>
                      <a:ext uri="{FF2B5EF4-FFF2-40B4-BE49-F238E27FC236}">
                        <a16:creationId xmlns:a16="http://schemas.microsoft.com/office/drawing/2014/main" id="{067BF18C-7286-49F2-8604-71BE84C3FD9F}"/>
                      </a:ext>
                    </a:extLst>
                  </p14:cNvPr>
                  <p14:cNvContentPartPr/>
                  <p14:nvPr/>
                </p14:nvContentPartPr>
                <p14:xfrm>
                  <a:off x="4597924" y="1928561"/>
                  <a:ext cx="123840" cy="22320"/>
                </p14:xfrm>
              </p:contentPart>
            </mc:Choice>
            <mc:Fallback xmlns="">
              <p:pic>
                <p:nvPicPr>
                  <p:cNvPr id="107" name="Ink 106">
                    <a:extLst>
                      <a:ext uri="{FF2B5EF4-FFF2-40B4-BE49-F238E27FC236}">
                        <a16:creationId xmlns:a16="http://schemas.microsoft.com/office/drawing/2014/main" id="{067BF18C-7286-49F2-8604-71BE84C3FD9F}"/>
                      </a:ext>
                    </a:extLst>
                  </p:cNvPr>
                  <p:cNvPicPr/>
                  <p:nvPr/>
                </p:nvPicPr>
                <p:blipFill>
                  <a:blip r:embed="rId75"/>
                  <a:stretch>
                    <a:fillRect/>
                  </a:stretch>
                </p:blipFill>
                <p:spPr>
                  <a:xfrm>
                    <a:off x="4594460" y="1924679"/>
                    <a:ext cx="130768" cy="3008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6">
                <p14:nvContentPartPr>
                  <p14:cNvPr id="108" name="Ink 107">
                    <a:extLst>
                      <a:ext uri="{FF2B5EF4-FFF2-40B4-BE49-F238E27FC236}">
                        <a16:creationId xmlns:a16="http://schemas.microsoft.com/office/drawing/2014/main" id="{50C830D6-4426-4DD0-B36C-2EACEC3CBC3A}"/>
                      </a:ext>
                    </a:extLst>
                  </p14:cNvPr>
                  <p14:cNvContentPartPr/>
                  <p14:nvPr/>
                </p14:nvContentPartPr>
                <p14:xfrm>
                  <a:off x="4712404" y="1944761"/>
                  <a:ext cx="216360" cy="72000"/>
                </p14:xfrm>
              </p:contentPart>
            </mc:Choice>
            <mc:Fallback xmlns="">
              <p:pic>
                <p:nvPicPr>
                  <p:cNvPr id="108" name="Ink 107">
                    <a:extLst>
                      <a:ext uri="{FF2B5EF4-FFF2-40B4-BE49-F238E27FC236}">
                        <a16:creationId xmlns:a16="http://schemas.microsoft.com/office/drawing/2014/main" id="{50C830D6-4426-4DD0-B36C-2EACEC3CBC3A}"/>
                      </a:ext>
                    </a:extLst>
                  </p:cNvPr>
                  <p:cNvPicPr/>
                  <p:nvPr/>
                </p:nvPicPr>
                <p:blipFill>
                  <a:blip r:embed="rId77"/>
                  <a:stretch>
                    <a:fillRect/>
                  </a:stretch>
                </p:blipFill>
                <p:spPr>
                  <a:xfrm>
                    <a:off x="4708942" y="1940851"/>
                    <a:ext cx="223284" cy="798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8">
                <p14:nvContentPartPr>
                  <p14:cNvPr id="109" name="Ink 108">
                    <a:extLst>
                      <a:ext uri="{FF2B5EF4-FFF2-40B4-BE49-F238E27FC236}">
                        <a16:creationId xmlns:a16="http://schemas.microsoft.com/office/drawing/2014/main" id="{C23E0A81-4249-49D0-A701-0EDC53A7DD95}"/>
                      </a:ext>
                    </a:extLst>
                  </p14:cNvPr>
                  <p14:cNvContentPartPr/>
                  <p14:nvPr/>
                </p14:nvContentPartPr>
                <p14:xfrm>
                  <a:off x="4886284" y="1995161"/>
                  <a:ext cx="185400" cy="124200"/>
                </p14:xfrm>
              </p:contentPart>
            </mc:Choice>
            <mc:Fallback xmlns="">
              <p:pic>
                <p:nvPicPr>
                  <p:cNvPr id="109" name="Ink 108">
                    <a:extLst>
                      <a:ext uri="{FF2B5EF4-FFF2-40B4-BE49-F238E27FC236}">
                        <a16:creationId xmlns:a16="http://schemas.microsoft.com/office/drawing/2014/main" id="{C23E0A81-4249-49D0-A701-0EDC53A7DD95}"/>
                      </a:ext>
                    </a:extLst>
                  </p:cNvPr>
                  <p:cNvPicPr/>
                  <p:nvPr/>
                </p:nvPicPr>
                <p:blipFill>
                  <a:blip r:embed="rId79"/>
                  <a:stretch>
                    <a:fillRect/>
                  </a:stretch>
                </p:blipFill>
                <p:spPr>
                  <a:xfrm>
                    <a:off x="4882819" y="1991249"/>
                    <a:ext cx="192331" cy="1320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0">
                <p14:nvContentPartPr>
                  <p14:cNvPr id="110" name="Ink 109">
                    <a:extLst>
                      <a:ext uri="{FF2B5EF4-FFF2-40B4-BE49-F238E27FC236}">
                        <a16:creationId xmlns:a16="http://schemas.microsoft.com/office/drawing/2014/main" id="{3635F635-3446-420F-9139-26D8BA1A3F96}"/>
                      </a:ext>
                    </a:extLst>
                  </p14:cNvPr>
                  <p14:cNvContentPartPr/>
                  <p14:nvPr/>
                </p14:nvContentPartPr>
                <p14:xfrm>
                  <a:off x="5064844" y="2107121"/>
                  <a:ext cx="279720" cy="329040"/>
                </p14:xfrm>
              </p:contentPart>
            </mc:Choice>
            <mc:Fallback xmlns="">
              <p:pic>
                <p:nvPicPr>
                  <p:cNvPr id="110" name="Ink 109">
                    <a:extLst>
                      <a:ext uri="{FF2B5EF4-FFF2-40B4-BE49-F238E27FC236}">
                        <a16:creationId xmlns:a16="http://schemas.microsoft.com/office/drawing/2014/main" id="{3635F635-3446-420F-9139-26D8BA1A3F96}"/>
                      </a:ext>
                    </a:extLst>
                  </p:cNvPr>
                  <p:cNvPicPr/>
                  <p:nvPr/>
                </p:nvPicPr>
                <p:blipFill>
                  <a:blip r:embed="rId81"/>
                  <a:stretch>
                    <a:fillRect/>
                  </a:stretch>
                </p:blipFill>
                <p:spPr>
                  <a:xfrm>
                    <a:off x="5061384" y="2103215"/>
                    <a:ext cx="286641" cy="33685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2">
                <p14:nvContentPartPr>
                  <p14:cNvPr id="112" name="Ink 111">
                    <a:extLst>
                      <a:ext uri="{FF2B5EF4-FFF2-40B4-BE49-F238E27FC236}">
                        <a16:creationId xmlns:a16="http://schemas.microsoft.com/office/drawing/2014/main" id="{DEF2C3F9-967F-4C64-806B-0DC3325878BC}"/>
                      </a:ext>
                    </a:extLst>
                  </p14:cNvPr>
                  <p14:cNvContentPartPr/>
                  <p14:nvPr/>
                </p14:nvContentPartPr>
                <p14:xfrm>
                  <a:off x="5341961" y="2433469"/>
                  <a:ext cx="88200" cy="377280"/>
                </p14:xfrm>
              </p:contentPart>
            </mc:Choice>
            <mc:Fallback xmlns="">
              <p:pic>
                <p:nvPicPr>
                  <p:cNvPr id="112" name="Ink 111">
                    <a:extLst>
                      <a:ext uri="{FF2B5EF4-FFF2-40B4-BE49-F238E27FC236}">
                        <a16:creationId xmlns:a16="http://schemas.microsoft.com/office/drawing/2014/main" id="{DEF2C3F9-967F-4C64-806B-0DC3325878BC}"/>
                      </a:ext>
                    </a:extLst>
                  </p:cNvPr>
                  <p:cNvPicPr/>
                  <p:nvPr/>
                </p:nvPicPr>
                <p:blipFill>
                  <a:blip r:embed="rId83"/>
                  <a:stretch>
                    <a:fillRect/>
                  </a:stretch>
                </p:blipFill>
                <p:spPr>
                  <a:xfrm>
                    <a:off x="5338502" y="2429563"/>
                    <a:ext cx="95118" cy="3850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4">
                <p14:nvContentPartPr>
                  <p14:cNvPr id="113" name="Ink 112">
                    <a:extLst>
                      <a:ext uri="{FF2B5EF4-FFF2-40B4-BE49-F238E27FC236}">
                        <a16:creationId xmlns:a16="http://schemas.microsoft.com/office/drawing/2014/main" id="{EA5A00A3-1637-4626-8DA0-A9A7E5BD35FE}"/>
                      </a:ext>
                    </a:extLst>
                  </p14:cNvPr>
                  <p14:cNvContentPartPr/>
                  <p14:nvPr/>
                </p14:nvContentPartPr>
                <p14:xfrm>
                  <a:off x="5425841" y="2809669"/>
                  <a:ext cx="33120" cy="397440"/>
                </p14:xfrm>
              </p:contentPart>
            </mc:Choice>
            <mc:Fallback xmlns="">
              <p:pic>
                <p:nvPicPr>
                  <p:cNvPr id="113" name="Ink 112">
                    <a:extLst>
                      <a:ext uri="{FF2B5EF4-FFF2-40B4-BE49-F238E27FC236}">
                        <a16:creationId xmlns:a16="http://schemas.microsoft.com/office/drawing/2014/main" id="{EA5A00A3-1637-4626-8DA0-A9A7E5BD35FE}"/>
                      </a:ext>
                    </a:extLst>
                  </p:cNvPr>
                  <p:cNvPicPr/>
                  <p:nvPr/>
                </p:nvPicPr>
                <p:blipFill>
                  <a:blip r:embed="rId85"/>
                  <a:stretch>
                    <a:fillRect/>
                  </a:stretch>
                </p:blipFill>
                <p:spPr>
                  <a:xfrm>
                    <a:off x="5422355" y="2805763"/>
                    <a:ext cx="40093" cy="4052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6">
                <p14:nvContentPartPr>
                  <p14:cNvPr id="114" name="Ink 113">
                    <a:extLst>
                      <a:ext uri="{FF2B5EF4-FFF2-40B4-BE49-F238E27FC236}">
                        <a16:creationId xmlns:a16="http://schemas.microsoft.com/office/drawing/2014/main" id="{67FFC763-600C-454B-B445-5382368C3620}"/>
                      </a:ext>
                    </a:extLst>
                  </p14:cNvPr>
                  <p14:cNvContentPartPr/>
                  <p14:nvPr/>
                </p14:nvContentPartPr>
                <p14:xfrm>
                  <a:off x="5450321" y="3207469"/>
                  <a:ext cx="38880" cy="473040"/>
                </p14:xfrm>
              </p:contentPart>
            </mc:Choice>
            <mc:Fallback xmlns="">
              <p:pic>
                <p:nvPicPr>
                  <p:cNvPr id="114" name="Ink 113">
                    <a:extLst>
                      <a:ext uri="{FF2B5EF4-FFF2-40B4-BE49-F238E27FC236}">
                        <a16:creationId xmlns:a16="http://schemas.microsoft.com/office/drawing/2014/main" id="{67FFC763-600C-454B-B445-5382368C3620}"/>
                      </a:ext>
                    </a:extLst>
                  </p:cNvPr>
                  <p:cNvPicPr/>
                  <p:nvPr/>
                </p:nvPicPr>
                <p:blipFill>
                  <a:blip r:embed="rId87"/>
                  <a:stretch>
                    <a:fillRect/>
                  </a:stretch>
                </p:blipFill>
                <p:spPr>
                  <a:xfrm>
                    <a:off x="5446839" y="3203565"/>
                    <a:ext cx="45844" cy="4808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8">
                <p14:nvContentPartPr>
                  <p14:cNvPr id="115" name="Ink 114">
                    <a:extLst>
                      <a:ext uri="{FF2B5EF4-FFF2-40B4-BE49-F238E27FC236}">
                        <a16:creationId xmlns:a16="http://schemas.microsoft.com/office/drawing/2014/main" id="{35EFC164-18DC-408D-9D9C-EEF94CBE81C0}"/>
                      </a:ext>
                    </a:extLst>
                  </p14:cNvPr>
                  <p14:cNvContentPartPr/>
                  <p14:nvPr/>
                </p14:nvContentPartPr>
                <p14:xfrm>
                  <a:off x="5488481" y="3654859"/>
                  <a:ext cx="61200" cy="777960"/>
                </p14:xfrm>
              </p:contentPart>
            </mc:Choice>
            <mc:Fallback xmlns="">
              <p:pic>
                <p:nvPicPr>
                  <p:cNvPr id="115" name="Ink 114">
                    <a:extLst>
                      <a:ext uri="{FF2B5EF4-FFF2-40B4-BE49-F238E27FC236}">
                        <a16:creationId xmlns:a16="http://schemas.microsoft.com/office/drawing/2014/main" id="{35EFC164-18DC-408D-9D9C-EEF94CBE81C0}"/>
                      </a:ext>
                    </a:extLst>
                  </p:cNvPr>
                  <p:cNvPicPr/>
                  <p:nvPr/>
                </p:nvPicPr>
                <p:blipFill>
                  <a:blip r:embed="rId89"/>
                  <a:stretch>
                    <a:fillRect/>
                  </a:stretch>
                </p:blipFill>
                <p:spPr>
                  <a:xfrm>
                    <a:off x="5485017" y="3650955"/>
                    <a:ext cx="68128" cy="7857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">
                <p14:nvContentPartPr>
                  <p14:cNvPr id="117" name="Ink 116">
                    <a:extLst>
                      <a:ext uri="{FF2B5EF4-FFF2-40B4-BE49-F238E27FC236}">
                        <a16:creationId xmlns:a16="http://schemas.microsoft.com/office/drawing/2014/main" id="{28A4BAA5-4DC6-497E-9BA2-CFAC0688A4A9}"/>
                      </a:ext>
                    </a:extLst>
                  </p14:cNvPr>
                  <p14:cNvContentPartPr/>
                  <p14:nvPr/>
                </p14:nvContentPartPr>
                <p14:xfrm>
                  <a:off x="5541041" y="4412209"/>
                  <a:ext cx="57960" cy="693360"/>
                </p14:xfrm>
              </p:contentPart>
            </mc:Choice>
            <mc:Fallback xmlns="">
              <p:pic>
                <p:nvPicPr>
                  <p:cNvPr id="117" name="Ink 116">
                    <a:extLst>
                      <a:ext uri="{FF2B5EF4-FFF2-40B4-BE49-F238E27FC236}">
                        <a16:creationId xmlns:a16="http://schemas.microsoft.com/office/drawing/2014/main" id="{28A4BAA5-4DC6-497E-9BA2-CFAC0688A4A9}"/>
                      </a:ext>
                    </a:extLst>
                  </p:cNvPr>
                  <p:cNvPicPr/>
                  <p:nvPr/>
                </p:nvPicPr>
                <p:blipFill>
                  <a:blip r:embed="rId91"/>
                  <a:stretch>
                    <a:fillRect/>
                  </a:stretch>
                </p:blipFill>
                <p:spPr>
                  <a:xfrm>
                    <a:off x="5537581" y="4408305"/>
                    <a:ext cx="64881" cy="7011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121" name="Ink 120">
                    <a:extLst>
                      <a:ext uri="{FF2B5EF4-FFF2-40B4-BE49-F238E27FC236}">
                        <a16:creationId xmlns:a16="http://schemas.microsoft.com/office/drawing/2014/main" id="{928E0923-D8A1-4531-A18E-93A030264DDF}"/>
                      </a:ext>
                    </a:extLst>
                  </p14:cNvPr>
                  <p14:cNvContentPartPr/>
                  <p14:nvPr/>
                </p14:nvContentPartPr>
                <p14:xfrm>
                  <a:off x="5339801" y="5098189"/>
                  <a:ext cx="251640" cy="485280"/>
                </p14:xfrm>
              </p:contentPart>
            </mc:Choice>
            <mc:Fallback xmlns="">
              <p:pic>
                <p:nvPicPr>
                  <p:cNvPr id="121" name="Ink 120">
                    <a:extLst>
                      <a:ext uri="{FF2B5EF4-FFF2-40B4-BE49-F238E27FC236}">
                        <a16:creationId xmlns:a16="http://schemas.microsoft.com/office/drawing/2014/main" id="{928E0923-D8A1-4531-A18E-93A030264DDF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5336334" y="5094286"/>
                    <a:ext cx="258574" cy="49308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122" name="Ink 121">
                    <a:extLst>
                      <a:ext uri="{FF2B5EF4-FFF2-40B4-BE49-F238E27FC236}">
                        <a16:creationId xmlns:a16="http://schemas.microsoft.com/office/drawing/2014/main" id="{94E359DA-A59B-43EA-B904-7A4657B81B50}"/>
                      </a:ext>
                    </a:extLst>
                  </p14:cNvPr>
                  <p14:cNvContentPartPr/>
                  <p14:nvPr/>
                </p14:nvContentPartPr>
                <p14:xfrm>
                  <a:off x="5304161" y="5564749"/>
                  <a:ext cx="44280" cy="32400"/>
                </p14:xfrm>
              </p:contentPart>
            </mc:Choice>
            <mc:Fallback xmlns="">
              <p:pic>
                <p:nvPicPr>
                  <p:cNvPr id="122" name="Ink 121">
                    <a:extLst>
                      <a:ext uri="{FF2B5EF4-FFF2-40B4-BE49-F238E27FC236}">
                        <a16:creationId xmlns:a16="http://schemas.microsoft.com/office/drawing/2014/main" id="{94E359DA-A59B-43EA-B904-7A4657B81B50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5300688" y="5560822"/>
                    <a:ext cx="51226" cy="402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123" name="Ink 122">
                    <a:extLst>
                      <a:ext uri="{FF2B5EF4-FFF2-40B4-BE49-F238E27FC236}">
                        <a16:creationId xmlns:a16="http://schemas.microsoft.com/office/drawing/2014/main" id="{6EBD961C-78DF-4E6F-8772-5BC59C355957}"/>
                      </a:ext>
                    </a:extLst>
                  </p14:cNvPr>
                  <p14:cNvContentPartPr/>
                  <p14:nvPr/>
                </p14:nvContentPartPr>
                <p14:xfrm>
                  <a:off x="5121641" y="5567269"/>
                  <a:ext cx="226800" cy="136080"/>
                </p14:xfrm>
              </p:contentPart>
            </mc:Choice>
            <mc:Fallback xmlns="">
              <p:pic>
                <p:nvPicPr>
                  <p:cNvPr id="123" name="Ink 122">
                    <a:extLst>
                      <a:ext uri="{FF2B5EF4-FFF2-40B4-BE49-F238E27FC236}">
                        <a16:creationId xmlns:a16="http://schemas.microsoft.com/office/drawing/2014/main" id="{6EBD961C-78DF-4E6F-8772-5BC59C355957}"/>
                      </a:ext>
                    </a:extLst>
                  </p:cNvPr>
                  <p:cNvPicPr/>
                  <p:nvPr/>
                </p:nvPicPr>
                <p:blipFill>
                  <a:blip r:embed="rId97"/>
                  <a:stretch>
                    <a:fillRect/>
                  </a:stretch>
                </p:blipFill>
                <p:spPr>
                  <a:xfrm>
                    <a:off x="5118178" y="5563362"/>
                    <a:ext cx="233725" cy="14389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8">
                <p14:nvContentPartPr>
                  <p14:cNvPr id="124" name="Ink 123">
                    <a:extLst>
                      <a:ext uri="{FF2B5EF4-FFF2-40B4-BE49-F238E27FC236}">
                        <a16:creationId xmlns:a16="http://schemas.microsoft.com/office/drawing/2014/main" id="{67D070FF-8B96-430B-BD8C-B027C960798E}"/>
                      </a:ext>
                    </a:extLst>
                  </p14:cNvPr>
                  <p14:cNvContentPartPr/>
                  <p14:nvPr/>
                </p14:nvContentPartPr>
                <p14:xfrm>
                  <a:off x="4951721" y="5698309"/>
                  <a:ext cx="167760" cy="36720"/>
                </p14:xfrm>
              </p:contentPart>
            </mc:Choice>
            <mc:Fallback xmlns="">
              <p:pic>
                <p:nvPicPr>
                  <p:cNvPr id="124" name="Ink 123">
                    <a:extLst>
                      <a:ext uri="{FF2B5EF4-FFF2-40B4-BE49-F238E27FC236}">
                        <a16:creationId xmlns:a16="http://schemas.microsoft.com/office/drawing/2014/main" id="{67D070FF-8B96-430B-BD8C-B027C960798E}"/>
                      </a:ext>
                    </a:extLst>
                  </p:cNvPr>
                  <p:cNvPicPr/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4948262" y="5694410"/>
                    <a:ext cx="174678" cy="445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127" name="Ink 126">
                    <a:extLst>
                      <a:ext uri="{FF2B5EF4-FFF2-40B4-BE49-F238E27FC236}">
                        <a16:creationId xmlns:a16="http://schemas.microsoft.com/office/drawing/2014/main" id="{A5129C87-3982-41F2-A265-6A8261D20846}"/>
                      </a:ext>
                    </a:extLst>
                  </p14:cNvPr>
                  <p14:cNvContentPartPr/>
                  <p14:nvPr/>
                </p14:nvContentPartPr>
                <p14:xfrm>
                  <a:off x="2580184" y="1952396"/>
                  <a:ext cx="267840" cy="125640"/>
                </p14:xfrm>
              </p:contentPart>
            </mc:Choice>
            <mc:Fallback xmlns="">
              <p:pic>
                <p:nvPicPr>
                  <p:cNvPr id="127" name="Ink 126">
                    <a:extLst>
                      <a:ext uri="{FF2B5EF4-FFF2-40B4-BE49-F238E27FC236}">
                        <a16:creationId xmlns:a16="http://schemas.microsoft.com/office/drawing/2014/main" id="{A5129C87-3982-41F2-A265-6A8261D20846}"/>
                      </a:ext>
                    </a:extLst>
                  </p:cNvPr>
                  <p:cNvPicPr/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2576721" y="1948490"/>
                    <a:ext cx="274767" cy="13345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128" name="Ink 127">
                    <a:extLst>
                      <a:ext uri="{FF2B5EF4-FFF2-40B4-BE49-F238E27FC236}">
                        <a16:creationId xmlns:a16="http://schemas.microsoft.com/office/drawing/2014/main" id="{CFF335C8-D5FA-4692-B715-650F3F13224C}"/>
                      </a:ext>
                    </a:extLst>
                  </p14:cNvPr>
                  <p14:cNvContentPartPr/>
                  <p14:nvPr/>
                </p14:nvContentPartPr>
                <p14:xfrm>
                  <a:off x="2563264" y="2071916"/>
                  <a:ext cx="18360" cy="1152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CFF335C8-D5FA-4692-B715-650F3F13224C}"/>
                      </a:ext>
                    </a:extLst>
                  </p:cNvPr>
                  <p:cNvPicPr/>
                  <p:nvPr/>
                </p:nvPicPr>
                <p:blipFill>
                  <a:blip r:embed="rId103"/>
                  <a:stretch>
                    <a:fillRect/>
                  </a:stretch>
                </p:blipFill>
                <p:spPr>
                  <a:xfrm>
                    <a:off x="2559767" y="2067966"/>
                    <a:ext cx="25354" cy="1941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4">
                <p14:nvContentPartPr>
                  <p14:cNvPr id="129" name="Ink 128">
                    <a:extLst>
                      <a:ext uri="{FF2B5EF4-FFF2-40B4-BE49-F238E27FC236}">
                        <a16:creationId xmlns:a16="http://schemas.microsoft.com/office/drawing/2014/main" id="{2C84B2B4-C80B-48C0-9600-4BD14907486E}"/>
                      </a:ext>
                    </a:extLst>
                  </p14:cNvPr>
                  <p14:cNvContentPartPr/>
                  <p14:nvPr/>
                </p14:nvContentPartPr>
                <p14:xfrm>
                  <a:off x="2419984" y="2078756"/>
                  <a:ext cx="159120" cy="134280"/>
                </p14:xfrm>
              </p:contentPart>
            </mc:Choice>
            <mc:Fallback xmlns="">
              <p:pic>
                <p:nvPicPr>
                  <p:cNvPr id="129" name="Ink 128">
                    <a:extLst>
                      <a:ext uri="{FF2B5EF4-FFF2-40B4-BE49-F238E27FC236}">
                        <a16:creationId xmlns:a16="http://schemas.microsoft.com/office/drawing/2014/main" id="{2C84B2B4-C80B-48C0-9600-4BD14907486E}"/>
                      </a:ext>
                    </a:extLst>
                  </p:cNvPr>
                  <p:cNvPicPr/>
                  <p:nvPr/>
                </p:nvPicPr>
                <p:blipFill>
                  <a:blip r:embed="rId105"/>
                  <a:stretch>
                    <a:fillRect/>
                  </a:stretch>
                </p:blipFill>
                <p:spPr>
                  <a:xfrm>
                    <a:off x="2416519" y="2074845"/>
                    <a:ext cx="166051" cy="1421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6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739C214B-5468-4B0F-9777-E6B722DFAA92}"/>
                      </a:ext>
                    </a:extLst>
                  </p14:cNvPr>
                  <p14:cNvContentPartPr/>
                  <p14:nvPr/>
                </p14:nvContentPartPr>
                <p14:xfrm>
                  <a:off x="2206144" y="2211956"/>
                  <a:ext cx="213120" cy="34092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739C214B-5468-4B0F-9777-E6B722DFAA92}"/>
                      </a:ext>
                    </a:extLst>
                  </p:cNvPr>
                  <p:cNvPicPr/>
                  <p:nvPr/>
                </p:nvPicPr>
                <p:blipFill>
                  <a:blip r:embed="rId107"/>
                  <a:stretch>
                    <a:fillRect/>
                  </a:stretch>
                </p:blipFill>
                <p:spPr>
                  <a:xfrm>
                    <a:off x="2202683" y="2208049"/>
                    <a:ext cx="220041" cy="34873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8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CE85B761-A3ED-4EF9-A499-5D80A452275D}"/>
                      </a:ext>
                    </a:extLst>
                  </p14:cNvPr>
                  <p14:cNvContentPartPr/>
                  <p14:nvPr/>
                </p14:nvContentPartPr>
                <p14:xfrm>
                  <a:off x="2174464" y="2539556"/>
                  <a:ext cx="37800" cy="243360"/>
                </p14:xfrm>
              </p:contentPart>
            </mc:Choice>
            <mc:Fallback xmlns=""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CE85B761-A3ED-4EF9-A499-5D80A452275D}"/>
                      </a:ext>
                    </a:extLst>
                  </p:cNvPr>
                  <p:cNvPicPr/>
                  <p:nvPr/>
                </p:nvPicPr>
                <p:blipFill>
                  <a:blip r:embed="rId109"/>
                  <a:stretch>
                    <a:fillRect/>
                  </a:stretch>
                </p:blipFill>
                <p:spPr>
                  <a:xfrm>
                    <a:off x="2171001" y="2535652"/>
                    <a:ext cx="44725" cy="2511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0">
                <p14:nvContentPartPr>
                  <p14:cNvPr id="133" name="Ink 132">
                    <a:extLst>
                      <a:ext uri="{FF2B5EF4-FFF2-40B4-BE49-F238E27FC236}">
                        <a16:creationId xmlns:a16="http://schemas.microsoft.com/office/drawing/2014/main" id="{92A24C11-B46C-4668-9F56-BB282FA164D2}"/>
                      </a:ext>
                    </a:extLst>
                  </p14:cNvPr>
                  <p14:cNvContentPartPr/>
                  <p14:nvPr/>
                </p14:nvContentPartPr>
                <p14:xfrm>
                  <a:off x="2147900" y="2774820"/>
                  <a:ext cx="24120" cy="248760"/>
                </p14:xfrm>
              </p:contentPart>
            </mc:Choice>
            <mc:Fallback xmlns="">
              <p:pic>
                <p:nvPicPr>
                  <p:cNvPr id="133" name="Ink 132">
                    <a:extLst>
                      <a:ext uri="{FF2B5EF4-FFF2-40B4-BE49-F238E27FC236}">
                        <a16:creationId xmlns:a16="http://schemas.microsoft.com/office/drawing/2014/main" id="{92A24C11-B46C-4668-9F56-BB282FA164D2}"/>
                      </a:ext>
                    </a:extLst>
                  </p:cNvPr>
                  <p:cNvPicPr/>
                  <p:nvPr/>
                </p:nvPicPr>
                <p:blipFill>
                  <a:blip r:embed="rId111"/>
                  <a:stretch>
                    <a:fillRect/>
                  </a:stretch>
                </p:blipFill>
                <p:spPr>
                  <a:xfrm>
                    <a:off x="2144413" y="2770918"/>
                    <a:ext cx="31094" cy="25656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2">
                <p14:nvContentPartPr>
                  <p14:cNvPr id="134" name="Ink 133">
                    <a:extLst>
                      <a:ext uri="{FF2B5EF4-FFF2-40B4-BE49-F238E27FC236}">
                        <a16:creationId xmlns:a16="http://schemas.microsoft.com/office/drawing/2014/main" id="{4698328A-B5BD-47CB-B59E-F573775C3382}"/>
                      </a:ext>
                    </a:extLst>
                  </p14:cNvPr>
                  <p14:cNvContentPartPr/>
                  <p14:nvPr/>
                </p14:nvContentPartPr>
                <p14:xfrm>
                  <a:off x="2116940" y="3019260"/>
                  <a:ext cx="29520" cy="349200"/>
                </p14:xfrm>
              </p:contentPart>
            </mc:Choice>
            <mc:Fallback xmlns="">
              <p:pic>
                <p:nvPicPr>
                  <p:cNvPr id="134" name="Ink 133">
                    <a:extLst>
                      <a:ext uri="{FF2B5EF4-FFF2-40B4-BE49-F238E27FC236}">
                        <a16:creationId xmlns:a16="http://schemas.microsoft.com/office/drawing/2014/main" id="{4698328A-B5BD-47CB-B59E-F573775C3382}"/>
                      </a:ext>
                    </a:extLst>
                  </p:cNvPr>
                  <p:cNvPicPr/>
                  <p:nvPr/>
                </p:nvPicPr>
                <p:blipFill>
                  <a:blip r:embed="rId113"/>
                  <a:stretch>
                    <a:fillRect/>
                  </a:stretch>
                </p:blipFill>
                <p:spPr>
                  <a:xfrm>
                    <a:off x="2113467" y="3015355"/>
                    <a:ext cx="36466" cy="3570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4">
                <p14:nvContentPartPr>
                  <p14:cNvPr id="135" name="Ink 134">
                    <a:extLst>
                      <a:ext uri="{FF2B5EF4-FFF2-40B4-BE49-F238E27FC236}">
                        <a16:creationId xmlns:a16="http://schemas.microsoft.com/office/drawing/2014/main" id="{5A97D2F2-0FF6-4EA3-8AE2-B130D12A4A14}"/>
                      </a:ext>
                    </a:extLst>
                  </p14:cNvPr>
                  <p14:cNvContentPartPr/>
                  <p14:nvPr/>
                </p14:nvContentPartPr>
                <p14:xfrm>
                  <a:off x="2079140" y="3359100"/>
                  <a:ext cx="38520" cy="297720"/>
                </p14:xfrm>
              </p:contentPart>
            </mc:Choice>
            <mc:Fallback xmlns="">
              <p:pic>
                <p:nvPicPr>
                  <p:cNvPr id="135" name="Ink 134">
                    <a:extLst>
                      <a:ext uri="{FF2B5EF4-FFF2-40B4-BE49-F238E27FC236}">
                        <a16:creationId xmlns:a16="http://schemas.microsoft.com/office/drawing/2014/main" id="{5A97D2F2-0FF6-4EA3-8AE2-B130D12A4A14}"/>
                      </a:ext>
                    </a:extLst>
                  </p:cNvPr>
                  <p:cNvPicPr/>
                  <p:nvPr/>
                </p:nvPicPr>
                <p:blipFill>
                  <a:blip r:embed="rId115"/>
                  <a:stretch>
                    <a:fillRect/>
                  </a:stretch>
                </p:blipFill>
                <p:spPr>
                  <a:xfrm>
                    <a:off x="2075690" y="3355195"/>
                    <a:ext cx="45419" cy="3055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6">
                <p14:nvContentPartPr>
                  <p14:cNvPr id="145" name="Ink 144">
                    <a:extLst>
                      <a:ext uri="{FF2B5EF4-FFF2-40B4-BE49-F238E27FC236}">
                        <a16:creationId xmlns:a16="http://schemas.microsoft.com/office/drawing/2014/main" id="{6501ADB7-BB98-408E-BC91-0A59B0F9D45F}"/>
                      </a:ext>
                    </a:extLst>
                  </p14:cNvPr>
                  <p14:cNvContentPartPr/>
                  <p14:nvPr/>
                </p14:nvContentPartPr>
                <p14:xfrm>
                  <a:off x="2065100" y="3638460"/>
                  <a:ext cx="15120" cy="406800"/>
                </p14:xfrm>
              </p:contentPart>
            </mc:Choice>
            <mc:Fallback xmlns="">
              <p:pic>
                <p:nvPicPr>
                  <p:cNvPr id="145" name="Ink 144">
                    <a:extLst>
                      <a:ext uri="{FF2B5EF4-FFF2-40B4-BE49-F238E27FC236}">
                        <a16:creationId xmlns:a16="http://schemas.microsoft.com/office/drawing/2014/main" id="{6501ADB7-BB98-408E-BC91-0A59B0F9D45F}"/>
                      </a:ext>
                    </a:extLst>
                  </p:cNvPr>
                  <p:cNvPicPr/>
                  <p:nvPr/>
                </p:nvPicPr>
                <p:blipFill>
                  <a:blip r:embed="rId117"/>
                  <a:stretch>
                    <a:fillRect/>
                  </a:stretch>
                </p:blipFill>
                <p:spPr>
                  <a:xfrm>
                    <a:off x="2061611" y="3634555"/>
                    <a:ext cx="22098" cy="4146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8">
                <p14:nvContentPartPr>
                  <p14:cNvPr id="146" name="Ink 145">
                    <a:extLst>
                      <a:ext uri="{FF2B5EF4-FFF2-40B4-BE49-F238E27FC236}">
                        <a16:creationId xmlns:a16="http://schemas.microsoft.com/office/drawing/2014/main" id="{465A5522-0AC8-4C6A-A8DE-60F3510DC5C6}"/>
                      </a:ext>
                    </a:extLst>
                  </p14:cNvPr>
                  <p14:cNvContentPartPr/>
                  <p14:nvPr/>
                </p14:nvContentPartPr>
                <p14:xfrm>
                  <a:off x="2005700" y="4035180"/>
                  <a:ext cx="58320" cy="509760"/>
                </p14:xfrm>
              </p:contentPart>
            </mc:Choice>
            <mc:Fallback xmlns="">
              <p:pic>
                <p:nvPicPr>
                  <p:cNvPr id="146" name="Ink 145">
                    <a:extLst>
                      <a:ext uri="{FF2B5EF4-FFF2-40B4-BE49-F238E27FC236}">
                        <a16:creationId xmlns:a16="http://schemas.microsoft.com/office/drawing/2014/main" id="{465A5522-0AC8-4C6A-A8DE-60F3510DC5C6}"/>
                      </a:ext>
                    </a:extLst>
                  </p:cNvPr>
                  <p:cNvPicPr/>
                  <p:nvPr/>
                </p:nvPicPr>
                <p:blipFill>
                  <a:blip r:embed="rId119"/>
                  <a:stretch>
                    <a:fillRect/>
                  </a:stretch>
                </p:blipFill>
                <p:spPr>
                  <a:xfrm>
                    <a:off x="2002235" y="4031276"/>
                    <a:ext cx="65249" cy="51756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0">
                <p14:nvContentPartPr>
                  <p14:cNvPr id="147" name="Ink 146">
                    <a:extLst>
                      <a:ext uri="{FF2B5EF4-FFF2-40B4-BE49-F238E27FC236}">
                        <a16:creationId xmlns:a16="http://schemas.microsoft.com/office/drawing/2014/main" id="{4776E341-0D1E-4856-88FF-0F2295FBC651}"/>
                      </a:ext>
                    </a:extLst>
                  </p14:cNvPr>
                  <p14:cNvContentPartPr/>
                  <p14:nvPr/>
                </p14:nvContentPartPr>
                <p14:xfrm>
                  <a:off x="1963940" y="4533540"/>
                  <a:ext cx="42840" cy="473760"/>
                </p14:xfrm>
              </p:contentPart>
            </mc:Choice>
            <mc:Fallback xmlns="">
              <p:pic>
                <p:nvPicPr>
                  <p:cNvPr id="147" name="Ink 146">
                    <a:extLst>
                      <a:ext uri="{FF2B5EF4-FFF2-40B4-BE49-F238E27FC236}">
                        <a16:creationId xmlns:a16="http://schemas.microsoft.com/office/drawing/2014/main" id="{4776E341-0D1E-4856-88FF-0F2295FBC651}"/>
                      </a:ext>
                    </a:extLst>
                  </p:cNvPr>
                  <p:cNvPicPr/>
                  <p:nvPr/>
                </p:nvPicPr>
                <p:blipFill>
                  <a:blip r:embed="rId121"/>
                  <a:stretch>
                    <a:fillRect/>
                  </a:stretch>
                </p:blipFill>
                <p:spPr>
                  <a:xfrm>
                    <a:off x="1960490" y="4529635"/>
                    <a:ext cx="49740" cy="48156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2">
                <p14:nvContentPartPr>
                  <p14:cNvPr id="153" name="Ink 152">
                    <a:extLst>
                      <a:ext uri="{FF2B5EF4-FFF2-40B4-BE49-F238E27FC236}">
                        <a16:creationId xmlns:a16="http://schemas.microsoft.com/office/drawing/2014/main" id="{59EB29BB-83A5-4C85-A3A3-1348B3A82C7E}"/>
                      </a:ext>
                    </a:extLst>
                  </p14:cNvPr>
                  <p14:cNvContentPartPr/>
                  <p14:nvPr/>
                </p14:nvContentPartPr>
                <p14:xfrm>
                  <a:off x="1962860" y="4990740"/>
                  <a:ext cx="42480" cy="189720"/>
                </p14:xfrm>
              </p:contentPart>
            </mc:Choice>
            <mc:Fallback xmlns="">
              <p:pic>
                <p:nvPicPr>
                  <p:cNvPr id="153" name="Ink 152">
                    <a:extLst>
                      <a:ext uri="{FF2B5EF4-FFF2-40B4-BE49-F238E27FC236}">
                        <a16:creationId xmlns:a16="http://schemas.microsoft.com/office/drawing/2014/main" id="{59EB29BB-83A5-4C85-A3A3-1348B3A82C7E}"/>
                      </a:ext>
                    </a:extLst>
                  </p:cNvPr>
                  <p:cNvPicPr/>
                  <p:nvPr/>
                </p:nvPicPr>
                <p:blipFill>
                  <a:blip r:embed="rId123"/>
                  <a:stretch>
                    <a:fillRect/>
                  </a:stretch>
                </p:blipFill>
                <p:spPr>
                  <a:xfrm>
                    <a:off x="1959416" y="4986835"/>
                    <a:ext cx="49369" cy="1975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4">
                <p14:nvContentPartPr>
                  <p14:cNvPr id="154" name="Ink 153">
                    <a:extLst>
                      <a:ext uri="{FF2B5EF4-FFF2-40B4-BE49-F238E27FC236}">
                        <a16:creationId xmlns:a16="http://schemas.microsoft.com/office/drawing/2014/main" id="{D61ECA26-59A1-4E57-8611-CF9490B7E4E9}"/>
                      </a:ext>
                    </a:extLst>
                  </p14:cNvPr>
                  <p14:cNvContentPartPr/>
                  <p14:nvPr/>
                </p14:nvContentPartPr>
                <p14:xfrm>
                  <a:off x="1994900" y="5165700"/>
                  <a:ext cx="24480" cy="91800"/>
                </p14:xfrm>
              </p:contentPart>
            </mc:Choice>
            <mc:Fallback xmlns="">
              <p:pic>
                <p:nvPicPr>
                  <p:cNvPr id="154" name="Ink 153">
                    <a:extLst>
                      <a:ext uri="{FF2B5EF4-FFF2-40B4-BE49-F238E27FC236}">
                        <a16:creationId xmlns:a16="http://schemas.microsoft.com/office/drawing/2014/main" id="{D61ECA26-59A1-4E57-8611-CF9490B7E4E9}"/>
                      </a:ext>
                    </a:extLst>
                  </p:cNvPr>
                  <p:cNvPicPr/>
                  <p:nvPr/>
                </p:nvPicPr>
                <p:blipFill>
                  <a:blip r:embed="rId125"/>
                  <a:stretch>
                    <a:fillRect/>
                  </a:stretch>
                </p:blipFill>
                <p:spPr>
                  <a:xfrm>
                    <a:off x="1991444" y="5161794"/>
                    <a:ext cx="31392" cy="99613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DEA6ABFB-4939-47A0-9E42-8DBCD125AEC4}"/>
                  </a:ext>
                </a:extLst>
              </p:cNvPr>
              <p:cNvGrpSpPr/>
              <p:nvPr/>
            </p:nvGrpSpPr>
            <p:grpSpPr>
              <a:xfrm>
                <a:off x="2019020" y="5238540"/>
                <a:ext cx="441000" cy="436680"/>
                <a:chOff x="2019020" y="5238540"/>
                <a:chExt cx="441000" cy="43668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26">
                  <p14:nvContentPartPr>
                    <p14:cNvPr id="157" name="Ink 156">
                      <a:extLst>
                        <a:ext uri="{FF2B5EF4-FFF2-40B4-BE49-F238E27FC236}">
                          <a16:creationId xmlns:a16="http://schemas.microsoft.com/office/drawing/2014/main" id="{AAAD8C56-29EE-4463-B6DE-18871EA9C50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019020" y="5238540"/>
                    <a:ext cx="32760" cy="59760"/>
                  </p14:xfrm>
                </p:contentPart>
              </mc:Choice>
              <mc:Fallback xmlns="">
                <p:pic>
                  <p:nvPicPr>
                    <p:cNvPr id="157" name="Ink 156">
                      <a:extLst>
                        <a:ext uri="{FF2B5EF4-FFF2-40B4-BE49-F238E27FC236}">
                          <a16:creationId xmlns:a16="http://schemas.microsoft.com/office/drawing/2014/main" id="{AAAD8C56-29EE-4463-B6DE-18871EA9C507}"/>
                        </a:ext>
                      </a:extLst>
                    </p:cNvPr>
                    <p:cNvPicPr/>
                    <p:nvPr/>
                  </p:nvPicPr>
                  <p:blipFill>
                    <a:blip r:embed="rId127"/>
                    <a:stretch>
                      <a:fillRect/>
                    </a:stretch>
                  </p:blipFill>
                  <p:spPr>
                    <a:xfrm>
                      <a:off x="2015572" y="5234643"/>
                      <a:ext cx="39657" cy="6755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8">
                  <p14:nvContentPartPr>
                    <p14:cNvPr id="158" name="Ink 157">
                      <a:extLst>
                        <a:ext uri="{FF2B5EF4-FFF2-40B4-BE49-F238E27FC236}">
                          <a16:creationId xmlns:a16="http://schemas.microsoft.com/office/drawing/2014/main" id="{2F1CC24D-25CD-4940-A371-FEBE648E37B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031620" y="5286060"/>
                    <a:ext cx="82800" cy="130680"/>
                  </p14:xfrm>
                </p:contentPart>
              </mc:Choice>
              <mc:Fallback xmlns="">
                <p:pic>
                  <p:nvPicPr>
                    <p:cNvPr id="158" name="Ink 157">
                      <a:extLst>
                        <a:ext uri="{FF2B5EF4-FFF2-40B4-BE49-F238E27FC236}">
                          <a16:creationId xmlns:a16="http://schemas.microsoft.com/office/drawing/2014/main" id="{2F1CC24D-25CD-4940-A371-FEBE648E37B8}"/>
                        </a:ext>
                      </a:extLst>
                    </p:cNvPr>
                    <p:cNvPicPr/>
                    <p:nvPr/>
                  </p:nvPicPr>
                  <p:blipFill>
                    <a:blip r:embed="rId129"/>
                    <a:stretch>
                      <a:fillRect/>
                    </a:stretch>
                  </p:blipFill>
                  <p:spPr>
                    <a:xfrm>
                      <a:off x="2028158" y="5282159"/>
                      <a:ext cx="89724" cy="13848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0">
                  <p14:nvContentPartPr>
                    <p14:cNvPr id="160" name="Ink 159">
                      <a:extLst>
                        <a:ext uri="{FF2B5EF4-FFF2-40B4-BE49-F238E27FC236}">
                          <a16:creationId xmlns:a16="http://schemas.microsoft.com/office/drawing/2014/main" id="{6DAA30F7-7D9B-414A-9ED8-8E87E07C2ED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114420" y="5419620"/>
                    <a:ext cx="73800" cy="84960"/>
                  </p14:xfrm>
                </p:contentPart>
              </mc:Choice>
              <mc:Fallback xmlns="">
                <p:pic>
                  <p:nvPicPr>
                    <p:cNvPr id="160" name="Ink 159">
                      <a:extLst>
                        <a:ext uri="{FF2B5EF4-FFF2-40B4-BE49-F238E27FC236}">
                          <a16:creationId xmlns:a16="http://schemas.microsoft.com/office/drawing/2014/main" id="{6DAA30F7-7D9B-414A-9ED8-8E87E07C2EDC}"/>
                        </a:ext>
                      </a:extLst>
                    </p:cNvPr>
                    <p:cNvPicPr/>
                    <p:nvPr/>
                  </p:nvPicPr>
                  <p:blipFill>
                    <a:blip r:embed="rId131"/>
                    <a:stretch>
                      <a:fillRect/>
                    </a:stretch>
                  </p:blipFill>
                  <p:spPr>
                    <a:xfrm>
                      <a:off x="2110947" y="5415714"/>
                      <a:ext cx="80746" cy="92772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32">
                  <p14:nvContentPartPr>
                    <p14:cNvPr id="162" name="Ink 161">
                      <a:extLst>
                        <a:ext uri="{FF2B5EF4-FFF2-40B4-BE49-F238E27FC236}">
                          <a16:creationId xmlns:a16="http://schemas.microsoft.com/office/drawing/2014/main" id="{DCD82233-85DD-4D15-B5A2-36A27C96382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2184980" y="5502060"/>
                    <a:ext cx="275040" cy="173160"/>
                  </p14:xfrm>
                </p:contentPart>
              </mc:Choice>
              <mc:Fallback xmlns="">
                <p:pic>
                  <p:nvPicPr>
                    <p:cNvPr id="162" name="Ink 161">
                      <a:extLst>
                        <a:ext uri="{FF2B5EF4-FFF2-40B4-BE49-F238E27FC236}">
                          <a16:creationId xmlns:a16="http://schemas.microsoft.com/office/drawing/2014/main" id="{DCD82233-85DD-4D15-B5A2-36A27C96382F}"/>
                        </a:ext>
                      </a:extLst>
                    </p:cNvPr>
                    <p:cNvPicPr/>
                    <p:nvPr/>
                  </p:nvPicPr>
                  <p:blipFill>
                    <a:blip r:embed="rId133"/>
                    <a:stretch>
                      <a:fillRect/>
                    </a:stretch>
                  </p:blipFill>
                  <p:spPr>
                    <a:xfrm>
                      <a:off x="2181517" y="5498161"/>
                      <a:ext cx="281967" cy="180957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34">
                <p14:nvContentPartPr>
                  <p14:cNvPr id="164" name="Ink 163">
                    <a:extLst>
                      <a:ext uri="{FF2B5EF4-FFF2-40B4-BE49-F238E27FC236}">
                        <a16:creationId xmlns:a16="http://schemas.microsoft.com/office/drawing/2014/main" id="{AD17ED72-700F-4E90-80D4-C06262A145F2}"/>
                      </a:ext>
                    </a:extLst>
                  </p14:cNvPr>
                  <p14:cNvContentPartPr/>
                  <p14:nvPr/>
                </p14:nvContentPartPr>
                <p14:xfrm>
                  <a:off x="2447780" y="5667300"/>
                  <a:ext cx="190080" cy="55800"/>
                </p14:xfrm>
              </p:contentPart>
            </mc:Choice>
            <mc:Fallback xmlns="">
              <p:pic>
                <p:nvPicPr>
                  <p:cNvPr id="164" name="Ink 163">
                    <a:extLst>
                      <a:ext uri="{FF2B5EF4-FFF2-40B4-BE49-F238E27FC236}">
                        <a16:creationId xmlns:a16="http://schemas.microsoft.com/office/drawing/2014/main" id="{AD17ED72-700F-4E90-80D4-C06262A145F2}"/>
                      </a:ext>
                    </a:extLst>
                  </p:cNvPr>
                  <p:cNvPicPr/>
                  <p:nvPr/>
                </p:nvPicPr>
                <p:blipFill>
                  <a:blip r:embed="rId135"/>
                  <a:stretch>
                    <a:fillRect/>
                  </a:stretch>
                </p:blipFill>
                <p:spPr>
                  <a:xfrm>
                    <a:off x="2444313" y="5663384"/>
                    <a:ext cx="197013" cy="636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6">
                <p14:nvContentPartPr>
                  <p14:cNvPr id="166" name="Ink 165">
                    <a:extLst>
                      <a:ext uri="{FF2B5EF4-FFF2-40B4-BE49-F238E27FC236}">
                        <a16:creationId xmlns:a16="http://schemas.microsoft.com/office/drawing/2014/main" id="{719DCEAE-EF05-417A-AF1C-C1F1E51B1D3E}"/>
                      </a:ext>
                    </a:extLst>
                  </p14:cNvPr>
                  <p14:cNvContentPartPr/>
                  <p14:nvPr/>
                </p14:nvContentPartPr>
                <p14:xfrm>
                  <a:off x="2634980" y="5724180"/>
                  <a:ext cx="244440" cy="8280"/>
                </p14:xfrm>
              </p:contentPart>
            </mc:Choice>
            <mc:Fallback xmlns="">
              <p:pic>
                <p:nvPicPr>
                  <p:cNvPr id="166" name="Ink 165">
                    <a:extLst>
                      <a:ext uri="{FF2B5EF4-FFF2-40B4-BE49-F238E27FC236}">
                        <a16:creationId xmlns:a16="http://schemas.microsoft.com/office/drawing/2014/main" id="{719DCEAE-EF05-417A-AF1C-C1F1E51B1D3E}"/>
                      </a:ext>
                    </a:extLst>
                  </p:cNvPr>
                  <p:cNvPicPr/>
                  <p:nvPr/>
                </p:nvPicPr>
                <p:blipFill>
                  <a:blip r:embed="rId137"/>
                  <a:stretch>
                    <a:fillRect/>
                  </a:stretch>
                </p:blipFill>
                <p:spPr>
                  <a:xfrm>
                    <a:off x="2631517" y="5720358"/>
                    <a:ext cx="251366" cy="159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8">
                <p14:nvContentPartPr>
                  <p14:cNvPr id="167" name="Ink 166">
                    <a:extLst>
                      <a:ext uri="{FF2B5EF4-FFF2-40B4-BE49-F238E27FC236}">
                        <a16:creationId xmlns:a16="http://schemas.microsoft.com/office/drawing/2014/main" id="{FE6C988F-FC35-4844-B3E6-FF4E8CB87521}"/>
                      </a:ext>
                    </a:extLst>
                  </p14:cNvPr>
                  <p14:cNvContentPartPr/>
                  <p14:nvPr/>
                </p14:nvContentPartPr>
                <p14:xfrm>
                  <a:off x="2876180" y="5726340"/>
                  <a:ext cx="238680" cy="10080"/>
                </p14:xfrm>
              </p:contentPart>
            </mc:Choice>
            <mc:Fallback xmlns="">
              <p:pic>
                <p:nvPicPr>
                  <p:cNvPr id="167" name="Ink 166">
                    <a:extLst>
                      <a:ext uri="{FF2B5EF4-FFF2-40B4-BE49-F238E27FC236}">
                        <a16:creationId xmlns:a16="http://schemas.microsoft.com/office/drawing/2014/main" id="{FE6C988F-FC35-4844-B3E6-FF4E8CB87521}"/>
                      </a:ext>
                    </a:extLst>
                  </p:cNvPr>
                  <p:cNvPicPr/>
                  <p:nvPr/>
                </p:nvPicPr>
                <p:blipFill>
                  <a:blip r:embed="rId139"/>
                  <a:stretch>
                    <a:fillRect/>
                  </a:stretch>
                </p:blipFill>
                <p:spPr>
                  <a:xfrm>
                    <a:off x="2872717" y="5722438"/>
                    <a:ext cx="245607" cy="178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0">
                <p14:nvContentPartPr>
                  <p14:cNvPr id="168" name="Ink 167">
                    <a:extLst>
                      <a:ext uri="{FF2B5EF4-FFF2-40B4-BE49-F238E27FC236}">
                        <a16:creationId xmlns:a16="http://schemas.microsoft.com/office/drawing/2014/main" id="{1C23CB3C-DE50-479E-BAEC-9AC314A23B6F}"/>
                      </a:ext>
                    </a:extLst>
                  </p14:cNvPr>
                  <p14:cNvContentPartPr/>
                  <p14:nvPr/>
                </p14:nvContentPartPr>
                <p14:xfrm>
                  <a:off x="3108020" y="5724180"/>
                  <a:ext cx="156240" cy="10080"/>
                </p14:xfrm>
              </p:contentPart>
            </mc:Choice>
            <mc:Fallback xmlns="">
              <p:pic>
                <p:nvPicPr>
                  <p:cNvPr id="168" name="Ink 167">
                    <a:extLst>
                      <a:ext uri="{FF2B5EF4-FFF2-40B4-BE49-F238E27FC236}">
                        <a16:creationId xmlns:a16="http://schemas.microsoft.com/office/drawing/2014/main" id="{1C23CB3C-DE50-479E-BAEC-9AC314A23B6F}"/>
                      </a:ext>
                    </a:extLst>
                  </p:cNvPr>
                  <p:cNvPicPr/>
                  <p:nvPr/>
                </p:nvPicPr>
                <p:blipFill>
                  <a:blip r:embed="rId141"/>
                  <a:stretch>
                    <a:fillRect/>
                  </a:stretch>
                </p:blipFill>
                <p:spPr>
                  <a:xfrm>
                    <a:off x="3104554" y="5720278"/>
                    <a:ext cx="163171" cy="1788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2">
                <p14:nvContentPartPr>
                  <p14:cNvPr id="169" name="Ink 168">
                    <a:extLst>
                      <a:ext uri="{FF2B5EF4-FFF2-40B4-BE49-F238E27FC236}">
                        <a16:creationId xmlns:a16="http://schemas.microsoft.com/office/drawing/2014/main" id="{CD912A95-73FE-437A-B2B8-674FE825F467}"/>
                      </a:ext>
                    </a:extLst>
                  </p14:cNvPr>
                  <p14:cNvContentPartPr/>
                  <p14:nvPr/>
                </p14:nvContentPartPr>
                <p14:xfrm>
                  <a:off x="3241580" y="5729580"/>
                  <a:ext cx="321120" cy="7560"/>
                </p14:xfrm>
              </p:contentPart>
            </mc:Choice>
            <mc:Fallback xmlns="">
              <p:pic>
                <p:nvPicPr>
                  <p:cNvPr id="169" name="Ink 168">
                    <a:extLst>
                      <a:ext uri="{FF2B5EF4-FFF2-40B4-BE49-F238E27FC236}">
                        <a16:creationId xmlns:a16="http://schemas.microsoft.com/office/drawing/2014/main" id="{CD912A95-73FE-437A-B2B8-674FE825F467}"/>
                      </a:ext>
                    </a:extLst>
                  </p:cNvPr>
                  <p:cNvPicPr/>
                  <p:nvPr/>
                </p:nvPicPr>
                <p:blipFill>
                  <a:blip r:embed="rId143"/>
                  <a:stretch>
                    <a:fillRect/>
                  </a:stretch>
                </p:blipFill>
                <p:spPr>
                  <a:xfrm>
                    <a:off x="3238118" y="5725800"/>
                    <a:ext cx="328044" cy="15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4">
                <p14:nvContentPartPr>
                  <p14:cNvPr id="170" name="Ink 169">
                    <a:extLst>
                      <a:ext uri="{FF2B5EF4-FFF2-40B4-BE49-F238E27FC236}">
                        <a16:creationId xmlns:a16="http://schemas.microsoft.com/office/drawing/2014/main" id="{DB5EA281-5629-42BD-90B1-2B4611F4EB04}"/>
                      </a:ext>
                    </a:extLst>
                  </p14:cNvPr>
                  <p14:cNvContentPartPr/>
                  <p14:nvPr/>
                </p14:nvContentPartPr>
                <p14:xfrm>
                  <a:off x="3561980" y="5724180"/>
                  <a:ext cx="236880" cy="14040"/>
                </p14:xfrm>
              </p:contentPart>
            </mc:Choice>
            <mc:Fallback xmlns="">
              <p:pic>
                <p:nvPicPr>
                  <p:cNvPr id="170" name="Ink 169">
                    <a:extLst>
                      <a:ext uri="{FF2B5EF4-FFF2-40B4-BE49-F238E27FC236}">
                        <a16:creationId xmlns:a16="http://schemas.microsoft.com/office/drawing/2014/main" id="{DB5EA281-5629-42BD-90B1-2B4611F4EB04}"/>
                      </a:ext>
                    </a:extLst>
                  </p:cNvPr>
                  <p:cNvPicPr/>
                  <p:nvPr/>
                </p:nvPicPr>
                <p:blipFill>
                  <a:blip r:embed="rId145"/>
                  <a:stretch>
                    <a:fillRect/>
                  </a:stretch>
                </p:blipFill>
                <p:spPr>
                  <a:xfrm>
                    <a:off x="3558513" y="5720262"/>
                    <a:ext cx="243813" cy="2187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6">
                <p14:nvContentPartPr>
                  <p14:cNvPr id="171" name="Ink 170">
                    <a:extLst>
                      <a:ext uri="{FF2B5EF4-FFF2-40B4-BE49-F238E27FC236}">
                        <a16:creationId xmlns:a16="http://schemas.microsoft.com/office/drawing/2014/main" id="{FC11BADA-8FF9-4BC3-941C-821293B304F7}"/>
                      </a:ext>
                    </a:extLst>
                  </p14:cNvPr>
                  <p14:cNvContentPartPr/>
                  <p14:nvPr/>
                </p14:nvContentPartPr>
                <p14:xfrm>
                  <a:off x="3793820" y="5727060"/>
                  <a:ext cx="189000" cy="6120"/>
                </p14:xfrm>
              </p:contentPart>
            </mc:Choice>
            <mc:Fallback xmlns="">
              <p:pic>
                <p:nvPicPr>
                  <p:cNvPr id="171" name="Ink 170">
                    <a:extLst>
                      <a:ext uri="{FF2B5EF4-FFF2-40B4-BE49-F238E27FC236}">
                        <a16:creationId xmlns:a16="http://schemas.microsoft.com/office/drawing/2014/main" id="{FC11BADA-8FF9-4BC3-941C-821293B304F7}"/>
                      </a:ext>
                    </a:extLst>
                  </p:cNvPr>
                  <p:cNvPicPr/>
                  <p:nvPr/>
                </p:nvPicPr>
                <p:blipFill>
                  <a:blip r:embed="rId147"/>
                  <a:stretch>
                    <a:fillRect/>
                  </a:stretch>
                </p:blipFill>
                <p:spPr>
                  <a:xfrm>
                    <a:off x="3790357" y="5722980"/>
                    <a:ext cx="195925" cy="14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8">
                <p14:nvContentPartPr>
                  <p14:cNvPr id="173" name="Ink 172">
                    <a:extLst>
                      <a:ext uri="{FF2B5EF4-FFF2-40B4-BE49-F238E27FC236}">
                        <a16:creationId xmlns:a16="http://schemas.microsoft.com/office/drawing/2014/main" id="{3E1734F5-ED0F-48FF-802D-9B26978F2CF5}"/>
                      </a:ext>
                    </a:extLst>
                  </p14:cNvPr>
                  <p14:cNvContentPartPr/>
                  <p14:nvPr/>
                </p14:nvContentPartPr>
                <p14:xfrm>
                  <a:off x="3978140" y="5724180"/>
                  <a:ext cx="184680" cy="10440"/>
                </p14:xfrm>
              </p:contentPart>
            </mc:Choice>
            <mc:Fallback xmlns="">
              <p:pic>
                <p:nvPicPr>
                  <p:cNvPr id="173" name="Ink 172">
                    <a:extLst>
                      <a:ext uri="{FF2B5EF4-FFF2-40B4-BE49-F238E27FC236}">
                        <a16:creationId xmlns:a16="http://schemas.microsoft.com/office/drawing/2014/main" id="{3E1734F5-ED0F-48FF-802D-9B26978F2CF5}"/>
                      </a:ext>
                    </a:extLst>
                  </p:cNvPr>
                  <p:cNvPicPr/>
                  <p:nvPr/>
                </p:nvPicPr>
                <p:blipFill>
                  <a:blip r:embed="rId149"/>
                  <a:stretch>
                    <a:fillRect/>
                  </a:stretch>
                </p:blipFill>
                <p:spPr>
                  <a:xfrm>
                    <a:off x="3974677" y="5720139"/>
                    <a:ext cx="191606" cy="185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0">
                <p14:nvContentPartPr>
                  <p14:cNvPr id="174" name="Ink 173">
                    <a:extLst>
                      <a:ext uri="{FF2B5EF4-FFF2-40B4-BE49-F238E27FC236}">
                        <a16:creationId xmlns:a16="http://schemas.microsoft.com/office/drawing/2014/main" id="{C4367FB5-B510-49EE-9717-34B364D2DD47}"/>
                      </a:ext>
                    </a:extLst>
                  </p14:cNvPr>
                  <p14:cNvContentPartPr/>
                  <p14:nvPr/>
                </p14:nvContentPartPr>
                <p14:xfrm>
                  <a:off x="4162085" y="5725260"/>
                  <a:ext cx="156240" cy="6840"/>
                </p14:xfrm>
              </p:contentPart>
            </mc:Choice>
            <mc:Fallback xmlns="">
              <p:pic>
                <p:nvPicPr>
                  <p:cNvPr id="174" name="Ink 173">
                    <a:extLst>
                      <a:ext uri="{FF2B5EF4-FFF2-40B4-BE49-F238E27FC236}">
                        <a16:creationId xmlns:a16="http://schemas.microsoft.com/office/drawing/2014/main" id="{C4367FB5-B510-49EE-9717-34B364D2DD47}"/>
                      </a:ext>
                    </a:extLst>
                  </p:cNvPr>
                  <p:cNvPicPr/>
                  <p:nvPr/>
                </p:nvPicPr>
                <p:blipFill>
                  <a:blip r:embed="rId151"/>
                  <a:stretch>
                    <a:fillRect/>
                  </a:stretch>
                </p:blipFill>
                <p:spPr>
                  <a:xfrm>
                    <a:off x="4158626" y="5721156"/>
                    <a:ext cx="163158" cy="150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2">
                <p14:nvContentPartPr>
                  <p14:cNvPr id="175" name="Ink 174">
                    <a:extLst>
                      <a:ext uri="{FF2B5EF4-FFF2-40B4-BE49-F238E27FC236}">
                        <a16:creationId xmlns:a16="http://schemas.microsoft.com/office/drawing/2014/main" id="{A0CBCE0C-0D9D-404F-8C29-30040EEA1BE0}"/>
                      </a:ext>
                    </a:extLst>
                  </p14:cNvPr>
                  <p14:cNvContentPartPr/>
                  <p14:nvPr/>
                </p14:nvContentPartPr>
                <p14:xfrm>
                  <a:off x="4311485" y="5727420"/>
                  <a:ext cx="109080" cy="7920"/>
                </p14:xfrm>
              </p:contentPart>
            </mc:Choice>
            <mc:Fallback xmlns="">
              <p:pic>
                <p:nvPicPr>
                  <p:cNvPr id="175" name="Ink 174">
                    <a:extLst>
                      <a:ext uri="{FF2B5EF4-FFF2-40B4-BE49-F238E27FC236}">
                        <a16:creationId xmlns:a16="http://schemas.microsoft.com/office/drawing/2014/main" id="{A0CBCE0C-0D9D-404F-8C29-30040EEA1BE0}"/>
                      </a:ext>
                    </a:extLst>
                  </p:cNvPr>
                  <p:cNvPicPr/>
                  <p:nvPr/>
                </p:nvPicPr>
                <p:blipFill>
                  <a:blip r:embed="rId153"/>
                  <a:stretch>
                    <a:fillRect/>
                  </a:stretch>
                </p:blipFill>
                <p:spPr>
                  <a:xfrm>
                    <a:off x="4308013" y="5723460"/>
                    <a:ext cx="116024" cy="15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4">
                <p14:nvContentPartPr>
                  <p14:cNvPr id="176" name="Ink 175">
                    <a:extLst>
                      <a:ext uri="{FF2B5EF4-FFF2-40B4-BE49-F238E27FC236}">
                        <a16:creationId xmlns:a16="http://schemas.microsoft.com/office/drawing/2014/main" id="{34A57D78-DDEE-4A5E-98E0-10433831F66D}"/>
                      </a:ext>
                    </a:extLst>
                  </p14:cNvPr>
                  <p14:cNvContentPartPr/>
                  <p14:nvPr/>
                </p14:nvContentPartPr>
                <p14:xfrm>
                  <a:off x="4406525" y="5726700"/>
                  <a:ext cx="149760" cy="5040"/>
                </p14:xfrm>
              </p:contentPart>
            </mc:Choice>
            <mc:Fallback xmlns="">
              <p:pic>
                <p:nvPicPr>
                  <p:cNvPr id="176" name="Ink 175">
                    <a:extLst>
                      <a:ext uri="{FF2B5EF4-FFF2-40B4-BE49-F238E27FC236}">
                        <a16:creationId xmlns:a16="http://schemas.microsoft.com/office/drawing/2014/main" id="{34A57D78-DDEE-4A5E-98E0-10433831F66D}"/>
                      </a:ext>
                    </a:extLst>
                  </p:cNvPr>
                  <p:cNvPicPr/>
                  <p:nvPr/>
                </p:nvPicPr>
                <p:blipFill>
                  <a:blip r:embed="rId155"/>
                  <a:stretch>
                    <a:fillRect/>
                  </a:stretch>
                </p:blipFill>
                <p:spPr>
                  <a:xfrm>
                    <a:off x="4403062" y="5722668"/>
                    <a:ext cx="156685" cy="131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6">
                <p14:nvContentPartPr>
                  <p14:cNvPr id="177" name="Ink 176">
                    <a:extLst>
                      <a:ext uri="{FF2B5EF4-FFF2-40B4-BE49-F238E27FC236}">
                        <a16:creationId xmlns:a16="http://schemas.microsoft.com/office/drawing/2014/main" id="{E45C7F22-44B1-478D-B2F4-B38852E3EB7D}"/>
                      </a:ext>
                    </a:extLst>
                  </p14:cNvPr>
                  <p14:cNvContentPartPr/>
                  <p14:nvPr/>
                </p14:nvContentPartPr>
                <p14:xfrm>
                  <a:off x="4555925" y="5722020"/>
                  <a:ext cx="219960" cy="13680"/>
                </p14:xfrm>
              </p:contentPart>
            </mc:Choice>
            <mc:Fallback xmlns="">
              <p:pic>
                <p:nvPicPr>
                  <p:cNvPr id="177" name="Ink 176">
                    <a:extLst>
                      <a:ext uri="{FF2B5EF4-FFF2-40B4-BE49-F238E27FC236}">
                        <a16:creationId xmlns:a16="http://schemas.microsoft.com/office/drawing/2014/main" id="{E45C7F22-44B1-478D-B2F4-B38852E3EB7D}"/>
                      </a:ext>
                    </a:extLst>
                  </p:cNvPr>
                  <p:cNvPicPr/>
                  <p:nvPr/>
                </p:nvPicPr>
                <p:blipFill>
                  <a:blip r:embed="rId157"/>
                  <a:stretch>
                    <a:fillRect/>
                  </a:stretch>
                </p:blipFill>
                <p:spPr>
                  <a:xfrm>
                    <a:off x="4552461" y="5718111"/>
                    <a:ext cx="226888" cy="2149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8">
                <p14:nvContentPartPr>
                  <p14:cNvPr id="178" name="Ink 177">
                    <a:extLst>
                      <a:ext uri="{FF2B5EF4-FFF2-40B4-BE49-F238E27FC236}">
                        <a16:creationId xmlns:a16="http://schemas.microsoft.com/office/drawing/2014/main" id="{DB62BE0A-DDEA-40A1-9700-D8DA00C411FE}"/>
                      </a:ext>
                    </a:extLst>
                  </p14:cNvPr>
                  <p14:cNvContentPartPr/>
                  <p14:nvPr/>
                </p14:nvContentPartPr>
                <p14:xfrm>
                  <a:off x="4768685" y="5724180"/>
                  <a:ext cx="187920" cy="9720"/>
                </p14:xfrm>
              </p:contentPart>
            </mc:Choice>
            <mc:Fallback xmlns="">
              <p:pic>
                <p:nvPicPr>
                  <p:cNvPr id="178" name="Ink 177">
                    <a:extLst>
                      <a:ext uri="{FF2B5EF4-FFF2-40B4-BE49-F238E27FC236}">
                        <a16:creationId xmlns:a16="http://schemas.microsoft.com/office/drawing/2014/main" id="{DB62BE0A-DDEA-40A1-9700-D8DA00C411FE}"/>
                      </a:ext>
                    </a:extLst>
                  </p:cNvPr>
                  <p:cNvPicPr/>
                  <p:nvPr/>
                </p:nvPicPr>
                <p:blipFill>
                  <a:blip r:embed="rId159"/>
                  <a:stretch>
                    <a:fillRect/>
                  </a:stretch>
                </p:blipFill>
                <p:spPr>
                  <a:xfrm>
                    <a:off x="4765221" y="5720292"/>
                    <a:ext cx="194848" cy="1749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0">
                <p14:nvContentPartPr>
                  <p14:cNvPr id="179" name="Ink 178">
                    <a:extLst>
                      <a:ext uri="{FF2B5EF4-FFF2-40B4-BE49-F238E27FC236}">
                        <a16:creationId xmlns:a16="http://schemas.microsoft.com/office/drawing/2014/main" id="{63B1AFA8-BD80-4FF2-B2A0-B124A3005919}"/>
                      </a:ext>
                    </a:extLst>
                  </p14:cNvPr>
                  <p14:cNvContentPartPr/>
                  <p14:nvPr/>
                </p14:nvContentPartPr>
                <p14:xfrm>
                  <a:off x="2178799" y="2749969"/>
                  <a:ext cx="360" cy="360"/>
                </p14:xfrm>
              </p:contentPart>
            </mc:Choice>
            <mc:Fallback xmlns="">
              <p:pic>
                <p:nvPicPr>
                  <p:cNvPr id="179" name="Ink 178">
                    <a:extLst>
                      <a:ext uri="{FF2B5EF4-FFF2-40B4-BE49-F238E27FC236}">
                        <a16:creationId xmlns:a16="http://schemas.microsoft.com/office/drawing/2014/main" id="{63B1AFA8-BD80-4FF2-B2A0-B124A3005919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2174479" y="2745649"/>
                    <a:ext cx="9000" cy="9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1">
                <p14:nvContentPartPr>
                  <p14:cNvPr id="180" name="Ink 179">
                    <a:extLst>
                      <a:ext uri="{FF2B5EF4-FFF2-40B4-BE49-F238E27FC236}">
                        <a16:creationId xmlns:a16="http://schemas.microsoft.com/office/drawing/2014/main" id="{11049285-CB4B-4FC7-86AA-BF955BF05A6B}"/>
                      </a:ext>
                    </a:extLst>
                  </p14:cNvPr>
                  <p14:cNvContentPartPr/>
                  <p14:nvPr/>
                </p14:nvContentPartPr>
                <p14:xfrm>
                  <a:off x="2177719" y="2745289"/>
                  <a:ext cx="61200" cy="127440"/>
                </p14:xfrm>
              </p:contentPart>
            </mc:Choice>
            <mc:Fallback xmlns="">
              <p:pic>
                <p:nvPicPr>
                  <p:cNvPr id="180" name="Ink 179">
                    <a:extLst>
                      <a:ext uri="{FF2B5EF4-FFF2-40B4-BE49-F238E27FC236}">
                        <a16:creationId xmlns:a16="http://schemas.microsoft.com/office/drawing/2014/main" id="{11049285-CB4B-4FC7-86AA-BF955BF05A6B}"/>
                      </a:ext>
                    </a:extLst>
                  </p:cNvPr>
                  <p:cNvPicPr/>
                  <p:nvPr/>
                </p:nvPicPr>
                <p:blipFill>
                  <a:blip r:embed="rId162"/>
                  <a:stretch>
                    <a:fillRect/>
                  </a:stretch>
                </p:blipFill>
                <p:spPr>
                  <a:xfrm>
                    <a:off x="2174255" y="2741388"/>
                    <a:ext cx="68128" cy="13524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3">
                <p14:nvContentPartPr>
                  <p14:cNvPr id="181" name="Ink 180">
                    <a:extLst>
                      <a:ext uri="{FF2B5EF4-FFF2-40B4-BE49-F238E27FC236}">
                        <a16:creationId xmlns:a16="http://schemas.microsoft.com/office/drawing/2014/main" id="{C2829E7A-AC1F-4D22-8567-3D560D661828}"/>
                      </a:ext>
                    </a:extLst>
                  </p14:cNvPr>
                  <p14:cNvContentPartPr/>
                  <p14:nvPr/>
                </p14:nvContentPartPr>
                <p14:xfrm>
                  <a:off x="2235679" y="2871649"/>
                  <a:ext cx="94680" cy="146160"/>
                </p14:xfrm>
              </p:contentPart>
            </mc:Choice>
            <mc:Fallback xmlns="">
              <p:pic>
                <p:nvPicPr>
                  <p:cNvPr id="181" name="Ink 180">
                    <a:extLst>
                      <a:ext uri="{FF2B5EF4-FFF2-40B4-BE49-F238E27FC236}">
                        <a16:creationId xmlns:a16="http://schemas.microsoft.com/office/drawing/2014/main" id="{C2829E7A-AC1F-4D22-8567-3D560D661828}"/>
                      </a:ext>
                    </a:extLst>
                  </p:cNvPr>
                  <p:cNvPicPr/>
                  <p:nvPr/>
                </p:nvPicPr>
                <p:blipFill>
                  <a:blip r:embed="rId164"/>
                  <a:stretch>
                    <a:fillRect/>
                  </a:stretch>
                </p:blipFill>
                <p:spPr>
                  <a:xfrm>
                    <a:off x="2232215" y="2867743"/>
                    <a:ext cx="101608" cy="15397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5">
                <p14:nvContentPartPr>
                  <p14:cNvPr id="182" name="Ink 181">
                    <a:extLst>
                      <a:ext uri="{FF2B5EF4-FFF2-40B4-BE49-F238E27FC236}">
                        <a16:creationId xmlns:a16="http://schemas.microsoft.com/office/drawing/2014/main" id="{50F2C5D9-3318-410E-874F-625F977C9B99}"/>
                      </a:ext>
                    </a:extLst>
                  </p14:cNvPr>
                  <p14:cNvContentPartPr/>
                  <p14:nvPr/>
                </p14:nvContentPartPr>
                <p14:xfrm>
                  <a:off x="2326399" y="3012049"/>
                  <a:ext cx="91440" cy="142920"/>
                </p14:xfrm>
              </p:contentPart>
            </mc:Choice>
            <mc:Fallback xmlns="">
              <p:pic>
                <p:nvPicPr>
                  <p:cNvPr id="182" name="Ink 181">
                    <a:extLst>
                      <a:ext uri="{FF2B5EF4-FFF2-40B4-BE49-F238E27FC236}">
                        <a16:creationId xmlns:a16="http://schemas.microsoft.com/office/drawing/2014/main" id="{50F2C5D9-3318-410E-874F-625F977C9B99}"/>
                      </a:ext>
                    </a:extLst>
                  </p:cNvPr>
                  <p:cNvPicPr/>
                  <p:nvPr/>
                </p:nvPicPr>
                <p:blipFill>
                  <a:blip r:embed="rId166"/>
                  <a:stretch>
                    <a:fillRect/>
                  </a:stretch>
                </p:blipFill>
                <p:spPr>
                  <a:xfrm>
                    <a:off x="2322938" y="3008142"/>
                    <a:ext cx="98363" cy="1507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7">
                <p14:nvContentPartPr>
                  <p14:cNvPr id="184" name="Ink 183">
                    <a:extLst>
                      <a:ext uri="{FF2B5EF4-FFF2-40B4-BE49-F238E27FC236}">
                        <a16:creationId xmlns:a16="http://schemas.microsoft.com/office/drawing/2014/main" id="{7C4B0C19-6C8A-4CC4-90B3-2EDCA98D8191}"/>
                      </a:ext>
                    </a:extLst>
                  </p14:cNvPr>
                  <p14:cNvContentPartPr/>
                  <p14:nvPr/>
                </p14:nvContentPartPr>
                <p14:xfrm>
                  <a:off x="2416616" y="3152449"/>
                  <a:ext cx="256320" cy="267120"/>
                </p14:xfrm>
              </p:contentPart>
            </mc:Choice>
            <mc:Fallback xmlns="">
              <p:pic>
                <p:nvPicPr>
                  <p:cNvPr id="184" name="Ink 183">
                    <a:extLst>
                      <a:ext uri="{FF2B5EF4-FFF2-40B4-BE49-F238E27FC236}">
                        <a16:creationId xmlns:a16="http://schemas.microsoft.com/office/drawing/2014/main" id="{7C4B0C19-6C8A-4CC4-90B3-2EDCA98D8191}"/>
                      </a:ext>
                    </a:extLst>
                  </p:cNvPr>
                  <p:cNvPicPr/>
                  <p:nvPr/>
                </p:nvPicPr>
                <p:blipFill>
                  <a:blip r:embed="rId168"/>
                  <a:stretch>
                    <a:fillRect/>
                  </a:stretch>
                </p:blipFill>
                <p:spPr>
                  <a:xfrm>
                    <a:off x="2413152" y="3148545"/>
                    <a:ext cx="263248" cy="2749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9">
                <p14:nvContentPartPr>
                  <p14:cNvPr id="185" name="Ink 184">
                    <a:extLst>
                      <a:ext uri="{FF2B5EF4-FFF2-40B4-BE49-F238E27FC236}">
                        <a16:creationId xmlns:a16="http://schemas.microsoft.com/office/drawing/2014/main" id="{109BE85D-BF5D-44E3-A4CE-4DF24CEA2211}"/>
                      </a:ext>
                    </a:extLst>
                  </p14:cNvPr>
                  <p14:cNvContentPartPr/>
                  <p14:nvPr/>
                </p14:nvContentPartPr>
                <p14:xfrm>
                  <a:off x="2666816" y="3414529"/>
                  <a:ext cx="262800" cy="194040"/>
                </p14:xfrm>
              </p:contentPart>
            </mc:Choice>
            <mc:Fallback xmlns="">
              <p:pic>
                <p:nvPicPr>
                  <p:cNvPr id="185" name="Ink 184">
                    <a:extLst>
                      <a:ext uri="{FF2B5EF4-FFF2-40B4-BE49-F238E27FC236}">
                        <a16:creationId xmlns:a16="http://schemas.microsoft.com/office/drawing/2014/main" id="{109BE85D-BF5D-44E3-A4CE-4DF24CEA2211}"/>
                      </a:ext>
                    </a:extLst>
                  </p:cNvPr>
                  <p:cNvPicPr/>
                  <p:nvPr/>
                </p:nvPicPr>
                <p:blipFill>
                  <a:blip r:embed="rId170"/>
                  <a:stretch>
                    <a:fillRect/>
                  </a:stretch>
                </p:blipFill>
                <p:spPr>
                  <a:xfrm>
                    <a:off x="2663354" y="3410622"/>
                    <a:ext cx="269723" cy="20185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1">
                <p14:nvContentPartPr>
                  <p14:cNvPr id="186" name="Ink 185">
                    <a:extLst>
                      <a:ext uri="{FF2B5EF4-FFF2-40B4-BE49-F238E27FC236}">
                        <a16:creationId xmlns:a16="http://schemas.microsoft.com/office/drawing/2014/main" id="{6B04E061-93A6-474D-A59F-27A4C545065A}"/>
                      </a:ext>
                    </a:extLst>
                  </p14:cNvPr>
                  <p14:cNvContentPartPr/>
                  <p14:nvPr/>
                </p14:nvContentPartPr>
                <p14:xfrm>
                  <a:off x="2926376" y="3607489"/>
                  <a:ext cx="265680" cy="124920"/>
                </p14:xfrm>
              </p:contentPart>
            </mc:Choice>
            <mc:Fallback xmlns="">
              <p:pic>
                <p:nvPicPr>
                  <p:cNvPr id="186" name="Ink 185">
                    <a:extLst>
                      <a:ext uri="{FF2B5EF4-FFF2-40B4-BE49-F238E27FC236}">
                        <a16:creationId xmlns:a16="http://schemas.microsoft.com/office/drawing/2014/main" id="{6B04E061-93A6-474D-A59F-27A4C545065A}"/>
                      </a:ext>
                    </a:extLst>
                  </p:cNvPr>
                  <p:cNvPicPr/>
                  <p:nvPr/>
                </p:nvPicPr>
                <p:blipFill>
                  <a:blip r:embed="rId172"/>
                  <a:stretch>
                    <a:fillRect/>
                  </a:stretch>
                </p:blipFill>
                <p:spPr>
                  <a:xfrm>
                    <a:off x="2922911" y="3603585"/>
                    <a:ext cx="272611" cy="13272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3">
                <p14:nvContentPartPr>
                  <p14:cNvPr id="190" name="Ink 189">
                    <a:extLst>
                      <a:ext uri="{FF2B5EF4-FFF2-40B4-BE49-F238E27FC236}">
                        <a16:creationId xmlns:a16="http://schemas.microsoft.com/office/drawing/2014/main" id="{418E604B-0710-460B-8B4E-CD5272C583C1}"/>
                      </a:ext>
                    </a:extLst>
                  </p14:cNvPr>
                  <p14:cNvContentPartPr/>
                  <p14:nvPr/>
                </p14:nvContentPartPr>
                <p14:xfrm>
                  <a:off x="3185936" y="3726289"/>
                  <a:ext cx="164520" cy="56520"/>
                </p14:xfrm>
              </p:contentPart>
            </mc:Choice>
            <mc:Fallback xmlns="">
              <p:pic>
                <p:nvPicPr>
                  <p:cNvPr id="190" name="Ink 189">
                    <a:extLst>
                      <a:ext uri="{FF2B5EF4-FFF2-40B4-BE49-F238E27FC236}">
                        <a16:creationId xmlns:a16="http://schemas.microsoft.com/office/drawing/2014/main" id="{418E604B-0710-460B-8B4E-CD5272C583C1}"/>
                      </a:ext>
                    </a:extLst>
                  </p:cNvPr>
                  <p:cNvPicPr/>
                  <p:nvPr/>
                </p:nvPicPr>
                <p:blipFill>
                  <a:blip r:embed="rId174"/>
                  <a:stretch>
                    <a:fillRect/>
                  </a:stretch>
                </p:blipFill>
                <p:spPr>
                  <a:xfrm>
                    <a:off x="3182478" y="3722391"/>
                    <a:ext cx="171435" cy="6431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5">
                <p14:nvContentPartPr>
                  <p14:cNvPr id="191" name="Ink 190">
                    <a:extLst>
                      <a:ext uri="{FF2B5EF4-FFF2-40B4-BE49-F238E27FC236}">
                        <a16:creationId xmlns:a16="http://schemas.microsoft.com/office/drawing/2014/main" id="{258263E6-1832-4DA2-AC5F-BB283469020F}"/>
                      </a:ext>
                    </a:extLst>
                  </p14:cNvPr>
                  <p14:cNvContentPartPr/>
                  <p14:nvPr/>
                </p14:nvContentPartPr>
                <p14:xfrm>
                  <a:off x="3345416" y="3778849"/>
                  <a:ext cx="159120" cy="40680"/>
                </p14:xfrm>
              </p:contentPart>
            </mc:Choice>
            <mc:Fallback xmlns="">
              <p:pic>
                <p:nvPicPr>
                  <p:cNvPr id="191" name="Ink 190">
                    <a:extLst>
                      <a:ext uri="{FF2B5EF4-FFF2-40B4-BE49-F238E27FC236}">
                        <a16:creationId xmlns:a16="http://schemas.microsoft.com/office/drawing/2014/main" id="{258263E6-1832-4DA2-AC5F-BB283469020F}"/>
                      </a:ext>
                    </a:extLst>
                  </p:cNvPr>
                  <p:cNvPicPr/>
                  <p:nvPr/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3341957" y="3774944"/>
                    <a:ext cx="166038" cy="4849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7">
                <p14:nvContentPartPr>
                  <p14:cNvPr id="195" name="Ink 194">
                    <a:extLst>
                      <a:ext uri="{FF2B5EF4-FFF2-40B4-BE49-F238E27FC236}">
                        <a16:creationId xmlns:a16="http://schemas.microsoft.com/office/drawing/2014/main" id="{D3CF3E46-CB84-47B0-80E5-BBEF5813EFF0}"/>
                      </a:ext>
                    </a:extLst>
                  </p14:cNvPr>
                  <p14:cNvContentPartPr/>
                  <p14:nvPr/>
                </p14:nvContentPartPr>
                <p14:xfrm>
                  <a:off x="3497696" y="3814489"/>
                  <a:ext cx="133560" cy="14760"/>
                </p14:xfrm>
              </p:contentPart>
            </mc:Choice>
            <mc:Fallback xmlns="">
              <p:pic>
                <p:nvPicPr>
                  <p:cNvPr id="195" name="Ink 194">
                    <a:extLst>
                      <a:ext uri="{FF2B5EF4-FFF2-40B4-BE49-F238E27FC236}">
                        <a16:creationId xmlns:a16="http://schemas.microsoft.com/office/drawing/2014/main" id="{D3CF3E46-CB84-47B0-80E5-BBEF5813EFF0}"/>
                      </a:ext>
                    </a:extLst>
                  </p:cNvPr>
                  <p:cNvPicPr/>
                  <p:nvPr/>
                </p:nvPicPr>
                <p:blipFill>
                  <a:blip r:embed="rId178"/>
                  <a:stretch>
                    <a:fillRect/>
                  </a:stretch>
                </p:blipFill>
                <p:spPr>
                  <a:xfrm>
                    <a:off x="3494227" y="3810553"/>
                    <a:ext cx="140498" cy="226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9">
                <p14:nvContentPartPr>
                  <p14:cNvPr id="197" name="Ink 196">
                    <a:extLst>
                      <a:ext uri="{FF2B5EF4-FFF2-40B4-BE49-F238E27FC236}">
                        <a16:creationId xmlns:a16="http://schemas.microsoft.com/office/drawing/2014/main" id="{35098AA8-8AD1-42AF-8067-D3FE9C03F533}"/>
                      </a:ext>
                    </a:extLst>
                  </p14:cNvPr>
                  <p14:cNvContentPartPr/>
                  <p14:nvPr/>
                </p14:nvContentPartPr>
                <p14:xfrm>
                  <a:off x="3633731" y="3828889"/>
                  <a:ext cx="360" cy="360"/>
                </p14:xfrm>
              </p:contentPart>
            </mc:Choice>
            <mc:Fallback xmlns="">
              <p:pic>
                <p:nvPicPr>
                  <p:cNvPr id="197" name="Ink 196">
                    <a:extLst>
                      <a:ext uri="{FF2B5EF4-FFF2-40B4-BE49-F238E27FC236}">
                        <a16:creationId xmlns:a16="http://schemas.microsoft.com/office/drawing/2014/main" id="{35098AA8-8AD1-42AF-8067-D3FE9C03F533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3629411" y="3824569"/>
                    <a:ext cx="9000" cy="9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0">
                <p14:nvContentPartPr>
                  <p14:cNvPr id="198" name="Ink 197">
                    <a:extLst>
                      <a:ext uri="{FF2B5EF4-FFF2-40B4-BE49-F238E27FC236}">
                        <a16:creationId xmlns:a16="http://schemas.microsoft.com/office/drawing/2014/main" id="{D3A838C9-F373-4574-BFF3-20CA54786C0F}"/>
                      </a:ext>
                    </a:extLst>
                  </p14:cNvPr>
                  <p14:cNvContentPartPr/>
                  <p14:nvPr/>
                </p14:nvContentPartPr>
                <p14:xfrm>
                  <a:off x="3633731" y="3828169"/>
                  <a:ext cx="207360" cy="8280"/>
                </p14:xfrm>
              </p:contentPart>
            </mc:Choice>
            <mc:Fallback xmlns="">
              <p:pic>
                <p:nvPicPr>
                  <p:cNvPr id="198" name="Ink 197">
                    <a:extLst>
                      <a:ext uri="{FF2B5EF4-FFF2-40B4-BE49-F238E27FC236}">
                        <a16:creationId xmlns:a16="http://schemas.microsoft.com/office/drawing/2014/main" id="{D3A838C9-F373-4574-BFF3-20CA54786C0F}"/>
                      </a:ext>
                    </a:extLst>
                  </p:cNvPr>
                  <p:cNvPicPr/>
                  <p:nvPr/>
                </p:nvPicPr>
                <p:blipFill>
                  <a:blip r:embed="rId181"/>
                  <a:stretch>
                    <a:fillRect/>
                  </a:stretch>
                </p:blipFill>
                <p:spPr>
                  <a:xfrm>
                    <a:off x="3630270" y="3824195"/>
                    <a:ext cx="214282" cy="1622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2">
                <p14:nvContentPartPr>
                  <p14:cNvPr id="199" name="Ink 198">
                    <a:extLst>
                      <a:ext uri="{FF2B5EF4-FFF2-40B4-BE49-F238E27FC236}">
                        <a16:creationId xmlns:a16="http://schemas.microsoft.com/office/drawing/2014/main" id="{7008DD59-8554-413D-B108-BB9699535DF7}"/>
                      </a:ext>
                    </a:extLst>
                  </p14:cNvPr>
                  <p14:cNvContentPartPr/>
                  <p14:nvPr/>
                </p14:nvContentPartPr>
                <p14:xfrm>
                  <a:off x="3831371" y="3822049"/>
                  <a:ext cx="196560" cy="14040"/>
                </p14:xfrm>
              </p:contentPart>
            </mc:Choice>
            <mc:Fallback xmlns="">
              <p:pic>
                <p:nvPicPr>
                  <p:cNvPr id="199" name="Ink 198">
                    <a:extLst>
                      <a:ext uri="{FF2B5EF4-FFF2-40B4-BE49-F238E27FC236}">
                        <a16:creationId xmlns:a16="http://schemas.microsoft.com/office/drawing/2014/main" id="{7008DD59-8554-413D-B108-BB9699535DF7}"/>
                      </a:ext>
                    </a:extLst>
                  </p:cNvPr>
                  <p:cNvPicPr/>
                  <p:nvPr/>
                </p:nvPicPr>
                <p:blipFill>
                  <a:blip r:embed="rId183"/>
                  <a:stretch>
                    <a:fillRect/>
                  </a:stretch>
                </p:blipFill>
                <p:spPr>
                  <a:xfrm>
                    <a:off x="3827907" y="3818220"/>
                    <a:ext cx="203487" cy="2169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4">
                <p14:nvContentPartPr>
                  <p14:cNvPr id="200" name="Ink 199">
                    <a:extLst>
                      <a:ext uri="{FF2B5EF4-FFF2-40B4-BE49-F238E27FC236}">
                        <a16:creationId xmlns:a16="http://schemas.microsoft.com/office/drawing/2014/main" id="{3C71048A-892B-4E73-81E0-7CF5A52158E3}"/>
                      </a:ext>
                    </a:extLst>
                  </p14:cNvPr>
                  <p14:cNvContentPartPr/>
                  <p14:nvPr/>
                </p14:nvContentPartPr>
                <p14:xfrm>
                  <a:off x="4026491" y="3777409"/>
                  <a:ext cx="199080" cy="40320"/>
                </p14:xfrm>
              </p:contentPart>
            </mc:Choice>
            <mc:Fallback xmlns="">
              <p:pic>
                <p:nvPicPr>
                  <p:cNvPr id="200" name="Ink 199">
                    <a:extLst>
                      <a:ext uri="{FF2B5EF4-FFF2-40B4-BE49-F238E27FC236}">
                        <a16:creationId xmlns:a16="http://schemas.microsoft.com/office/drawing/2014/main" id="{3C71048A-892B-4E73-81E0-7CF5A52158E3}"/>
                      </a:ext>
                    </a:extLst>
                  </p:cNvPr>
                  <p:cNvPicPr/>
                  <p:nvPr/>
                </p:nvPicPr>
                <p:blipFill>
                  <a:blip r:embed="rId185"/>
                  <a:stretch>
                    <a:fillRect/>
                  </a:stretch>
                </p:blipFill>
                <p:spPr>
                  <a:xfrm>
                    <a:off x="4023029" y="3773507"/>
                    <a:ext cx="206005" cy="4812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6">
                <p14:nvContentPartPr>
                  <p14:cNvPr id="201" name="Ink 200">
                    <a:extLst>
                      <a:ext uri="{FF2B5EF4-FFF2-40B4-BE49-F238E27FC236}">
                        <a16:creationId xmlns:a16="http://schemas.microsoft.com/office/drawing/2014/main" id="{5F7C6496-D787-4356-8EA2-F29AB56476B6}"/>
                      </a:ext>
                    </a:extLst>
                  </p14:cNvPr>
                  <p14:cNvContentPartPr/>
                  <p14:nvPr/>
                </p14:nvContentPartPr>
                <p14:xfrm>
                  <a:off x="4224131" y="3737089"/>
                  <a:ext cx="132120" cy="39600"/>
                </p14:xfrm>
              </p:contentPart>
            </mc:Choice>
            <mc:Fallback xmlns="">
              <p:pic>
                <p:nvPicPr>
                  <p:cNvPr id="201" name="Ink 200">
                    <a:extLst>
                      <a:ext uri="{FF2B5EF4-FFF2-40B4-BE49-F238E27FC236}">
                        <a16:creationId xmlns:a16="http://schemas.microsoft.com/office/drawing/2014/main" id="{5F7C6496-D787-4356-8EA2-F29AB56476B6}"/>
                      </a:ext>
                    </a:extLst>
                  </p:cNvPr>
                  <p:cNvPicPr/>
                  <p:nvPr/>
                </p:nvPicPr>
                <p:blipFill>
                  <a:blip r:embed="rId187"/>
                  <a:stretch>
                    <a:fillRect/>
                  </a:stretch>
                </p:blipFill>
                <p:spPr>
                  <a:xfrm>
                    <a:off x="4220662" y="3733162"/>
                    <a:ext cx="139058" cy="47455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8">
                <p14:nvContentPartPr>
                  <p14:cNvPr id="204" name="Ink 203">
                    <a:extLst>
                      <a:ext uri="{FF2B5EF4-FFF2-40B4-BE49-F238E27FC236}">
                        <a16:creationId xmlns:a16="http://schemas.microsoft.com/office/drawing/2014/main" id="{C5969E89-C9D4-4804-81AF-51AF23A4A368}"/>
                      </a:ext>
                    </a:extLst>
                  </p14:cNvPr>
                  <p14:cNvContentPartPr/>
                  <p14:nvPr/>
                </p14:nvContentPartPr>
                <p14:xfrm>
                  <a:off x="4350491" y="3658249"/>
                  <a:ext cx="172080" cy="75600"/>
                </p14:xfrm>
              </p:contentPart>
            </mc:Choice>
            <mc:Fallback xmlns="">
              <p:pic>
                <p:nvPicPr>
                  <p:cNvPr id="204" name="Ink 203">
                    <a:extLst>
                      <a:ext uri="{FF2B5EF4-FFF2-40B4-BE49-F238E27FC236}">
                        <a16:creationId xmlns:a16="http://schemas.microsoft.com/office/drawing/2014/main" id="{C5969E89-C9D4-4804-81AF-51AF23A4A368}"/>
                      </a:ext>
                    </a:extLst>
                  </p:cNvPr>
                  <p:cNvPicPr/>
                  <p:nvPr/>
                </p:nvPicPr>
                <p:blipFill>
                  <a:blip r:embed="rId189"/>
                  <a:stretch>
                    <a:fillRect/>
                  </a:stretch>
                </p:blipFill>
                <p:spPr>
                  <a:xfrm>
                    <a:off x="4347026" y="3654339"/>
                    <a:ext cx="179009" cy="8342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0">
                <p14:nvContentPartPr>
                  <p14:cNvPr id="205" name="Ink 204">
                    <a:extLst>
                      <a:ext uri="{FF2B5EF4-FFF2-40B4-BE49-F238E27FC236}">
                        <a16:creationId xmlns:a16="http://schemas.microsoft.com/office/drawing/2014/main" id="{42F45B28-53A2-419A-9A93-F74243A5F18D}"/>
                      </a:ext>
                    </a:extLst>
                  </p14:cNvPr>
                  <p14:cNvContentPartPr/>
                  <p14:nvPr/>
                </p14:nvContentPartPr>
                <p14:xfrm>
                  <a:off x="4524011" y="3565369"/>
                  <a:ext cx="167760" cy="90000"/>
                </p14:xfrm>
              </p:contentPart>
            </mc:Choice>
            <mc:Fallback xmlns="">
              <p:pic>
                <p:nvPicPr>
                  <p:cNvPr id="205" name="Ink 204">
                    <a:extLst>
                      <a:ext uri="{FF2B5EF4-FFF2-40B4-BE49-F238E27FC236}">
                        <a16:creationId xmlns:a16="http://schemas.microsoft.com/office/drawing/2014/main" id="{42F45B28-53A2-419A-9A93-F74243A5F18D}"/>
                      </a:ext>
                    </a:extLst>
                  </p:cNvPr>
                  <p:cNvPicPr/>
                  <p:nvPr/>
                </p:nvPicPr>
                <p:blipFill>
                  <a:blip r:embed="rId191"/>
                  <a:stretch>
                    <a:fillRect/>
                  </a:stretch>
                </p:blipFill>
                <p:spPr>
                  <a:xfrm>
                    <a:off x="4520546" y="3561456"/>
                    <a:ext cx="174690" cy="978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2">
                <p14:nvContentPartPr>
                  <p14:cNvPr id="206" name="Ink 205">
                    <a:extLst>
                      <a:ext uri="{FF2B5EF4-FFF2-40B4-BE49-F238E27FC236}">
                        <a16:creationId xmlns:a16="http://schemas.microsoft.com/office/drawing/2014/main" id="{C6F40EBC-E86C-4CD7-BFCC-C9A9FA208EC4}"/>
                      </a:ext>
                    </a:extLst>
                  </p14:cNvPr>
                  <p14:cNvContentPartPr/>
                  <p14:nvPr/>
                </p14:nvContentPartPr>
                <p14:xfrm>
                  <a:off x="4688531" y="3476089"/>
                  <a:ext cx="140760" cy="95760"/>
                </p14:xfrm>
              </p:contentPart>
            </mc:Choice>
            <mc:Fallback xmlns="">
              <p:pic>
                <p:nvPicPr>
                  <p:cNvPr id="206" name="Ink 205">
                    <a:extLst>
                      <a:ext uri="{FF2B5EF4-FFF2-40B4-BE49-F238E27FC236}">
                        <a16:creationId xmlns:a16="http://schemas.microsoft.com/office/drawing/2014/main" id="{C6F40EBC-E86C-4CD7-BFCC-C9A9FA208EC4}"/>
                      </a:ext>
                    </a:extLst>
                  </p:cNvPr>
                  <p:cNvPicPr/>
                  <p:nvPr/>
                </p:nvPicPr>
                <p:blipFill>
                  <a:blip r:embed="rId193"/>
                  <a:stretch>
                    <a:fillRect/>
                  </a:stretch>
                </p:blipFill>
                <p:spPr>
                  <a:xfrm>
                    <a:off x="4685070" y="3472180"/>
                    <a:ext cx="147683" cy="10357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4">
                <p14:nvContentPartPr>
                  <p14:cNvPr id="208" name="Ink 207">
                    <a:extLst>
                      <a:ext uri="{FF2B5EF4-FFF2-40B4-BE49-F238E27FC236}">
                        <a16:creationId xmlns:a16="http://schemas.microsoft.com/office/drawing/2014/main" id="{1119ABA8-5FC5-48F4-A96D-21C3FF5C1C6B}"/>
                      </a:ext>
                    </a:extLst>
                  </p14:cNvPr>
                  <p14:cNvContentPartPr/>
                  <p14:nvPr/>
                </p14:nvContentPartPr>
                <p14:xfrm>
                  <a:off x="5275448" y="2681209"/>
                  <a:ext cx="120600" cy="275400"/>
                </p14:xfrm>
              </p:contentPart>
            </mc:Choice>
            <mc:Fallback xmlns="">
              <p:pic>
                <p:nvPicPr>
                  <p:cNvPr id="208" name="Ink 207">
                    <a:extLst>
                      <a:ext uri="{FF2B5EF4-FFF2-40B4-BE49-F238E27FC236}">
                        <a16:creationId xmlns:a16="http://schemas.microsoft.com/office/drawing/2014/main" id="{1119ABA8-5FC5-48F4-A96D-21C3FF5C1C6B}"/>
                      </a:ext>
                    </a:extLst>
                  </p:cNvPr>
                  <p:cNvPicPr/>
                  <p:nvPr/>
                </p:nvPicPr>
                <p:blipFill>
                  <a:blip r:embed="rId195"/>
                  <a:stretch>
                    <a:fillRect/>
                  </a:stretch>
                </p:blipFill>
                <p:spPr>
                  <a:xfrm>
                    <a:off x="5271986" y="2677303"/>
                    <a:ext cx="127524" cy="28321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6">
                <p14:nvContentPartPr>
                  <p14:cNvPr id="212" name="Ink 211">
                    <a:extLst>
                      <a:ext uri="{FF2B5EF4-FFF2-40B4-BE49-F238E27FC236}">
                        <a16:creationId xmlns:a16="http://schemas.microsoft.com/office/drawing/2014/main" id="{69077B24-747F-4AB7-808F-EE809FCC83A8}"/>
                      </a:ext>
                    </a:extLst>
                  </p14:cNvPr>
                  <p14:cNvContentPartPr/>
                  <p14:nvPr/>
                </p14:nvContentPartPr>
                <p14:xfrm>
                  <a:off x="5093648" y="2957329"/>
                  <a:ext cx="185760" cy="268560"/>
                </p14:xfrm>
              </p:contentPart>
            </mc:Choice>
            <mc:Fallback xmlns="">
              <p:pic>
                <p:nvPicPr>
                  <p:cNvPr id="212" name="Ink 211">
                    <a:extLst>
                      <a:ext uri="{FF2B5EF4-FFF2-40B4-BE49-F238E27FC236}">
                        <a16:creationId xmlns:a16="http://schemas.microsoft.com/office/drawing/2014/main" id="{69077B24-747F-4AB7-808F-EE809FCC83A8}"/>
                      </a:ext>
                    </a:extLst>
                  </p:cNvPr>
                  <p:cNvPicPr/>
                  <p:nvPr/>
                </p:nvPicPr>
                <p:blipFill>
                  <a:blip r:embed="rId197"/>
                  <a:stretch>
                    <a:fillRect/>
                  </a:stretch>
                </p:blipFill>
                <p:spPr>
                  <a:xfrm>
                    <a:off x="5090181" y="2953427"/>
                    <a:ext cx="192693" cy="27636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8">
                <p14:nvContentPartPr>
                  <p14:cNvPr id="213" name="Ink 212">
                    <a:extLst>
                      <a:ext uri="{FF2B5EF4-FFF2-40B4-BE49-F238E27FC236}">
                        <a16:creationId xmlns:a16="http://schemas.microsoft.com/office/drawing/2014/main" id="{F84C2E8A-8D2B-4DF1-88C6-FDC3F2633AFF}"/>
                      </a:ext>
                    </a:extLst>
                  </p14:cNvPr>
                  <p14:cNvContentPartPr/>
                  <p14:nvPr/>
                </p14:nvContentPartPr>
                <p14:xfrm>
                  <a:off x="4873688" y="3229129"/>
                  <a:ext cx="213840" cy="216360"/>
                </p14:xfrm>
              </p:contentPart>
            </mc:Choice>
            <mc:Fallback xmlns="">
              <p:pic>
                <p:nvPicPr>
                  <p:cNvPr id="213" name="Ink 212">
                    <a:extLst>
                      <a:ext uri="{FF2B5EF4-FFF2-40B4-BE49-F238E27FC236}">
                        <a16:creationId xmlns:a16="http://schemas.microsoft.com/office/drawing/2014/main" id="{F84C2E8A-8D2B-4DF1-88C6-FDC3F2633AFF}"/>
                      </a:ext>
                    </a:extLst>
                  </p:cNvPr>
                  <p:cNvPicPr/>
                  <p:nvPr/>
                </p:nvPicPr>
                <p:blipFill>
                  <a:blip r:embed="rId199"/>
                  <a:stretch>
                    <a:fillRect/>
                  </a:stretch>
                </p:blipFill>
                <p:spPr>
                  <a:xfrm>
                    <a:off x="4870225" y="3225225"/>
                    <a:ext cx="220766" cy="22416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0">
                <p14:nvContentPartPr>
                  <p14:cNvPr id="214" name="Ink 213">
                    <a:extLst>
                      <a:ext uri="{FF2B5EF4-FFF2-40B4-BE49-F238E27FC236}">
                        <a16:creationId xmlns:a16="http://schemas.microsoft.com/office/drawing/2014/main" id="{E5829A4C-B68B-4E87-AE14-76022A93F84A}"/>
                      </a:ext>
                    </a:extLst>
                  </p14:cNvPr>
                  <p14:cNvContentPartPr/>
                  <p14:nvPr/>
                </p14:nvContentPartPr>
                <p14:xfrm>
                  <a:off x="4828328" y="3442969"/>
                  <a:ext cx="38880" cy="37440"/>
                </p14:xfrm>
              </p:contentPart>
            </mc:Choice>
            <mc:Fallback xmlns="">
              <p:pic>
                <p:nvPicPr>
                  <p:cNvPr id="214" name="Ink 213">
                    <a:extLst>
                      <a:ext uri="{FF2B5EF4-FFF2-40B4-BE49-F238E27FC236}">
                        <a16:creationId xmlns:a16="http://schemas.microsoft.com/office/drawing/2014/main" id="{E5829A4C-B68B-4E87-AE14-76022A93F84A}"/>
                      </a:ext>
                    </a:extLst>
                  </p:cNvPr>
                  <p:cNvPicPr/>
                  <p:nvPr/>
                </p:nvPicPr>
                <p:blipFill>
                  <a:blip r:embed="rId201"/>
                  <a:stretch>
                    <a:fillRect/>
                  </a:stretch>
                </p:blipFill>
                <p:spPr>
                  <a:xfrm>
                    <a:off x="4824872" y="3439062"/>
                    <a:ext cx="45792" cy="45254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47F74D18-FD29-4208-9DCA-A1904F5D8882}"/>
                </a:ext>
              </a:extLst>
            </p:cNvPr>
            <p:cNvSpPr txBox="1"/>
            <p:nvPr/>
          </p:nvSpPr>
          <p:spPr>
            <a:xfrm>
              <a:off x="2956658" y="2295688"/>
              <a:ext cx="257007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0-1 KNAPSACK</a:t>
              </a:r>
            </a:p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Max Weight: 6 kg</a:t>
              </a:r>
            </a:p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Current Weight: 0 kg</a:t>
              </a:r>
            </a:p>
            <a:p>
              <a:pPr algn="ctr"/>
              <a:r>
                <a:rPr lang="en-US" dirty="0">
                  <a:solidFill>
                    <a:schemeClr val="accent5">
                      <a:lumMod val="75000"/>
                    </a:schemeClr>
                  </a:solidFill>
                </a:rPr>
                <a:t>Current Value: 0 </a:t>
              </a:r>
              <a:r>
                <a:rPr lang="zh-CN" altLang="en-US" dirty="0">
                  <a:solidFill>
                    <a:schemeClr val="accent5">
                      <a:lumMod val="75000"/>
                    </a:schemeClr>
                  </a:solidFill>
                </a:rPr>
                <a:t>￥</a:t>
              </a:r>
              <a:endParaRPr 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51B4C4E-B1C0-47FB-AA35-8C76BD9ECCE7}"/>
              </a:ext>
            </a:extLst>
          </p:cNvPr>
          <p:cNvGrpSpPr/>
          <p:nvPr/>
        </p:nvGrpSpPr>
        <p:grpSpPr>
          <a:xfrm>
            <a:off x="7186641" y="1217960"/>
            <a:ext cx="940990" cy="1084228"/>
            <a:chOff x="7491584" y="1472810"/>
            <a:chExt cx="940990" cy="1084228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ABA23117-1FC8-4A7F-94DB-826D98DFE07E}"/>
                </a:ext>
              </a:extLst>
            </p:cNvPr>
            <p:cNvGrpSpPr/>
            <p:nvPr/>
          </p:nvGrpSpPr>
          <p:grpSpPr>
            <a:xfrm>
              <a:off x="7491584" y="1472810"/>
              <a:ext cx="940990" cy="1084228"/>
              <a:chOff x="9054570" y="2040698"/>
              <a:chExt cx="795728" cy="990720"/>
            </a:xfrm>
          </p:grpSpPr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6EA8E3BA-1D3D-4887-8BD1-3256B91C9D8A}"/>
                  </a:ext>
                </a:extLst>
              </p:cNvPr>
              <p:cNvGrpSpPr/>
              <p:nvPr/>
            </p:nvGrpSpPr>
            <p:grpSpPr>
              <a:xfrm>
                <a:off x="9054570" y="2040698"/>
                <a:ext cx="795728" cy="990720"/>
                <a:chOff x="9054570" y="2040698"/>
                <a:chExt cx="795728" cy="9907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02">
                  <p14:nvContentPartPr>
                    <p14:cNvPr id="221" name="Ink 220">
                      <a:extLst>
                        <a:ext uri="{FF2B5EF4-FFF2-40B4-BE49-F238E27FC236}">
                          <a16:creationId xmlns:a16="http://schemas.microsoft.com/office/drawing/2014/main" id="{D74B8947-6D33-412C-9965-4D4BD95163F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60330" y="2531018"/>
                    <a:ext cx="24840" cy="441360"/>
                  </p14:xfrm>
                </p:contentPart>
              </mc:Choice>
              <mc:Fallback xmlns="">
                <p:pic>
                  <p:nvPicPr>
                    <p:cNvPr id="221" name="Ink 220">
                      <a:extLst>
                        <a:ext uri="{FF2B5EF4-FFF2-40B4-BE49-F238E27FC236}">
                          <a16:creationId xmlns:a16="http://schemas.microsoft.com/office/drawing/2014/main" id="{D74B8947-6D33-412C-9965-4D4BD95163F9}"/>
                        </a:ext>
                      </a:extLst>
                    </p:cNvPr>
                    <p:cNvPicPr/>
                    <p:nvPr/>
                  </p:nvPicPr>
                  <p:blipFill>
                    <a:blip r:embed="rId203"/>
                    <a:stretch>
                      <a:fillRect/>
                    </a:stretch>
                  </p:blipFill>
                  <p:spPr>
                    <a:xfrm>
                      <a:off x="9056695" y="2527068"/>
                      <a:ext cx="32110" cy="44925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4">
                  <p14:nvContentPartPr>
                    <p14:cNvPr id="222" name="Ink 221">
                      <a:extLst>
                        <a:ext uri="{FF2B5EF4-FFF2-40B4-BE49-F238E27FC236}">
                          <a16:creationId xmlns:a16="http://schemas.microsoft.com/office/drawing/2014/main" id="{187B45E3-9835-48B4-830E-227E63415D1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54570" y="2052578"/>
                    <a:ext cx="99000" cy="482760"/>
                  </p14:xfrm>
                </p:contentPart>
              </mc:Choice>
              <mc:Fallback xmlns="">
                <p:pic>
                  <p:nvPicPr>
                    <p:cNvPr id="222" name="Ink 221">
                      <a:extLst>
                        <a:ext uri="{FF2B5EF4-FFF2-40B4-BE49-F238E27FC236}">
                          <a16:creationId xmlns:a16="http://schemas.microsoft.com/office/drawing/2014/main" id="{187B45E3-9835-48B4-830E-227E63415D13}"/>
                        </a:ext>
                      </a:extLst>
                    </p:cNvPr>
                    <p:cNvPicPr/>
                    <p:nvPr/>
                  </p:nvPicPr>
                  <p:blipFill>
                    <a:blip r:embed="rId205"/>
                    <a:stretch>
                      <a:fillRect/>
                    </a:stretch>
                  </p:blipFill>
                  <p:spPr>
                    <a:xfrm>
                      <a:off x="9050915" y="2048632"/>
                      <a:ext cx="106311" cy="49065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6">
                  <p14:nvContentPartPr>
                    <p14:cNvPr id="225" name="Ink 224">
                      <a:extLst>
                        <a:ext uri="{FF2B5EF4-FFF2-40B4-BE49-F238E27FC236}">
                          <a16:creationId xmlns:a16="http://schemas.microsoft.com/office/drawing/2014/main" id="{3C8B5EF1-DBC0-441F-849D-7DFBD3527DA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77018" y="2964458"/>
                    <a:ext cx="163440" cy="59040"/>
                  </p14:xfrm>
                </p:contentPart>
              </mc:Choice>
              <mc:Fallback xmlns="">
                <p:pic>
                  <p:nvPicPr>
                    <p:cNvPr id="225" name="Ink 224">
                      <a:extLst>
                        <a:ext uri="{FF2B5EF4-FFF2-40B4-BE49-F238E27FC236}">
                          <a16:creationId xmlns:a16="http://schemas.microsoft.com/office/drawing/2014/main" id="{3C8B5EF1-DBC0-441F-849D-7DFBD3527DA2}"/>
                        </a:ext>
                      </a:extLst>
                    </p:cNvPr>
                    <p:cNvPicPr/>
                    <p:nvPr/>
                  </p:nvPicPr>
                  <p:blipFill>
                    <a:blip r:embed="rId207"/>
                    <a:stretch>
                      <a:fillRect/>
                    </a:stretch>
                  </p:blipFill>
                  <p:spPr>
                    <a:xfrm>
                      <a:off x="9073366" y="2960500"/>
                      <a:ext cx="170745" cy="6695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8">
                  <p14:nvContentPartPr>
                    <p14:cNvPr id="229" name="Ink 228">
                      <a:extLst>
                        <a:ext uri="{FF2B5EF4-FFF2-40B4-BE49-F238E27FC236}">
                          <a16:creationId xmlns:a16="http://schemas.microsoft.com/office/drawing/2014/main" id="{C5016094-1FC3-4F2C-9F35-C181412007D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241538" y="3023858"/>
                    <a:ext cx="144720" cy="7560"/>
                  </p14:xfrm>
                </p:contentPart>
              </mc:Choice>
              <mc:Fallback xmlns="">
                <p:pic>
                  <p:nvPicPr>
                    <p:cNvPr id="229" name="Ink 228">
                      <a:extLst>
                        <a:ext uri="{FF2B5EF4-FFF2-40B4-BE49-F238E27FC236}">
                          <a16:creationId xmlns:a16="http://schemas.microsoft.com/office/drawing/2014/main" id="{C5016094-1FC3-4F2C-9F35-C181412007DB}"/>
                        </a:ext>
                      </a:extLst>
                    </p:cNvPr>
                    <p:cNvPicPr/>
                    <p:nvPr/>
                  </p:nvPicPr>
                  <p:blipFill>
                    <a:blip r:embed="rId209"/>
                    <a:stretch>
                      <a:fillRect/>
                    </a:stretch>
                  </p:blipFill>
                  <p:spPr>
                    <a:xfrm>
                      <a:off x="9237890" y="3019734"/>
                      <a:ext cx="152017" cy="1580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0">
                  <p14:nvContentPartPr>
                    <p14:cNvPr id="230" name="Ink 229">
                      <a:extLst>
                        <a:ext uri="{FF2B5EF4-FFF2-40B4-BE49-F238E27FC236}">
                          <a16:creationId xmlns:a16="http://schemas.microsoft.com/office/drawing/2014/main" id="{44F3BDE2-93A2-4D21-A0F4-ACE7C1EDB4B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79418" y="3021338"/>
                    <a:ext cx="267840" cy="7920"/>
                  </p14:xfrm>
                </p:contentPart>
              </mc:Choice>
              <mc:Fallback xmlns="">
                <p:pic>
                  <p:nvPicPr>
                    <p:cNvPr id="230" name="Ink 229">
                      <a:extLst>
                        <a:ext uri="{FF2B5EF4-FFF2-40B4-BE49-F238E27FC236}">
                          <a16:creationId xmlns:a16="http://schemas.microsoft.com/office/drawing/2014/main" id="{44F3BDE2-93A2-4D21-A0F4-ACE7C1EDB4BE}"/>
                        </a:ext>
                      </a:extLst>
                    </p:cNvPr>
                    <p:cNvPicPr/>
                    <p:nvPr/>
                  </p:nvPicPr>
                  <p:blipFill>
                    <a:blip r:embed="rId211"/>
                    <a:stretch>
                      <a:fillRect/>
                    </a:stretch>
                  </p:blipFill>
                  <p:spPr>
                    <a:xfrm>
                      <a:off x="9375761" y="3017378"/>
                      <a:ext cx="275153" cy="15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2">
                  <p14:nvContentPartPr>
                    <p14:cNvPr id="231" name="Ink 230">
                      <a:extLst>
                        <a:ext uri="{FF2B5EF4-FFF2-40B4-BE49-F238E27FC236}">
                          <a16:creationId xmlns:a16="http://schemas.microsoft.com/office/drawing/2014/main" id="{409E8E39-A630-4584-932A-D8D734A8497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41498" y="3017738"/>
                    <a:ext cx="189360" cy="9000"/>
                  </p14:xfrm>
                </p:contentPart>
              </mc:Choice>
              <mc:Fallback xmlns="">
                <p:pic>
                  <p:nvPicPr>
                    <p:cNvPr id="231" name="Ink 230">
                      <a:extLst>
                        <a:ext uri="{FF2B5EF4-FFF2-40B4-BE49-F238E27FC236}">
                          <a16:creationId xmlns:a16="http://schemas.microsoft.com/office/drawing/2014/main" id="{409E8E39-A630-4584-932A-D8D734A84979}"/>
                        </a:ext>
                      </a:extLst>
                    </p:cNvPr>
                    <p:cNvPicPr/>
                    <p:nvPr/>
                  </p:nvPicPr>
                  <p:blipFill>
                    <a:blip r:embed="rId213"/>
                    <a:stretch>
                      <a:fillRect/>
                    </a:stretch>
                  </p:blipFill>
                  <p:spPr>
                    <a:xfrm>
                      <a:off x="9637845" y="3013881"/>
                      <a:ext cx="196666" cy="1671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4">
                  <p14:nvContentPartPr>
                    <p14:cNvPr id="233" name="Ink 232">
                      <a:extLst>
                        <a:ext uri="{FF2B5EF4-FFF2-40B4-BE49-F238E27FC236}">
                          <a16:creationId xmlns:a16="http://schemas.microsoft.com/office/drawing/2014/main" id="{C11B1E8F-6736-4703-B63A-F1EBB27F75D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41458" y="2045738"/>
                    <a:ext cx="204480" cy="6840"/>
                  </p14:xfrm>
                </p:contentPart>
              </mc:Choice>
              <mc:Fallback xmlns="">
                <p:pic>
                  <p:nvPicPr>
                    <p:cNvPr id="233" name="Ink 232">
                      <a:extLst>
                        <a:ext uri="{FF2B5EF4-FFF2-40B4-BE49-F238E27FC236}">
                          <a16:creationId xmlns:a16="http://schemas.microsoft.com/office/drawing/2014/main" id="{C11B1E8F-6736-4703-B63A-F1EBB27F75DC}"/>
                        </a:ext>
                      </a:extLst>
                    </p:cNvPr>
                    <p:cNvPicPr/>
                    <p:nvPr/>
                  </p:nvPicPr>
                  <p:blipFill>
                    <a:blip r:embed="rId215"/>
                    <a:stretch>
                      <a:fillRect/>
                    </a:stretch>
                  </p:blipFill>
                  <p:spPr>
                    <a:xfrm>
                      <a:off x="9137801" y="2041829"/>
                      <a:ext cx="211794" cy="1465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6">
                  <p14:nvContentPartPr>
                    <p14:cNvPr id="234" name="Ink 233">
                      <a:extLst>
                        <a:ext uri="{FF2B5EF4-FFF2-40B4-BE49-F238E27FC236}">
                          <a16:creationId xmlns:a16="http://schemas.microsoft.com/office/drawing/2014/main" id="{0A87EE11-E870-4779-8578-32EC35D7EE1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43778" y="2047538"/>
                    <a:ext cx="154440" cy="6120"/>
                  </p14:xfrm>
                </p:contentPart>
              </mc:Choice>
              <mc:Fallback xmlns="">
                <p:pic>
                  <p:nvPicPr>
                    <p:cNvPr id="234" name="Ink 233">
                      <a:extLst>
                        <a:ext uri="{FF2B5EF4-FFF2-40B4-BE49-F238E27FC236}">
                          <a16:creationId xmlns:a16="http://schemas.microsoft.com/office/drawing/2014/main" id="{0A87EE11-E870-4779-8578-32EC35D7EE18}"/>
                        </a:ext>
                      </a:extLst>
                    </p:cNvPr>
                    <p:cNvPicPr/>
                    <p:nvPr/>
                  </p:nvPicPr>
                  <p:blipFill>
                    <a:blip r:embed="rId217"/>
                    <a:stretch>
                      <a:fillRect/>
                    </a:stretch>
                  </p:blipFill>
                  <p:spPr>
                    <a:xfrm>
                      <a:off x="9340123" y="2043673"/>
                      <a:ext cx="161751" cy="1385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8">
                  <p14:nvContentPartPr>
                    <p14:cNvPr id="235" name="Ink 234">
                      <a:extLst>
                        <a:ext uri="{FF2B5EF4-FFF2-40B4-BE49-F238E27FC236}">
                          <a16:creationId xmlns:a16="http://schemas.microsoft.com/office/drawing/2014/main" id="{14CB32CD-5A12-4763-8507-4BE4423C82E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491378" y="2047538"/>
                    <a:ext cx="168840" cy="2880"/>
                  </p14:xfrm>
                </p:contentPart>
              </mc:Choice>
              <mc:Fallback xmlns="">
                <p:pic>
                  <p:nvPicPr>
                    <p:cNvPr id="235" name="Ink 234">
                      <a:extLst>
                        <a:ext uri="{FF2B5EF4-FFF2-40B4-BE49-F238E27FC236}">
                          <a16:creationId xmlns:a16="http://schemas.microsoft.com/office/drawing/2014/main" id="{14CB32CD-5A12-4763-8507-4BE4423C82E4}"/>
                        </a:ext>
                      </a:extLst>
                    </p:cNvPr>
                    <p:cNvPicPr/>
                    <p:nvPr/>
                  </p:nvPicPr>
                  <p:blipFill>
                    <a:blip r:embed="rId219"/>
                    <a:stretch>
                      <a:fillRect/>
                    </a:stretch>
                  </p:blipFill>
                  <p:spPr>
                    <a:xfrm>
                      <a:off x="9487721" y="2043698"/>
                      <a:ext cx="176154" cy="1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0">
                  <p14:nvContentPartPr>
                    <p14:cNvPr id="236" name="Ink 235">
                      <a:extLst>
                        <a:ext uri="{FF2B5EF4-FFF2-40B4-BE49-F238E27FC236}">
                          <a16:creationId xmlns:a16="http://schemas.microsoft.com/office/drawing/2014/main" id="{B7D8D966-E6FC-44E7-909A-C731D7B0C68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58058" y="2042138"/>
                    <a:ext cx="164520" cy="8640"/>
                  </p14:xfrm>
                </p:contentPart>
              </mc:Choice>
              <mc:Fallback xmlns="">
                <p:pic>
                  <p:nvPicPr>
                    <p:cNvPr id="236" name="Ink 235">
                      <a:extLst>
                        <a:ext uri="{FF2B5EF4-FFF2-40B4-BE49-F238E27FC236}">
                          <a16:creationId xmlns:a16="http://schemas.microsoft.com/office/drawing/2014/main" id="{B7D8D966-E6FC-44E7-909A-C731D7B0C685}"/>
                        </a:ext>
                      </a:extLst>
                    </p:cNvPr>
                    <p:cNvPicPr/>
                    <p:nvPr/>
                  </p:nvPicPr>
                  <p:blipFill>
                    <a:blip r:embed="rId221"/>
                    <a:stretch>
                      <a:fillRect/>
                    </a:stretch>
                  </p:blipFill>
                  <p:spPr>
                    <a:xfrm>
                      <a:off x="9654402" y="2038150"/>
                      <a:ext cx="171832" cy="1661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2">
                  <p14:nvContentPartPr>
                    <p14:cNvPr id="237" name="Ink 236">
                      <a:extLst>
                        <a:ext uri="{FF2B5EF4-FFF2-40B4-BE49-F238E27FC236}">
                          <a16:creationId xmlns:a16="http://schemas.microsoft.com/office/drawing/2014/main" id="{9551E2AE-CBC0-4D09-B580-9DA498E5950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822578" y="2040698"/>
                    <a:ext cx="27720" cy="984240"/>
                  </p14:xfrm>
                </p:contentPart>
              </mc:Choice>
              <mc:Fallback xmlns="">
                <p:pic>
                  <p:nvPicPr>
                    <p:cNvPr id="237" name="Ink 236">
                      <a:extLst>
                        <a:ext uri="{FF2B5EF4-FFF2-40B4-BE49-F238E27FC236}">
                          <a16:creationId xmlns:a16="http://schemas.microsoft.com/office/drawing/2014/main" id="{9551E2AE-CBC0-4D09-B580-9DA498E59504}"/>
                        </a:ext>
                      </a:extLst>
                    </p:cNvPr>
                    <p:cNvPicPr/>
                    <p:nvPr/>
                  </p:nvPicPr>
                  <p:blipFill>
                    <a:blip r:embed="rId223"/>
                    <a:stretch>
                      <a:fillRect/>
                    </a:stretch>
                  </p:blipFill>
                  <p:spPr>
                    <a:xfrm>
                      <a:off x="9818923" y="2036751"/>
                      <a:ext cx="35031" cy="99213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4">
                  <p14:nvContentPartPr>
                    <p14:cNvPr id="241" name="Ink 240">
                      <a:extLst>
                        <a:ext uri="{FF2B5EF4-FFF2-40B4-BE49-F238E27FC236}">
                          <a16:creationId xmlns:a16="http://schemas.microsoft.com/office/drawing/2014/main" id="{D64884FB-F74D-44DB-962B-B078066C3E1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69818" y="2811098"/>
                    <a:ext cx="122760" cy="79920"/>
                  </p14:xfrm>
                </p:contentPart>
              </mc:Choice>
              <mc:Fallback xmlns="">
                <p:pic>
                  <p:nvPicPr>
                    <p:cNvPr id="241" name="Ink 240">
                      <a:extLst>
                        <a:ext uri="{FF2B5EF4-FFF2-40B4-BE49-F238E27FC236}">
                          <a16:creationId xmlns:a16="http://schemas.microsoft.com/office/drawing/2014/main" id="{D64884FB-F74D-44DB-962B-B078066C3E18}"/>
                        </a:ext>
                      </a:extLst>
                    </p:cNvPr>
                    <p:cNvPicPr/>
                    <p:nvPr/>
                  </p:nvPicPr>
                  <p:blipFill>
                    <a:blip r:embed="rId225"/>
                    <a:stretch>
                      <a:fillRect/>
                    </a:stretch>
                  </p:blipFill>
                  <p:spPr>
                    <a:xfrm>
                      <a:off x="9066163" y="2807135"/>
                      <a:ext cx="130071" cy="8784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6">
                  <p14:nvContentPartPr>
                    <p14:cNvPr id="242" name="Ink 241">
                      <a:extLst>
                        <a:ext uri="{FF2B5EF4-FFF2-40B4-BE49-F238E27FC236}">
                          <a16:creationId xmlns:a16="http://schemas.microsoft.com/office/drawing/2014/main" id="{AA1FCCFA-C740-4155-AB9C-7CF9D08AC6A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88978" y="2804978"/>
                    <a:ext cx="225000" cy="7200"/>
                  </p14:xfrm>
                </p:contentPart>
              </mc:Choice>
              <mc:Fallback xmlns="">
                <p:pic>
                  <p:nvPicPr>
                    <p:cNvPr id="242" name="Ink 241">
                      <a:extLst>
                        <a:ext uri="{FF2B5EF4-FFF2-40B4-BE49-F238E27FC236}">
                          <a16:creationId xmlns:a16="http://schemas.microsoft.com/office/drawing/2014/main" id="{AA1FCCFA-C740-4155-AB9C-7CF9D08AC6A1}"/>
                        </a:ext>
                      </a:extLst>
                    </p:cNvPr>
                    <p:cNvPicPr/>
                    <p:nvPr/>
                  </p:nvPicPr>
                  <p:blipFill>
                    <a:blip r:embed="rId227"/>
                    <a:stretch>
                      <a:fillRect/>
                    </a:stretch>
                  </p:blipFill>
                  <p:spPr>
                    <a:xfrm>
                      <a:off x="9185324" y="2801051"/>
                      <a:ext cx="232307" cy="1505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8">
                  <p14:nvContentPartPr>
                    <p14:cNvPr id="243" name="Ink 242">
                      <a:extLst>
                        <a:ext uri="{FF2B5EF4-FFF2-40B4-BE49-F238E27FC236}">
                          <a16:creationId xmlns:a16="http://schemas.microsoft.com/office/drawing/2014/main" id="{2E85389B-DB4B-4638-BABF-D6190CCF67D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412898" y="2807138"/>
                    <a:ext cx="127440" cy="2880"/>
                  </p14:xfrm>
                </p:contentPart>
              </mc:Choice>
              <mc:Fallback xmlns="">
                <p:pic>
                  <p:nvPicPr>
                    <p:cNvPr id="243" name="Ink 242">
                      <a:extLst>
                        <a:ext uri="{FF2B5EF4-FFF2-40B4-BE49-F238E27FC236}">
                          <a16:creationId xmlns:a16="http://schemas.microsoft.com/office/drawing/2014/main" id="{2E85389B-DB4B-4638-BABF-D6190CCF67DD}"/>
                        </a:ext>
                      </a:extLst>
                    </p:cNvPr>
                    <p:cNvPicPr/>
                    <p:nvPr/>
                  </p:nvPicPr>
                  <p:blipFill>
                    <a:blip r:embed="rId229"/>
                    <a:stretch>
                      <a:fillRect/>
                    </a:stretch>
                  </p:blipFill>
                  <p:spPr>
                    <a:xfrm>
                      <a:off x="9409239" y="2803298"/>
                      <a:ext cx="134757" cy="1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0">
                  <p14:nvContentPartPr>
                    <p14:cNvPr id="244" name="Ink 243">
                      <a:extLst>
                        <a:ext uri="{FF2B5EF4-FFF2-40B4-BE49-F238E27FC236}">
                          <a16:creationId xmlns:a16="http://schemas.microsoft.com/office/drawing/2014/main" id="{6469623B-9A4B-4CA3-91B8-0E8013F028D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36738" y="2801378"/>
                    <a:ext cx="291240" cy="6840"/>
                  </p14:xfrm>
                </p:contentPart>
              </mc:Choice>
              <mc:Fallback xmlns="">
                <p:pic>
                  <p:nvPicPr>
                    <p:cNvPr id="244" name="Ink 243">
                      <a:extLst>
                        <a:ext uri="{FF2B5EF4-FFF2-40B4-BE49-F238E27FC236}">
                          <a16:creationId xmlns:a16="http://schemas.microsoft.com/office/drawing/2014/main" id="{6469623B-9A4B-4CA3-91B8-0E8013F028D9}"/>
                        </a:ext>
                      </a:extLst>
                    </p:cNvPr>
                    <p:cNvPicPr/>
                    <p:nvPr/>
                  </p:nvPicPr>
                  <p:blipFill>
                    <a:blip r:embed="rId231"/>
                    <a:stretch>
                      <a:fillRect/>
                    </a:stretch>
                  </p:blipFill>
                  <p:spPr>
                    <a:xfrm>
                      <a:off x="9533086" y="2797469"/>
                      <a:ext cx="298544" cy="14657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32">
                <p14:nvContentPartPr>
                  <p14:cNvPr id="246" name="Ink 245">
                    <a:extLst>
                      <a:ext uri="{FF2B5EF4-FFF2-40B4-BE49-F238E27FC236}">
                        <a16:creationId xmlns:a16="http://schemas.microsoft.com/office/drawing/2014/main" id="{3FE4C67A-1B5F-4E4F-8F95-91FE9B1303F4}"/>
                      </a:ext>
                    </a:extLst>
                  </p14:cNvPr>
                  <p14:cNvContentPartPr/>
                  <p14:nvPr/>
                </p14:nvContentPartPr>
                <p14:xfrm>
                  <a:off x="9822578" y="2804978"/>
                  <a:ext cx="19440" cy="5040"/>
                </p14:xfrm>
              </p:contentPart>
            </mc:Choice>
            <mc:Fallback xmlns="">
              <p:pic>
                <p:nvPicPr>
                  <p:cNvPr id="246" name="Ink 245">
                    <a:extLst>
                      <a:ext uri="{FF2B5EF4-FFF2-40B4-BE49-F238E27FC236}">
                        <a16:creationId xmlns:a16="http://schemas.microsoft.com/office/drawing/2014/main" id="{3FE4C67A-1B5F-4E4F-8F95-91FE9B1303F4}"/>
                      </a:ext>
                    </a:extLst>
                  </p:cNvPr>
                  <p:cNvPicPr/>
                  <p:nvPr/>
                </p:nvPicPr>
                <p:blipFill>
                  <a:blip r:embed="rId233"/>
                  <a:stretch>
                    <a:fillRect/>
                  </a:stretch>
                </p:blipFill>
                <p:spPr>
                  <a:xfrm>
                    <a:off x="9818875" y="2801198"/>
                    <a:ext cx="26846" cy="12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4A930700-4714-4488-B215-BC51837D3C1E}"/>
                </a:ext>
              </a:extLst>
            </p:cNvPr>
            <p:cNvSpPr txBox="1"/>
            <p:nvPr/>
          </p:nvSpPr>
          <p:spPr>
            <a:xfrm>
              <a:off x="7675890" y="1674292"/>
              <a:ext cx="6326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6 </a:t>
              </a:r>
              <a:r>
                <a:rPr lang="zh-CN" altLang="en-US" sz="1600" dirty="0">
                  <a:solidFill>
                    <a:schemeClr val="accent2">
                      <a:lumMod val="75000"/>
                    </a:schemeClr>
                  </a:solidFill>
                </a:rPr>
                <a:t>￥</a:t>
              </a:r>
              <a:endParaRPr lang="en-US" altLang="zh-CN" sz="1600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3 </a:t>
              </a:r>
              <a:r>
                <a:rPr lang="en-US" altLang="zh-CN" sz="1600" dirty="0">
                  <a:solidFill>
                    <a:schemeClr val="accent2">
                      <a:lumMod val="75000"/>
                    </a:schemeClr>
                  </a:solidFill>
                </a:rPr>
                <a:t>kg</a:t>
              </a:r>
              <a:endParaRPr lang="en-US" sz="16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5C1278DB-FC94-46C4-B3BD-473756B8C1ED}"/>
              </a:ext>
            </a:extLst>
          </p:cNvPr>
          <p:cNvGrpSpPr/>
          <p:nvPr/>
        </p:nvGrpSpPr>
        <p:grpSpPr>
          <a:xfrm>
            <a:off x="7211202" y="2524391"/>
            <a:ext cx="940990" cy="1084228"/>
            <a:chOff x="7491584" y="1472810"/>
            <a:chExt cx="940990" cy="1084228"/>
          </a:xfrm>
        </p:grpSpPr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4A90A253-E926-4B01-930F-9E889CFA27C8}"/>
                </a:ext>
              </a:extLst>
            </p:cNvPr>
            <p:cNvGrpSpPr/>
            <p:nvPr/>
          </p:nvGrpSpPr>
          <p:grpSpPr>
            <a:xfrm>
              <a:off x="7491584" y="1472810"/>
              <a:ext cx="940990" cy="1084228"/>
              <a:chOff x="9054570" y="2040698"/>
              <a:chExt cx="795728" cy="990720"/>
            </a:xfrm>
          </p:grpSpPr>
          <p:grpSp>
            <p:nvGrpSpPr>
              <p:cNvPr id="253" name="Group 252">
                <a:extLst>
                  <a:ext uri="{FF2B5EF4-FFF2-40B4-BE49-F238E27FC236}">
                    <a16:creationId xmlns:a16="http://schemas.microsoft.com/office/drawing/2014/main" id="{54110986-5978-42A1-8996-A162F3958FE8}"/>
                  </a:ext>
                </a:extLst>
              </p:cNvPr>
              <p:cNvGrpSpPr/>
              <p:nvPr/>
            </p:nvGrpSpPr>
            <p:grpSpPr>
              <a:xfrm>
                <a:off x="9054570" y="2040698"/>
                <a:ext cx="795728" cy="990720"/>
                <a:chOff x="9054570" y="2040698"/>
                <a:chExt cx="795728" cy="9907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34">
                  <p14:nvContentPartPr>
                    <p14:cNvPr id="255" name="Ink 254">
                      <a:extLst>
                        <a:ext uri="{FF2B5EF4-FFF2-40B4-BE49-F238E27FC236}">
                          <a16:creationId xmlns:a16="http://schemas.microsoft.com/office/drawing/2014/main" id="{EB12A207-4891-41C8-A195-1FF905011D9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60330" y="2531018"/>
                    <a:ext cx="24840" cy="441360"/>
                  </p14:xfrm>
                </p:contentPart>
              </mc:Choice>
              <mc:Fallback xmlns="">
                <p:pic>
                  <p:nvPicPr>
                    <p:cNvPr id="255" name="Ink 254">
                      <a:extLst>
                        <a:ext uri="{FF2B5EF4-FFF2-40B4-BE49-F238E27FC236}">
                          <a16:creationId xmlns:a16="http://schemas.microsoft.com/office/drawing/2014/main" id="{EB12A207-4891-41C8-A195-1FF905011D9C}"/>
                        </a:ext>
                      </a:extLst>
                    </p:cNvPr>
                    <p:cNvPicPr/>
                    <p:nvPr/>
                  </p:nvPicPr>
                  <p:blipFill>
                    <a:blip r:embed="rId203"/>
                    <a:stretch>
                      <a:fillRect/>
                    </a:stretch>
                  </p:blipFill>
                  <p:spPr>
                    <a:xfrm>
                      <a:off x="9056695" y="2527068"/>
                      <a:ext cx="32110" cy="44925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5">
                  <p14:nvContentPartPr>
                    <p14:cNvPr id="256" name="Ink 255">
                      <a:extLst>
                        <a:ext uri="{FF2B5EF4-FFF2-40B4-BE49-F238E27FC236}">
                          <a16:creationId xmlns:a16="http://schemas.microsoft.com/office/drawing/2014/main" id="{21754F8A-B459-4211-9455-9DC11322DC3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54570" y="2052578"/>
                    <a:ext cx="99000" cy="482760"/>
                  </p14:xfrm>
                </p:contentPart>
              </mc:Choice>
              <mc:Fallback xmlns="">
                <p:pic>
                  <p:nvPicPr>
                    <p:cNvPr id="256" name="Ink 255">
                      <a:extLst>
                        <a:ext uri="{FF2B5EF4-FFF2-40B4-BE49-F238E27FC236}">
                          <a16:creationId xmlns:a16="http://schemas.microsoft.com/office/drawing/2014/main" id="{21754F8A-B459-4211-9455-9DC11322DC39}"/>
                        </a:ext>
                      </a:extLst>
                    </p:cNvPr>
                    <p:cNvPicPr/>
                    <p:nvPr/>
                  </p:nvPicPr>
                  <p:blipFill>
                    <a:blip r:embed="rId205"/>
                    <a:stretch>
                      <a:fillRect/>
                    </a:stretch>
                  </p:blipFill>
                  <p:spPr>
                    <a:xfrm>
                      <a:off x="9050915" y="2048632"/>
                      <a:ext cx="106311" cy="49065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6">
                  <p14:nvContentPartPr>
                    <p14:cNvPr id="257" name="Ink 256">
                      <a:extLst>
                        <a:ext uri="{FF2B5EF4-FFF2-40B4-BE49-F238E27FC236}">
                          <a16:creationId xmlns:a16="http://schemas.microsoft.com/office/drawing/2014/main" id="{1F3A5F41-E098-4DB3-AFF9-9827AEED13B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77018" y="2964458"/>
                    <a:ext cx="163440" cy="59040"/>
                  </p14:xfrm>
                </p:contentPart>
              </mc:Choice>
              <mc:Fallback xmlns="">
                <p:pic>
                  <p:nvPicPr>
                    <p:cNvPr id="257" name="Ink 256">
                      <a:extLst>
                        <a:ext uri="{FF2B5EF4-FFF2-40B4-BE49-F238E27FC236}">
                          <a16:creationId xmlns:a16="http://schemas.microsoft.com/office/drawing/2014/main" id="{1F3A5F41-E098-4DB3-AFF9-9827AEED13BB}"/>
                        </a:ext>
                      </a:extLst>
                    </p:cNvPr>
                    <p:cNvPicPr/>
                    <p:nvPr/>
                  </p:nvPicPr>
                  <p:blipFill>
                    <a:blip r:embed="rId207"/>
                    <a:stretch>
                      <a:fillRect/>
                    </a:stretch>
                  </p:blipFill>
                  <p:spPr>
                    <a:xfrm>
                      <a:off x="9073366" y="2960500"/>
                      <a:ext cx="170745" cy="6695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7">
                  <p14:nvContentPartPr>
                    <p14:cNvPr id="258" name="Ink 257">
                      <a:extLst>
                        <a:ext uri="{FF2B5EF4-FFF2-40B4-BE49-F238E27FC236}">
                          <a16:creationId xmlns:a16="http://schemas.microsoft.com/office/drawing/2014/main" id="{4946BB44-54CA-474F-A4EA-B81C9485ABB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241538" y="3023858"/>
                    <a:ext cx="144720" cy="7560"/>
                  </p14:xfrm>
                </p:contentPart>
              </mc:Choice>
              <mc:Fallback xmlns="">
                <p:pic>
                  <p:nvPicPr>
                    <p:cNvPr id="258" name="Ink 257">
                      <a:extLst>
                        <a:ext uri="{FF2B5EF4-FFF2-40B4-BE49-F238E27FC236}">
                          <a16:creationId xmlns:a16="http://schemas.microsoft.com/office/drawing/2014/main" id="{4946BB44-54CA-474F-A4EA-B81C9485ABB2}"/>
                        </a:ext>
                      </a:extLst>
                    </p:cNvPr>
                    <p:cNvPicPr/>
                    <p:nvPr/>
                  </p:nvPicPr>
                  <p:blipFill>
                    <a:blip r:embed="rId209"/>
                    <a:stretch>
                      <a:fillRect/>
                    </a:stretch>
                  </p:blipFill>
                  <p:spPr>
                    <a:xfrm>
                      <a:off x="9237890" y="3019734"/>
                      <a:ext cx="152017" cy="1580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8">
                  <p14:nvContentPartPr>
                    <p14:cNvPr id="259" name="Ink 258">
                      <a:extLst>
                        <a:ext uri="{FF2B5EF4-FFF2-40B4-BE49-F238E27FC236}">
                          <a16:creationId xmlns:a16="http://schemas.microsoft.com/office/drawing/2014/main" id="{89375145-5F47-41A7-8FAC-A8817C1B952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79418" y="3021338"/>
                    <a:ext cx="267840" cy="7920"/>
                  </p14:xfrm>
                </p:contentPart>
              </mc:Choice>
              <mc:Fallback xmlns="">
                <p:pic>
                  <p:nvPicPr>
                    <p:cNvPr id="259" name="Ink 258">
                      <a:extLst>
                        <a:ext uri="{FF2B5EF4-FFF2-40B4-BE49-F238E27FC236}">
                          <a16:creationId xmlns:a16="http://schemas.microsoft.com/office/drawing/2014/main" id="{89375145-5F47-41A7-8FAC-A8817C1B952F}"/>
                        </a:ext>
                      </a:extLst>
                    </p:cNvPr>
                    <p:cNvPicPr/>
                    <p:nvPr/>
                  </p:nvPicPr>
                  <p:blipFill>
                    <a:blip r:embed="rId211"/>
                    <a:stretch>
                      <a:fillRect/>
                    </a:stretch>
                  </p:blipFill>
                  <p:spPr>
                    <a:xfrm>
                      <a:off x="9375761" y="3017378"/>
                      <a:ext cx="275153" cy="15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9">
                  <p14:nvContentPartPr>
                    <p14:cNvPr id="260" name="Ink 259">
                      <a:extLst>
                        <a:ext uri="{FF2B5EF4-FFF2-40B4-BE49-F238E27FC236}">
                          <a16:creationId xmlns:a16="http://schemas.microsoft.com/office/drawing/2014/main" id="{65E62E58-FC9B-4A2D-A62D-FC8565A2CC7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41498" y="3017738"/>
                    <a:ext cx="189360" cy="9000"/>
                  </p14:xfrm>
                </p:contentPart>
              </mc:Choice>
              <mc:Fallback xmlns="">
                <p:pic>
                  <p:nvPicPr>
                    <p:cNvPr id="260" name="Ink 259">
                      <a:extLst>
                        <a:ext uri="{FF2B5EF4-FFF2-40B4-BE49-F238E27FC236}">
                          <a16:creationId xmlns:a16="http://schemas.microsoft.com/office/drawing/2014/main" id="{65E62E58-FC9B-4A2D-A62D-FC8565A2CC74}"/>
                        </a:ext>
                      </a:extLst>
                    </p:cNvPr>
                    <p:cNvPicPr/>
                    <p:nvPr/>
                  </p:nvPicPr>
                  <p:blipFill>
                    <a:blip r:embed="rId213"/>
                    <a:stretch>
                      <a:fillRect/>
                    </a:stretch>
                  </p:blipFill>
                  <p:spPr>
                    <a:xfrm>
                      <a:off x="9637845" y="3013881"/>
                      <a:ext cx="196666" cy="1671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0">
                  <p14:nvContentPartPr>
                    <p14:cNvPr id="261" name="Ink 260">
                      <a:extLst>
                        <a:ext uri="{FF2B5EF4-FFF2-40B4-BE49-F238E27FC236}">
                          <a16:creationId xmlns:a16="http://schemas.microsoft.com/office/drawing/2014/main" id="{AE5761FE-FFA0-44DB-BFCF-8E8C4FB36CF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41458" y="2045738"/>
                    <a:ext cx="204480" cy="6840"/>
                  </p14:xfrm>
                </p:contentPart>
              </mc:Choice>
              <mc:Fallback xmlns="">
                <p:pic>
                  <p:nvPicPr>
                    <p:cNvPr id="261" name="Ink 260">
                      <a:extLst>
                        <a:ext uri="{FF2B5EF4-FFF2-40B4-BE49-F238E27FC236}">
                          <a16:creationId xmlns:a16="http://schemas.microsoft.com/office/drawing/2014/main" id="{AE5761FE-FFA0-44DB-BFCF-8E8C4FB36CF9}"/>
                        </a:ext>
                      </a:extLst>
                    </p:cNvPr>
                    <p:cNvPicPr/>
                    <p:nvPr/>
                  </p:nvPicPr>
                  <p:blipFill>
                    <a:blip r:embed="rId215"/>
                    <a:stretch>
                      <a:fillRect/>
                    </a:stretch>
                  </p:blipFill>
                  <p:spPr>
                    <a:xfrm>
                      <a:off x="9137801" y="2041829"/>
                      <a:ext cx="211794" cy="1465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1">
                  <p14:nvContentPartPr>
                    <p14:cNvPr id="262" name="Ink 261">
                      <a:extLst>
                        <a:ext uri="{FF2B5EF4-FFF2-40B4-BE49-F238E27FC236}">
                          <a16:creationId xmlns:a16="http://schemas.microsoft.com/office/drawing/2014/main" id="{CCCCC003-E554-45C6-8241-F484E9E057E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43778" y="2047538"/>
                    <a:ext cx="154440" cy="6120"/>
                  </p14:xfrm>
                </p:contentPart>
              </mc:Choice>
              <mc:Fallback xmlns="">
                <p:pic>
                  <p:nvPicPr>
                    <p:cNvPr id="262" name="Ink 261">
                      <a:extLst>
                        <a:ext uri="{FF2B5EF4-FFF2-40B4-BE49-F238E27FC236}">
                          <a16:creationId xmlns:a16="http://schemas.microsoft.com/office/drawing/2014/main" id="{CCCCC003-E554-45C6-8241-F484E9E057E0}"/>
                        </a:ext>
                      </a:extLst>
                    </p:cNvPr>
                    <p:cNvPicPr/>
                    <p:nvPr/>
                  </p:nvPicPr>
                  <p:blipFill>
                    <a:blip r:embed="rId217"/>
                    <a:stretch>
                      <a:fillRect/>
                    </a:stretch>
                  </p:blipFill>
                  <p:spPr>
                    <a:xfrm>
                      <a:off x="9340123" y="2043673"/>
                      <a:ext cx="161751" cy="1385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2">
                  <p14:nvContentPartPr>
                    <p14:cNvPr id="263" name="Ink 262">
                      <a:extLst>
                        <a:ext uri="{FF2B5EF4-FFF2-40B4-BE49-F238E27FC236}">
                          <a16:creationId xmlns:a16="http://schemas.microsoft.com/office/drawing/2014/main" id="{24336F6E-DBF5-4763-AE99-C605C42DE44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491378" y="2047538"/>
                    <a:ext cx="168840" cy="2880"/>
                  </p14:xfrm>
                </p:contentPart>
              </mc:Choice>
              <mc:Fallback xmlns="">
                <p:pic>
                  <p:nvPicPr>
                    <p:cNvPr id="263" name="Ink 262">
                      <a:extLst>
                        <a:ext uri="{FF2B5EF4-FFF2-40B4-BE49-F238E27FC236}">
                          <a16:creationId xmlns:a16="http://schemas.microsoft.com/office/drawing/2014/main" id="{24336F6E-DBF5-4763-AE99-C605C42DE441}"/>
                        </a:ext>
                      </a:extLst>
                    </p:cNvPr>
                    <p:cNvPicPr/>
                    <p:nvPr/>
                  </p:nvPicPr>
                  <p:blipFill>
                    <a:blip r:embed="rId219"/>
                    <a:stretch>
                      <a:fillRect/>
                    </a:stretch>
                  </p:blipFill>
                  <p:spPr>
                    <a:xfrm>
                      <a:off x="9487721" y="2043698"/>
                      <a:ext cx="176154" cy="1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3">
                  <p14:nvContentPartPr>
                    <p14:cNvPr id="264" name="Ink 263">
                      <a:extLst>
                        <a:ext uri="{FF2B5EF4-FFF2-40B4-BE49-F238E27FC236}">
                          <a16:creationId xmlns:a16="http://schemas.microsoft.com/office/drawing/2014/main" id="{2DFA9EFB-2D1B-4C20-A60A-FD23452FAA2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58058" y="2042138"/>
                    <a:ext cx="164520" cy="8640"/>
                  </p14:xfrm>
                </p:contentPart>
              </mc:Choice>
              <mc:Fallback xmlns="">
                <p:pic>
                  <p:nvPicPr>
                    <p:cNvPr id="264" name="Ink 263">
                      <a:extLst>
                        <a:ext uri="{FF2B5EF4-FFF2-40B4-BE49-F238E27FC236}">
                          <a16:creationId xmlns:a16="http://schemas.microsoft.com/office/drawing/2014/main" id="{2DFA9EFB-2D1B-4C20-A60A-FD23452FAA20}"/>
                        </a:ext>
                      </a:extLst>
                    </p:cNvPr>
                    <p:cNvPicPr/>
                    <p:nvPr/>
                  </p:nvPicPr>
                  <p:blipFill>
                    <a:blip r:embed="rId221"/>
                    <a:stretch>
                      <a:fillRect/>
                    </a:stretch>
                  </p:blipFill>
                  <p:spPr>
                    <a:xfrm>
                      <a:off x="9654402" y="2038150"/>
                      <a:ext cx="171832" cy="1661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4">
                  <p14:nvContentPartPr>
                    <p14:cNvPr id="265" name="Ink 264">
                      <a:extLst>
                        <a:ext uri="{FF2B5EF4-FFF2-40B4-BE49-F238E27FC236}">
                          <a16:creationId xmlns:a16="http://schemas.microsoft.com/office/drawing/2014/main" id="{43240D71-7B24-4BAD-ADA1-EB4D1E868DE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822578" y="2040698"/>
                    <a:ext cx="27720" cy="984240"/>
                  </p14:xfrm>
                </p:contentPart>
              </mc:Choice>
              <mc:Fallback xmlns="">
                <p:pic>
                  <p:nvPicPr>
                    <p:cNvPr id="265" name="Ink 264">
                      <a:extLst>
                        <a:ext uri="{FF2B5EF4-FFF2-40B4-BE49-F238E27FC236}">
                          <a16:creationId xmlns:a16="http://schemas.microsoft.com/office/drawing/2014/main" id="{43240D71-7B24-4BAD-ADA1-EB4D1E868DE6}"/>
                        </a:ext>
                      </a:extLst>
                    </p:cNvPr>
                    <p:cNvPicPr/>
                    <p:nvPr/>
                  </p:nvPicPr>
                  <p:blipFill>
                    <a:blip r:embed="rId223"/>
                    <a:stretch>
                      <a:fillRect/>
                    </a:stretch>
                  </p:blipFill>
                  <p:spPr>
                    <a:xfrm>
                      <a:off x="9818923" y="2036751"/>
                      <a:ext cx="35031" cy="99213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5">
                  <p14:nvContentPartPr>
                    <p14:cNvPr id="266" name="Ink 265">
                      <a:extLst>
                        <a:ext uri="{FF2B5EF4-FFF2-40B4-BE49-F238E27FC236}">
                          <a16:creationId xmlns:a16="http://schemas.microsoft.com/office/drawing/2014/main" id="{8D382779-84FC-4608-A7A7-5C064613B8A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69818" y="2811098"/>
                    <a:ext cx="122760" cy="79920"/>
                  </p14:xfrm>
                </p:contentPart>
              </mc:Choice>
              <mc:Fallback xmlns="">
                <p:pic>
                  <p:nvPicPr>
                    <p:cNvPr id="266" name="Ink 265">
                      <a:extLst>
                        <a:ext uri="{FF2B5EF4-FFF2-40B4-BE49-F238E27FC236}">
                          <a16:creationId xmlns:a16="http://schemas.microsoft.com/office/drawing/2014/main" id="{8D382779-84FC-4608-A7A7-5C064613B8AB}"/>
                        </a:ext>
                      </a:extLst>
                    </p:cNvPr>
                    <p:cNvPicPr/>
                    <p:nvPr/>
                  </p:nvPicPr>
                  <p:blipFill>
                    <a:blip r:embed="rId225"/>
                    <a:stretch>
                      <a:fillRect/>
                    </a:stretch>
                  </p:blipFill>
                  <p:spPr>
                    <a:xfrm>
                      <a:off x="9066163" y="2807135"/>
                      <a:ext cx="130071" cy="8784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6">
                  <p14:nvContentPartPr>
                    <p14:cNvPr id="267" name="Ink 266">
                      <a:extLst>
                        <a:ext uri="{FF2B5EF4-FFF2-40B4-BE49-F238E27FC236}">
                          <a16:creationId xmlns:a16="http://schemas.microsoft.com/office/drawing/2014/main" id="{CCDBE239-1005-464E-8FE9-92B3D668DCD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88978" y="2804978"/>
                    <a:ext cx="225000" cy="7200"/>
                  </p14:xfrm>
                </p:contentPart>
              </mc:Choice>
              <mc:Fallback xmlns="">
                <p:pic>
                  <p:nvPicPr>
                    <p:cNvPr id="267" name="Ink 266">
                      <a:extLst>
                        <a:ext uri="{FF2B5EF4-FFF2-40B4-BE49-F238E27FC236}">
                          <a16:creationId xmlns:a16="http://schemas.microsoft.com/office/drawing/2014/main" id="{CCDBE239-1005-464E-8FE9-92B3D668DCD7}"/>
                        </a:ext>
                      </a:extLst>
                    </p:cNvPr>
                    <p:cNvPicPr/>
                    <p:nvPr/>
                  </p:nvPicPr>
                  <p:blipFill>
                    <a:blip r:embed="rId227"/>
                    <a:stretch>
                      <a:fillRect/>
                    </a:stretch>
                  </p:blipFill>
                  <p:spPr>
                    <a:xfrm>
                      <a:off x="9185324" y="2801051"/>
                      <a:ext cx="232307" cy="1505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7">
                  <p14:nvContentPartPr>
                    <p14:cNvPr id="268" name="Ink 267">
                      <a:extLst>
                        <a:ext uri="{FF2B5EF4-FFF2-40B4-BE49-F238E27FC236}">
                          <a16:creationId xmlns:a16="http://schemas.microsoft.com/office/drawing/2014/main" id="{8C3D4B8C-064C-4B5B-8C1A-9DA9EDCFC76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412898" y="2807138"/>
                    <a:ext cx="127440" cy="2880"/>
                  </p14:xfrm>
                </p:contentPart>
              </mc:Choice>
              <mc:Fallback xmlns="">
                <p:pic>
                  <p:nvPicPr>
                    <p:cNvPr id="268" name="Ink 267">
                      <a:extLst>
                        <a:ext uri="{FF2B5EF4-FFF2-40B4-BE49-F238E27FC236}">
                          <a16:creationId xmlns:a16="http://schemas.microsoft.com/office/drawing/2014/main" id="{8C3D4B8C-064C-4B5B-8C1A-9DA9EDCFC766}"/>
                        </a:ext>
                      </a:extLst>
                    </p:cNvPr>
                    <p:cNvPicPr/>
                    <p:nvPr/>
                  </p:nvPicPr>
                  <p:blipFill>
                    <a:blip r:embed="rId229"/>
                    <a:stretch>
                      <a:fillRect/>
                    </a:stretch>
                  </p:blipFill>
                  <p:spPr>
                    <a:xfrm>
                      <a:off x="9409239" y="2803298"/>
                      <a:ext cx="134757" cy="1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8">
                  <p14:nvContentPartPr>
                    <p14:cNvPr id="269" name="Ink 268">
                      <a:extLst>
                        <a:ext uri="{FF2B5EF4-FFF2-40B4-BE49-F238E27FC236}">
                          <a16:creationId xmlns:a16="http://schemas.microsoft.com/office/drawing/2014/main" id="{A58EC554-AF20-4F44-AD86-32702775C2E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36738" y="2801378"/>
                    <a:ext cx="291240" cy="6840"/>
                  </p14:xfrm>
                </p:contentPart>
              </mc:Choice>
              <mc:Fallback xmlns="">
                <p:pic>
                  <p:nvPicPr>
                    <p:cNvPr id="269" name="Ink 268">
                      <a:extLst>
                        <a:ext uri="{FF2B5EF4-FFF2-40B4-BE49-F238E27FC236}">
                          <a16:creationId xmlns:a16="http://schemas.microsoft.com/office/drawing/2014/main" id="{A58EC554-AF20-4F44-AD86-32702775C2E5}"/>
                        </a:ext>
                      </a:extLst>
                    </p:cNvPr>
                    <p:cNvPicPr/>
                    <p:nvPr/>
                  </p:nvPicPr>
                  <p:blipFill>
                    <a:blip r:embed="rId231"/>
                    <a:stretch>
                      <a:fillRect/>
                    </a:stretch>
                  </p:blipFill>
                  <p:spPr>
                    <a:xfrm>
                      <a:off x="9533086" y="2797469"/>
                      <a:ext cx="298544" cy="14657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49">
                <p14:nvContentPartPr>
                  <p14:cNvPr id="254" name="Ink 253">
                    <a:extLst>
                      <a:ext uri="{FF2B5EF4-FFF2-40B4-BE49-F238E27FC236}">
                        <a16:creationId xmlns:a16="http://schemas.microsoft.com/office/drawing/2014/main" id="{2B03763B-1ADA-44E9-BEED-28087CBAC8DA}"/>
                      </a:ext>
                    </a:extLst>
                  </p14:cNvPr>
                  <p14:cNvContentPartPr/>
                  <p14:nvPr/>
                </p14:nvContentPartPr>
                <p14:xfrm>
                  <a:off x="9822578" y="2804978"/>
                  <a:ext cx="19440" cy="5040"/>
                </p14:xfrm>
              </p:contentPart>
            </mc:Choice>
            <mc:Fallback xmlns="">
              <p:pic>
                <p:nvPicPr>
                  <p:cNvPr id="254" name="Ink 253">
                    <a:extLst>
                      <a:ext uri="{FF2B5EF4-FFF2-40B4-BE49-F238E27FC236}">
                        <a16:creationId xmlns:a16="http://schemas.microsoft.com/office/drawing/2014/main" id="{2B03763B-1ADA-44E9-BEED-28087CBAC8DA}"/>
                      </a:ext>
                    </a:extLst>
                  </p:cNvPr>
                  <p:cNvPicPr/>
                  <p:nvPr/>
                </p:nvPicPr>
                <p:blipFill>
                  <a:blip r:embed="rId233"/>
                  <a:stretch>
                    <a:fillRect/>
                  </a:stretch>
                </p:blipFill>
                <p:spPr>
                  <a:xfrm>
                    <a:off x="9818875" y="2801198"/>
                    <a:ext cx="26846" cy="12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9797AAEC-4489-4078-9287-AAC2E440F13C}"/>
                </a:ext>
              </a:extLst>
            </p:cNvPr>
            <p:cNvSpPr txBox="1"/>
            <p:nvPr/>
          </p:nvSpPr>
          <p:spPr>
            <a:xfrm>
              <a:off x="7637827" y="1629989"/>
              <a:ext cx="7561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10 </a:t>
              </a:r>
              <a:r>
                <a:rPr lang="zh-CN" altLang="en-US" sz="1600" dirty="0">
                  <a:solidFill>
                    <a:schemeClr val="accent2">
                      <a:lumMod val="75000"/>
                    </a:schemeClr>
                  </a:solidFill>
                </a:rPr>
                <a:t>￥</a:t>
              </a:r>
              <a:endParaRPr lang="en-US" altLang="zh-CN" sz="1600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1 </a:t>
              </a:r>
              <a:r>
                <a:rPr lang="en-US" altLang="zh-CN" sz="1600" dirty="0">
                  <a:solidFill>
                    <a:schemeClr val="accent2">
                      <a:lumMod val="75000"/>
                    </a:schemeClr>
                  </a:solidFill>
                </a:rPr>
                <a:t>kg</a:t>
              </a:r>
              <a:endParaRPr lang="en-US" sz="16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151145AE-1FE4-43F1-B45E-BDDC27286DB1}"/>
              </a:ext>
            </a:extLst>
          </p:cNvPr>
          <p:cNvGrpSpPr/>
          <p:nvPr/>
        </p:nvGrpSpPr>
        <p:grpSpPr>
          <a:xfrm>
            <a:off x="7229234" y="3832003"/>
            <a:ext cx="1025143" cy="1084228"/>
            <a:chOff x="7491584" y="1472810"/>
            <a:chExt cx="1025143" cy="1084228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83FF3F55-9F82-4E7A-A5DA-A25FDF5F0968}"/>
                </a:ext>
              </a:extLst>
            </p:cNvPr>
            <p:cNvGrpSpPr/>
            <p:nvPr/>
          </p:nvGrpSpPr>
          <p:grpSpPr>
            <a:xfrm>
              <a:off x="7491584" y="1472810"/>
              <a:ext cx="940990" cy="1084228"/>
              <a:chOff x="9054570" y="2040698"/>
              <a:chExt cx="795728" cy="990720"/>
            </a:xfrm>
          </p:grpSpPr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34AF7D6C-7C5E-44B9-ADCD-369B6C70A0C6}"/>
                  </a:ext>
                </a:extLst>
              </p:cNvPr>
              <p:cNvGrpSpPr/>
              <p:nvPr/>
            </p:nvGrpSpPr>
            <p:grpSpPr>
              <a:xfrm>
                <a:off x="9054570" y="2040698"/>
                <a:ext cx="795728" cy="990720"/>
                <a:chOff x="9054570" y="2040698"/>
                <a:chExt cx="795728" cy="9907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50">
                  <p14:nvContentPartPr>
                    <p14:cNvPr id="275" name="Ink 274">
                      <a:extLst>
                        <a:ext uri="{FF2B5EF4-FFF2-40B4-BE49-F238E27FC236}">
                          <a16:creationId xmlns:a16="http://schemas.microsoft.com/office/drawing/2014/main" id="{0080CF95-8305-4D55-9993-0EA156DC088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60330" y="2531018"/>
                    <a:ext cx="24840" cy="441360"/>
                  </p14:xfrm>
                </p:contentPart>
              </mc:Choice>
              <mc:Fallback xmlns="">
                <p:pic>
                  <p:nvPicPr>
                    <p:cNvPr id="275" name="Ink 274">
                      <a:extLst>
                        <a:ext uri="{FF2B5EF4-FFF2-40B4-BE49-F238E27FC236}">
                          <a16:creationId xmlns:a16="http://schemas.microsoft.com/office/drawing/2014/main" id="{0080CF95-8305-4D55-9993-0EA156DC0886}"/>
                        </a:ext>
                      </a:extLst>
                    </p:cNvPr>
                    <p:cNvPicPr/>
                    <p:nvPr/>
                  </p:nvPicPr>
                  <p:blipFill>
                    <a:blip r:embed="rId203"/>
                    <a:stretch>
                      <a:fillRect/>
                    </a:stretch>
                  </p:blipFill>
                  <p:spPr>
                    <a:xfrm>
                      <a:off x="9056695" y="2527068"/>
                      <a:ext cx="32110" cy="44925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1">
                  <p14:nvContentPartPr>
                    <p14:cNvPr id="276" name="Ink 275">
                      <a:extLst>
                        <a:ext uri="{FF2B5EF4-FFF2-40B4-BE49-F238E27FC236}">
                          <a16:creationId xmlns:a16="http://schemas.microsoft.com/office/drawing/2014/main" id="{18541BBA-352E-4B34-8B0E-45523142536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54570" y="2052578"/>
                    <a:ext cx="99000" cy="482760"/>
                  </p14:xfrm>
                </p:contentPart>
              </mc:Choice>
              <mc:Fallback xmlns="">
                <p:pic>
                  <p:nvPicPr>
                    <p:cNvPr id="276" name="Ink 275">
                      <a:extLst>
                        <a:ext uri="{FF2B5EF4-FFF2-40B4-BE49-F238E27FC236}">
                          <a16:creationId xmlns:a16="http://schemas.microsoft.com/office/drawing/2014/main" id="{18541BBA-352E-4B34-8B0E-455231425361}"/>
                        </a:ext>
                      </a:extLst>
                    </p:cNvPr>
                    <p:cNvPicPr/>
                    <p:nvPr/>
                  </p:nvPicPr>
                  <p:blipFill>
                    <a:blip r:embed="rId205"/>
                    <a:stretch>
                      <a:fillRect/>
                    </a:stretch>
                  </p:blipFill>
                  <p:spPr>
                    <a:xfrm>
                      <a:off x="9050915" y="2048632"/>
                      <a:ext cx="106311" cy="49065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2">
                  <p14:nvContentPartPr>
                    <p14:cNvPr id="277" name="Ink 276">
                      <a:extLst>
                        <a:ext uri="{FF2B5EF4-FFF2-40B4-BE49-F238E27FC236}">
                          <a16:creationId xmlns:a16="http://schemas.microsoft.com/office/drawing/2014/main" id="{577BCAA2-216B-4BD7-BFA6-FF84D6EB9F1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77018" y="2964458"/>
                    <a:ext cx="163440" cy="59040"/>
                  </p14:xfrm>
                </p:contentPart>
              </mc:Choice>
              <mc:Fallback xmlns="">
                <p:pic>
                  <p:nvPicPr>
                    <p:cNvPr id="277" name="Ink 276">
                      <a:extLst>
                        <a:ext uri="{FF2B5EF4-FFF2-40B4-BE49-F238E27FC236}">
                          <a16:creationId xmlns:a16="http://schemas.microsoft.com/office/drawing/2014/main" id="{577BCAA2-216B-4BD7-BFA6-FF84D6EB9F1F}"/>
                        </a:ext>
                      </a:extLst>
                    </p:cNvPr>
                    <p:cNvPicPr/>
                    <p:nvPr/>
                  </p:nvPicPr>
                  <p:blipFill>
                    <a:blip r:embed="rId207"/>
                    <a:stretch>
                      <a:fillRect/>
                    </a:stretch>
                  </p:blipFill>
                  <p:spPr>
                    <a:xfrm>
                      <a:off x="9073366" y="2960500"/>
                      <a:ext cx="170745" cy="6695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3">
                  <p14:nvContentPartPr>
                    <p14:cNvPr id="278" name="Ink 277">
                      <a:extLst>
                        <a:ext uri="{FF2B5EF4-FFF2-40B4-BE49-F238E27FC236}">
                          <a16:creationId xmlns:a16="http://schemas.microsoft.com/office/drawing/2014/main" id="{6BA02D53-DAAE-4653-AB5F-B7CBC7F5701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241538" y="3023858"/>
                    <a:ext cx="144720" cy="7560"/>
                  </p14:xfrm>
                </p:contentPart>
              </mc:Choice>
              <mc:Fallback xmlns="">
                <p:pic>
                  <p:nvPicPr>
                    <p:cNvPr id="278" name="Ink 277">
                      <a:extLst>
                        <a:ext uri="{FF2B5EF4-FFF2-40B4-BE49-F238E27FC236}">
                          <a16:creationId xmlns:a16="http://schemas.microsoft.com/office/drawing/2014/main" id="{6BA02D53-DAAE-4653-AB5F-B7CBC7F57015}"/>
                        </a:ext>
                      </a:extLst>
                    </p:cNvPr>
                    <p:cNvPicPr/>
                    <p:nvPr/>
                  </p:nvPicPr>
                  <p:blipFill>
                    <a:blip r:embed="rId209"/>
                    <a:stretch>
                      <a:fillRect/>
                    </a:stretch>
                  </p:blipFill>
                  <p:spPr>
                    <a:xfrm>
                      <a:off x="9237890" y="3019734"/>
                      <a:ext cx="152017" cy="1580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4">
                  <p14:nvContentPartPr>
                    <p14:cNvPr id="279" name="Ink 278">
                      <a:extLst>
                        <a:ext uri="{FF2B5EF4-FFF2-40B4-BE49-F238E27FC236}">
                          <a16:creationId xmlns:a16="http://schemas.microsoft.com/office/drawing/2014/main" id="{31103CFD-00E6-4818-B5E6-A19EDCE6A8C4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79418" y="3021338"/>
                    <a:ext cx="267840" cy="7920"/>
                  </p14:xfrm>
                </p:contentPart>
              </mc:Choice>
              <mc:Fallback xmlns="">
                <p:pic>
                  <p:nvPicPr>
                    <p:cNvPr id="279" name="Ink 278">
                      <a:extLst>
                        <a:ext uri="{FF2B5EF4-FFF2-40B4-BE49-F238E27FC236}">
                          <a16:creationId xmlns:a16="http://schemas.microsoft.com/office/drawing/2014/main" id="{31103CFD-00E6-4818-B5E6-A19EDCE6A8C4}"/>
                        </a:ext>
                      </a:extLst>
                    </p:cNvPr>
                    <p:cNvPicPr/>
                    <p:nvPr/>
                  </p:nvPicPr>
                  <p:blipFill>
                    <a:blip r:embed="rId211"/>
                    <a:stretch>
                      <a:fillRect/>
                    </a:stretch>
                  </p:blipFill>
                  <p:spPr>
                    <a:xfrm>
                      <a:off x="9375761" y="3017378"/>
                      <a:ext cx="275153" cy="15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5">
                  <p14:nvContentPartPr>
                    <p14:cNvPr id="280" name="Ink 279">
                      <a:extLst>
                        <a:ext uri="{FF2B5EF4-FFF2-40B4-BE49-F238E27FC236}">
                          <a16:creationId xmlns:a16="http://schemas.microsoft.com/office/drawing/2014/main" id="{C3D66A29-CB5D-445A-A2F6-364EDAB4B3A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41498" y="3017738"/>
                    <a:ext cx="189360" cy="9000"/>
                  </p14:xfrm>
                </p:contentPart>
              </mc:Choice>
              <mc:Fallback xmlns="">
                <p:pic>
                  <p:nvPicPr>
                    <p:cNvPr id="280" name="Ink 279">
                      <a:extLst>
                        <a:ext uri="{FF2B5EF4-FFF2-40B4-BE49-F238E27FC236}">
                          <a16:creationId xmlns:a16="http://schemas.microsoft.com/office/drawing/2014/main" id="{C3D66A29-CB5D-445A-A2F6-364EDAB4B3A9}"/>
                        </a:ext>
                      </a:extLst>
                    </p:cNvPr>
                    <p:cNvPicPr/>
                    <p:nvPr/>
                  </p:nvPicPr>
                  <p:blipFill>
                    <a:blip r:embed="rId213"/>
                    <a:stretch>
                      <a:fillRect/>
                    </a:stretch>
                  </p:blipFill>
                  <p:spPr>
                    <a:xfrm>
                      <a:off x="9637845" y="3013881"/>
                      <a:ext cx="196666" cy="1671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6">
                  <p14:nvContentPartPr>
                    <p14:cNvPr id="281" name="Ink 280">
                      <a:extLst>
                        <a:ext uri="{FF2B5EF4-FFF2-40B4-BE49-F238E27FC236}">
                          <a16:creationId xmlns:a16="http://schemas.microsoft.com/office/drawing/2014/main" id="{116575AD-101F-4C3A-8B64-E5F1067323E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41458" y="2045738"/>
                    <a:ext cx="204480" cy="6840"/>
                  </p14:xfrm>
                </p:contentPart>
              </mc:Choice>
              <mc:Fallback xmlns="">
                <p:pic>
                  <p:nvPicPr>
                    <p:cNvPr id="281" name="Ink 280">
                      <a:extLst>
                        <a:ext uri="{FF2B5EF4-FFF2-40B4-BE49-F238E27FC236}">
                          <a16:creationId xmlns:a16="http://schemas.microsoft.com/office/drawing/2014/main" id="{116575AD-101F-4C3A-8B64-E5F1067323E7}"/>
                        </a:ext>
                      </a:extLst>
                    </p:cNvPr>
                    <p:cNvPicPr/>
                    <p:nvPr/>
                  </p:nvPicPr>
                  <p:blipFill>
                    <a:blip r:embed="rId215"/>
                    <a:stretch>
                      <a:fillRect/>
                    </a:stretch>
                  </p:blipFill>
                  <p:spPr>
                    <a:xfrm>
                      <a:off x="9137801" y="2041829"/>
                      <a:ext cx="211794" cy="1465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7">
                  <p14:nvContentPartPr>
                    <p14:cNvPr id="282" name="Ink 281">
                      <a:extLst>
                        <a:ext uri="{FF2B5EF4-FFF2-40B4-BE49-F238E27FC236}">
                          <a16:creationId xmlns:a16="http://schemas.microsoft.com/office/drawing/2014/main" id="{30C67573-522A-4033-8F54-DD12301B7C9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43778" y="2047538"/>
                    <a:ext cx="154440" cy="6120"/>
                  </p14:xfrm>
                </p:contentPart>
              </mc:Choice>
              <mc:Fallback xmlns="">
                <p:pic>
                  <p:nvPicPr>
                    <p:cNvPr id="282" name="Ink 281">
                      <a:extLst>
                        <a:ext uri="{FF2B5EF4-FFF2-40B4-BE49-F238E27FC236}">
                          <a16:creationId xmlns:a16="http://schemas.microsoft.com/office/drawing/2014/main" id="{30C67573-522A-4033-8F54-DD12301B7C9D}"/>
                        </a:ext>
                      </a:extLst>
                    </p:cNvPr>
                    <p:cNvPicPr/>
                    <p:nvPr/>
                  </p:nvPicPr>
                  <p:blipFill>
                    <a:blip r:embed="rId217"/>
                    <a:stretch>
                      <a:fillRect/>
                    </a:stretch>
                  </p:blipFill>
                  <p:spPr>
                    <a:xfrm>
                      <a:off x="9340123" y="2043673"/>
                      <a:ext cx="161751" cy="1385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8">
                  <p14:nvContentPartPr>
                    <p14:cNvPr id="283" name="Ink 282">
                      <a:extLst>
                        <a:ext uri="{FF2B5EF4-FFF2-40B4-BE49-F238E27FC236}">
                          <a16:creationId xmlns:a16="http://schemas.microsoft.com/office/drawing/2014/main" id="{52F3FDB7-1F54-4297-A636-27E141C255C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491378" y="2047538"/>
                    <a:ext cx="168840" cy="2880"/>
                  </p14:xfrm>
                </p:contentPart>
              </mc:Choice>
              <mc:Fallback xmlns="">
                <p:pic>
                  <p:nvPicPr>
                    <p:cNvPr id="283" name="Ink 282">
                      <a:extLst>
                        <a:ext uri="{FF2B5EF4-FFF2-40B4-BE49-F238E27FC236}">
                          <a16:creationId xmlns:a16="http://schemas.microsoft.com/office/drawing/2014/main" id="{52F3FDB7-1F54-4297-A636-27E141C255CE}"/>
                        </a:ext>
                      </a:extLst>
                    </p:cNvPr>
                    <p:cNvPicPr/>
                    <p:nvPr/>
                  </p:nvPicPr>
                  <p:blipFill>
                    <a:blip r:embed="rId219"/>
                    <a:stretch>
                      <a:fillRect/>
                    </a:stretch>
                  </p:blipFill>
                  <p:spPr>
                    <a:xfrm>
                      <a:off x="9487721" y="2043698"/>
                      <a:ext cx="176154" cy="1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9">
                  <p14:nvContentPartPr>
                    <p14:cNvPr id="284" name="Ink 283">
                      <a:extLst>
                        <a:ext uri="{FF2B5EF4-FFF2-40B4-BE49-F238E27FC236}">
                          <a16:creationId xmlns:a16="http://schemas.microsoft.com/office/drawing/2014/main" id="{37BE8306-46CB-4FC4-A2C7-3A941FB7662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58058" y="2042138"/>
                    <a:ext cx="164520" cy="8640"/>
                  </p14:xfrm>
                </p:contentPart>
              </mc:Choice>
              <mc:Fallback xmlns="">
                <p:pic>
                  <p:nvPicPr>
                    <p:cNvPr id="284" name="Ink 283">
                      <a:extLst>
                        <a:ext uri="{FF2B5EF4-FFF2-40B4-BE49-F238E27FC236}">
                          <a16:creationId xmlns:a16="http://schemas.microsoft.com/office/drawing/2014/main" id="{37BE8306-46CB-4FC4-A2C7-3A941FB76622}"/>
                        </a:ext>
                      </a:extLst>
                    </p:cNvPr>
                    <p:cNvPicPr/>
                    <p:nvPr/>
                  </p:nvPicPr>
                  <p:blipFill>
                    <a:blip r:embed="rId221"/>
                    <a:stretch>
                      <a:fillRect/>
                    </a:stretch>
                  </p:blipFill>
                  <p:spPr>
                    <a:xfrm>
                      <a:off x="9654402" y="2038150"/>
                      <a:ext cx="171832" cy="1661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0">
                  <p14:nvContentPartPr>
                    <p14:cNvPr id="285" name="Ink 284">
                      <a:extLst>
                        <a:ext uri="{FF2B5EF4-FFF2-40B4-BE49-F238E27FC236}">
                          <a16:creationId xmlns:a16="http://schemas.microsoft.com/office/drawing/2014/main" id="{545F8162-2BB1-4A28-92BA-308B8E3DF2A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822578" y="2040698"/>
                    <a:ext cx="27720" cy="984240"/>
                  </p14:xfrm>
                </p:contentPart>
              </mc:Choice>
              <mc:Fallback xmlns="">
                <p:pic>
                  <p:nvPicPr>
                    <p:cNvPr id="285" name="Ink 284">
                      <a:extLst>
                        <a:ext uri="{FF2B5EF4-FFF2-40B4-BE49-F238E27FC236}">
                          <a16:creationId xmlns:a16="http://schemas.microsoft.com/office/drawing/2014/main" id="{545F8162-2BB1-4A28-92BA-308B8E3DF2A2}"/>
                        </a:ext>
                      </a:extLst>
                    </p:cNvPr>
                    <p:cNvPicPr/>
                    <p:nvPr/>
                  </p:nvPicPr>
                  <p:blipFill>
                    <a:blip r:embed="rId223"/>
                    <a:stretch>
                      <a:fillRect/>
                    </a:stretch>
                  </p:blipFill>
                  <p:spPr>
                    <a:xfrm>
                      <a:off x="9818923" y="2036751"/>
                      <a:ext cx="35031" cy="99213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1">
                  <p14:nvContentPartPr>
                    <p14:cNvPr id="286" name="Ink 285">
                      <a:extLst>
                        <a:ext uri="{FF2B5EF4-FFF2-40B4-BE49-F238E27FC236}">
                          <a16:creationId xmlns:a16="http://schemas.microsoft.com/office/drawing/2014/main" id="{E6689FA8-5132-4107-9AE9-0D84723B1F7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69818" y="2811098"/>
                    <a:ext cx="122760" cy="79920"/>
                  </p14:xfrm>
                </p:contentPart>
              </mc:Choice>
              <mc:Fallback xmlns="">
                <p:pic>
                  <p:nvPicPr>
                    <p:cNvPr id="286" name="Ink 285">
                      <a:extLst>
                        <a:ext uri="{FF2B5EF4-FFF2-40B4-BE49-F238E27FC236}">
                          <a16:creationId xmlns:a16="http://schemas.microsoft.com/office/drawing/2014/main" id="{E6689FA8-5132-4107-9AE9-0D84723B1F79}"/>
                        </a:ext>
                      </a:extLst>
                    </p:cNvPr>
                    <p:cNvPicPr/>
                    <p:nvPr/>
                  </p:nvPicPr>
                  <p:blipFill>
                    <a:blip r:embed="rId225"/>
                    <a:stretch>
                      <a:fillRect/>
                    </a:stretch>
                  </p:blipFill>
                  <p:spPr>
                    <a:xfrm>
                      <a:off x="9066163" y="2807135"/>
                      <a:ext cx="130071" cy="8784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2">
                  <p14:nvContentPartPr>
                    <p14:cNvPr id="287" name="Ink 286">
                      <a:extLst>
                        <a:ext uri="{FF2B5EF4-FFF2-40B4-BE49-F238E27FC236}">
                          <a16:creationId xmlns:a16="http://schemas.microsoft.com/office/drawing/2014/main" id="{2E037533-8E85-48A8-A5D7-9E5912B380D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88978" y="2804978"/>
                    <a:ext cx="225000" cy="7200"/>
                  </p14:xfrm>
                </p:contentPart>
              </mc:Choice>
              <mc:Fallback xmlns="">
                <p:pic>
                  <p:nvPicPr>
                    <p:cNvPr id="287" name="Ink 286">
                      <a:extLst>
                        <a:ext uri="{FF2B5EF4-FFF2-40B4-BE49-F238E27FC236}">
                          <a16:creationId xmlns:a16="http://schemas.microsoft.com/office/drawing/2014/main" id="{2E037533-8E85-48A8-A5D7-9E5912B380DA}"/>
                        </a:ext>
                      </a:extLst>
                    </p:cNvPr>
                    <p:cNvPicPr/>
                    <p:nvPr/>
                  </p:nvPicPr>
                  <p:blipFill>
                    <a:blip r:embed="rId227"/>
                    <a:stretch>
                      <a:fillRect/>
                    </a:stretch>
                  </p:blipFill>
                  <p:spPr>
                    <a:xfrm>
                      <a:off x="9185324" y="2801051"/>
                      <a:ext cx="232307" cy="1505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3">
                  <p14:nvContentPartPr>
                    <p14:cNvPr id="288" name="Ink 287">
                      <a:extLst>
                        <a:ext uri="{FF2B5EF4-FFF2-40B4-BE49-F238E27FC236}">
                          <a16:creationId xmlns:a16="http://schemas.microsoft.com/office/drawing/2014/main" id="{21633339-09C5-4F3A-8FD3-12C6A036CCB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412898" y="2807138"/>
                    <a:ext cx="127440" cy="2880"/>
                  </p14:xfrm>
                </p:contentPart>
              </mc:Choice>
              <mc:Fallback xmlns="">
                <p:pic>
                  <p:nvPicPr>
                    <p:cNvPr id="288" name="Ink 287">
                      <a:extLst>
                        <a:ext uri="{FF2B5EF4-FFF2-40B4-BE49-F238E27FC236}">
                          <a16:creationId xmlns:a16="http://schemas.microsoft.com/office/drawing/2014/main" id="{21633339-09C5-4F3A-8FD3-12C6A036CCB0}"/>
                        </a:ext>
                      </a:extLst>
                    </p:cNvPr>
                    <p:cNvPicPr/>
                    <p:nvPr/>
                  </p:nvPicPr>
                  <p:blipFill>
                    <a:blip r:embed="rId229"/>
                    <a:stretch>
                      <a:fillRect/>
                    </a:stretch>
                  </p:blipFill>
                  <p:spPr>
                    <a:xfrm>
                      <a:off x="9409239" y="2803298"/>
                      <a:ext cx="134757" cy="1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4">
                  <p14:nvContentPartPr>
                    <p14:cNvPr id="289" name="Ink 288">
                      <a:extLst>
                        <a:ext uri="{FF2B5EF4-FFF2-40B4-BE49-F238E27FC236}">
                          <a16:creationId xmlns:a16="http://schemas.microsoft.com/office/drawing/2014/main" id="{DA1E2561-0D2D-4B13-9AA1-3F7B68EBE0B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36738" y="2801378"/>
                    <a:ext cx="291240" cy="6840"/>
                  </p14:xfrm>
                </p:contentPart>
              </mc:Choice>
              <mc:Fallback xmlns="">
                <p:pic>
                  <p:nvPicPr>
                    <p:cNvPr id="289" name="Ink 288">
                      <a:extLst>
                        <a:ext uri="{FF2B5EF4-FFF2-40B4-BE49-F238E27FC236}">
                          <a16:creationId xmlns:a16="http://schemas.microsoft.com/office/drawing/2014/main" id="{DA1E2561-0D2D-4B13-9AA1-3F7B68EBE0BE}"/>
                        </a:ext>
                      </a:extLst>
                    </p:cNvPr>
                    <p:cNvPicPr/>
                    <p:nvPr/>
                  </p:nvPicPr>
                  <p:blipFill>
                    <a:blip r:embed="rId231"/>
                    <a:stretch>
                      <a:fillRect/>
                    </a:stretch>
                  </p:blipFill>
                  <p:spPr>
                    <a:xfrm>
                      <a:off x="9533086" y="2797469"/>
                      <a:ext cx="298544" cy="14657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65">
                <p14:nvContentPartPr>
                  <p14:cNvPr id="274" name="Ink 273">
                    <a:extLst>
                      <a:ext uri="{FF2B5EF4-FFF2-40B4-BE49-F238E27FC236}">
                        <a16:creationId xmlns:a16="http://schemas.microsoft.com/office/drawing/2014/main" id="{4E8EFAB6-218F-40DA-8DC7-57AF0F799F35}"/>
                      </a:ext>
                    </a:extLst>
                  </p14:cNvPr>
                  <p14:cNvContentPartPr/>
                  <p14:nvPr/>
                </p14:nvContentPartPr>
                <p14:xfrm>
                  <a:off x="9822578" y="2804978"/>
                  <a:ext cx="19440" cy="5040"/>
                </p14:xfrm>
              </p:contentPart>
            </mc:Choice>
            <mc:Fallback xmlns="">
              <p:pic>
                <p:nvPicPr>
                  <p:cNvPr id="274" name="Ink 273">
                    <a:extLst>
                      <a:ext uri="{FF2B5EF4-FFF2-40B4-BE49-F238E27FC236}">
                        <a16:creationId xmlns:a16="http://schemas.microsoft.com/office/drawing/2014/main" id="{4E8EFAB6-218F-40DA-8DC7-57AF0F799F35}"/>
                      </a:ext>
                    </a:extLst>
                  </p:cNvPr>
                  <p:cNvPicPr/>
                  <p:nvPr/>
                </p:nvPicPr>
                <p:blipFill>
                  <a:blip r:embed="rId233"/>
                  <a:stretch>
                    <a:fillRect/>
                  </a:stretch>
                </p:blipFill>
                <p:spPr>
                  <a:xfrm>
                    <a:off x="9818875" y="2801198"/>
                    <a:ext cx="26846" cy="12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022650AE-FB8D-4F38-903B-C105DC2CA17F}"/>
                </a:ext>
              </a:extLst>
            </p:cNvPr>
            <p:cNvSpPr txBox="1"/>
            <p:nvPr/>
          </p:nvSpPr>
          <p:spPr>
            <a:xfrm>
              <a:off x="7668813" y="1636455"/>
              <a:ext cx="8479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5 </a:t>
              </a:r>
              <a:r>
                <a:rPr lang="zh-CN" altLang="en-US" sz="1600" dirty="0">
                  <a:solidFill>
                    <a:schemeClr val="accent2">
                      <a:lumMod val="75000"/>
                    </a:schemeClr>
                  </a:solidFill>
                </a:rPr>
                <a:t>￥</a:t>
              </a:r>
              <a:endParaRPr lang="en-US" altLang="zh-CN" sz="1600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2 </a:t>
              </a:r>
              <a:r>
                <a:rPr lang="en-US" altLang="zh-CN" sz="1600" dirty="0">
                  <a:solidFill>
                    <a:schemeClr val="accent2">
                      <a:lumMod val="75000"/>
                    </a:schemeClr>
                  </a:solidFill>
                </a:rPr>
                <a:t>kg</a:t>
              </a:r>
              <a:endParaRPr lang="en-US" sz="16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DAC827CB-FC54-4932-ADA0-415B0055FE31}"/>
              </a:ext>
            </a:extLst>
          </p:cNvPr>
          <p:cNvGrpSpPr/>
          <p:nvPr/>
        </p:nvGrpSpPr>
        <p:grpSpPr>
          <a:xfrm>
            <a:off x="7255780" y="5139479"/>
            <a:ext cx="940990" cy="1084228"/>
            <a:chOff x="7491584" y="1472810"/>
            <a:chExt cx="940990" cy="1084228"/>
          </a:xfrm>
        </p:grpSpPr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E1E493B8-3BA2-4EFC-A0E9-472CCCB555D6}"/>
                </a:ext>
              </a:extLst>
            </p:cNvPr>
            <p:cNvGrpSpPr/>
            <p:nvPr/>
          </p:nvGrpSpPr>
          <p:grpSpPr>
            <a:xfrm>
              <a:off x="7491584" y="1472810"/>
              <a:ext cx="940990" cy="1084228"/>
              <a:chOff x="9054570" y="2040698"/>
              <a:chExt cx="795728" cy="990720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B63FC52E-708B-426B-AA23-1BBE4024759F}"/>
                  </a:ext>
                </a:extLst>
              </p:cNvPr>
              <p:cNvGrpSpPr/>
              <p:nvPr/>
            </p:nvGrpSpPr>
            <p:grpSpPr>
              <a:xfrm>
                <a:off x="9054570" y="2040698"/>
                <a:ext cx="795728" cy="990720"/>
                <a:chOff x="9054570" y="2040698"/>
                <a:chExt cx="795728" cy="99072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266">
                  <p14:nvContentPartPr>
                    <p14:cNvPr id="295" name="Ink 294">
                      <a:extLst>
                        <a:ext uri="{FF2B5EF4-FFF2-40B4-BE49-F238E27FC236}">
                          <a16:creationId xmlns:a16="http://schemas.microsoft.com/office/drawing/2014/main" id="{092D63DD-7BFA-4E11-B99A-7CECFFC2C40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60330" y="2531018"/>
                    <a:ext cx="24840" cy="441360"/>
                  </p14:xfrm>
                </p:contentPart>
              </mc:Choice>
              <mc:Fallback xmlns="">
                <p:pic>
                  <p:nvPicPr>
                    <p:cNvPr id="295" name="Ink 294">
                      <a:extLst>
                        <a:ext uri="{FF2B5EF4-FFF2-40B4-BE49-F238E27FC236}">
                          <a16:creationId xmlns:a16="http://schemas.microsoft.com/office/drawing/2014/main" id="{092D63DD-7BFA-4E11-B99A-7CECFFC2C409}"/>
                        </a:ext>
                      </a:extLst>
                    </p:cNvPr>
                    <p:cNvPicPr/>
                    <p:nvPr/>
                  </p:nvPicPr>
                  <p:blipFill>
                    <a:blip r:embed="rId203"/>
                    <a:stretch>
                      <a:fillRect/>
                    </a:stretch>
                  </p:blipFill>
                  <p:spPr>
                    <a:xfrm>
                      <a:off x="9056695" y="2527068"/>
                      <a:ext cx="32110" cy="449259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7">
                  <p14:nvContentPartPr>
                    <p14:cNvPr id="296" name="Ink 295">
                      <a:extLst>
                        <a:ext uri="{FF2B5EF4-FFF2-40B4-BE49-F238E27FC236}">
                          <a16:creationId xmlns:a16="http://schemas.microsoft.com/office/drawing/2014/main" id="{DADF93ED-CCC4-4005-B3B2-5472C879197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54570" y="2052578"/>
                    <a:ext cx="99000" cy="482760"/>
                  </p14:xfrm>
                </p:contentPart>
              </mc:Choice>
              <mc:Fallback xmlns="">
                <p:pic>
                  <p:nvPicPr>
                    <p:cNvPr id="296" name="Ink 295">
                      <a:extLst>
                        <a:ext uri="{FF2B5EF4-FFF2-40B4-BE49-F238E27FC236}">
                          <a16:creationId xmlns:a16="http://schemas.microsoft.com/office/drawing/2014/main" id="{DADF93ED-CCC4-4005-B3B2-5472C8791976}"/>
                        </a:ext>
                      </a:extLst>
                    </p:cNvPr>
                    <p:cNvPicPr/>
                    <p:nvPr/>
                  </p:nvPicPr>
                  <p:blipFill>
                    <a:blip r:embed="rId205"/>
                    <a:stretch>
                      <a:fillRect/>
                    </a:stretch>
                  </p:blipFill>
                  <p:spPr>
                    <a:xfrm>
                      <a:off x="9050915" y="2048632"/>
                      <a:ext cx="106311" cy="49065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8">
                  <p14:nvContentPartPr>
                    <p14:cNvPr id="297" name="Ink 296">
                      <a:extLst>
                        <a:ext uri="{FF2B5EF4-FFF2-40B4-BE49-F238E27FC236}">
                          <a16:creationId xmlns:a16="http://schemas.microsoft.com/office/drawing/2014/main" id="{2351A7F0-445F-4E2E-8618-F13B382CB77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77018" y="2964458"/>
                    <a:ext cx="163440" cy="59040"/>
                  </p14:xfrm>
                </p:contentPart>
              </mc:Choice>
              <mc:Fallback xmlns="">
                <p:pic>
                  <p:nvPicPr>
                    <p:cNvPr id="297" name="Ink 296">
                      <a:extLst>
                        <a:ext uri="{FF2B5EF4-FFF2-40B4-BE49-F238E27FC236}">
                          <a16:creationId xmlns:a16="http://schemas.microsoft.com/office/drawing/2014/main" id="{2351A7F0-445F-4E2E-8618-F13B382CB773}"/>
                        </a:ext>
                      </a:extLst>
                    </p:cNvPr>
                    <p:cNvPicPr/>
                    <p:nvPr/>
                  </p:nvPicPr>
                  <p:blipFill>
                    <a:blip r:embed="rId207"/>
                    <a:stretch>
                      <a:fillRect/>
                    </a:stretch>
                  </p:blipFill>
                  <p:spPr>
                    <a:xfrm>
                      <a:off x="9073366" y="2960500"/>
                      <a:ext cx="170745" cy="6695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9">
                  <p14:nvContentPartPr>
                    <p14:cNvPr id="298" name="Ink 297">
                      <a:extLst>
                        <a:ext uri="{FF2B5EF4-FFF2-40B4-BE49-F238E27FC236}">
                          <a16:creationId xmlns:a16="http://schemas.microsoft.com/office/drawing/2014/main" id="{0D7512F9-7253-409F-A32D-5FF55F3449C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241538" y="3023858"/>
                    <a:ext cx="144720" cy="7560"/>
                  </p14:xfrm>
                </p:contentPart>
              </mc:Choice>
              <mc:Fallback xmlns="">
                <p:pic>
                  <p:nvPicPr>
                    <p:cNvPr id="298" name="Ink 297">
                      <a:extLst>
                        <a:ext uri="{FF2B5EF4-FFF2-40B4-BE49-F238E27FC236}">
                          <a16:creationId xmlns:a16="http://schemas.microsoft.com/office/drawing/2014/main" id="{0D7512F9-7253-409F-A32D-5FF55F3449C6}"/>
                        </a:ext>
                      </a:extLst>
                    </p:cNvPr>
                    <p:cNvPicPr/>
                    <p:nvPr/>
                  </p:nvPicPr>
                  <p:blipFill>
                    <a:blip r:embed="rId209"/>
                    <a:stretch>
                      <a:fillRect/>
                    </a:stretch>
                  </p:blipFill>
                  <p:spPr>
                    <a:xfrm>
                      <a:off x="9237890" y="3019734"/>
                      <a:ext cx="152017" cy="1580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0">
                  <p14:nvContentPartPr>
                    <p14:cNvPr id="299" name="Ink 298">
                      <a:extLst>
                        <a:ext uri="{FF2B5EF4-FFF2-40B4-BE49-F238E27FC236}">
                          <a16:creationId xmlns:a16="http://schemas.microsoft.com/office/drawing/2014/main" id="{9B28B542-1C32-47B7-BEC0-EE13D9D019E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79418" y="3021338"/>
                    <a:ext cx="267840" cy="7920"/>
                  </p14:xfrm>
                </p:contentPart>
              </mc:Choice>
              <mc:Fallback xmlns="">
                <p:pic>
                  <p:nvPicPr>
                    <p:cNvPr id="299" name="Ink 298">
                      <a:extLst>
                        <a:ext uri="{FF2B5EF4-FFF2-40B4-BE49-F238E27FC236}">
                          <a16:creationId xmlns:a16="http://schemas.microsoft.com/office/drawing/2014/main" id="{9B28B542-1C32-47B7-BEC0-EE13D9D019ED}"/>
                        </a:ext>
                      </a:extLst>
                    </p:cNvPr>
                    <p:cNvPicPr/>
                    <p:nvPr/>
                  </p:nvPicPr>
                  <p:blipFill>
                    <a:blip r:embed="rId211"/>
                    <a:stretch>
                      <a:fillRect/>
                    </a:stretch>
                  </p:blipFill>
                  <p:spPr>
                    <a:xfrm>
                      <a:off x="9375761" y="3017378"/>
                      <a:ext cx="275153" cy="158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1">
                  <p14:nvContentPartPr>
                    <p14:cNvPr id="300" name="Ink 299">
                      <a:extLst>
                        <a:ext uri="{FF2B5EF4-FFF2-40B4-BE49-F238E27FC236}">
                          <a16:creationId xmlns:a16="http://schemas.microsoft.com/office/drawing/2014/main" id="{1A03FC4C-27D3-48B9-8D37-8BA0C200F97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41498" y="3017738"/>
                    <a:ext cx="189360" cy="9000"/>
                  </p14:xfrm>
                </p:contentPart>
              </mc:Choice>
              <mc:Fallback xmlns="">
                <p:pic>
                  <p:nvPicPr>
                    <p:cNvPr id="300" name="Ink 299">
                      <a:extLst>
                        <a:ext uri="{FF2B5EF4-FFF2-40B4-BE49-F238E27FC236}">
                          <a16:creationId xmlns:a16="http://schemas.microsoft.com/office/drawing/2014/main" id="{1A03FC4C-27D3-48B9-8D37-8BA0C200F97E}"/>
                        </a:ext>
                      </a:extLst>
                    </p:cNvPr>
                    <p:cNvPicPr/>
                    <p:nvPr/>
                  </p:nvPicPr>
                  <p:blipFill>
                    <a:blip r:embed="rId213"/>
                    <a:stretch>
                      <a:fillRect/>
                    </a:stretch>
                  </p:blipFill>
                  <p:spPr>
                    <a:xfrm>
                      <a:off x="9637845" y="3013881"/>
                      <a:ext cx="196666" cy="16714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2">
                  <p14:nvContentPartPr>
                    <p14:cNvPr id="301" name="Ink 300">
                      <a:extLst>
                        <a:ext uri="{FF2B5EF4-FFF2-40B4-BE49-F238E27FC236}">
                          <a16:creationId xmlns:a16="http://schemas.microsoft.com/office/drawing/2014/main" id="{40442621-414F-4264-95AA-B7BEDBF4552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41458" y="2045738"/>
                    <a:ext cx="204480" cy="6840"/>
                  </p14:xfrm>
                </p:contentPart>
              </mc:Choice>
              <mc:Fallback xmlns="">
                <p:pic>
                  <p:nvPicPr>
                    <p:cNvPr id="301" name="Ink 300">
                      <a:extLst>
                        <a:ext uri="{FF2B5EF4-FFF2-40B4-BE49-F238E27FC236}">
                          <a16:creationId xmlns:a16="http://schemas.microsoft.com/office/drawing/2014/main" id="{40442621-414F-4264-95AA-B7BEDBF4552A}"/>
                        </a:ext>
                      </a:extLst>
                    </p:cNvPr>
                    <p:cNvPicPr/>
                    <p:nvPr/>
                  </p:nvPicPr>
                  <p:blipFill>
                    <a:blip r:embed="rId215"/>
                    <a:stretch>
                      <a:fillRect/>
                    </a:stretch>
                  </p:blipFill>
                  <p:spPr>
                    <a:xfrm>
                      <a:off x="9137801" y="2041829"/>
                      <a:ext cx="211794" cy="14657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3">
                  <p14:nvContentPartPr>
                    <p14:cNvPr id="302" name="Ink 301">
                      <a:extLst>
                        <a:ext uri="{FF2B5EF4-FFF2-40B4-BE49-F238E27FC236}">
                          <a16:creationId xmlns:a16="http://schemas.microsoft.com/office/drawing/2014/main" id="{638CB7C0-97AA-43D1-BC80-FA19F99E048C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343778" y="2047538"/>
                    <a:ext cx="154440" cy="6120"/>
                  </p14:xfrm>
                </p:contentPart>
              </mc:Choice>
              <mc:Fallback xmlns="">
                <p:pic>
                  <p:nvPicPr>
                    <p:cNvPr id="302" name="Ink 301">
                      <a:extLst>
                        <a:ext uri="{FF2B5EF4-FFF2-40B4-BE49-F238E27FC236}">
                          <a16:creationId xmlns:a16="http://schemas.microsoft.com/office/drawing/2014/main" id="{638CB7C0-97AA-43D1-BC80-FA19F99E048C}"/>
                        </a:ext>
                      </a:extLst>
                    </p:cNvPr>
                    <p:cNvPicPr/>
                    <p:nvPr/>
                  </p:nvPicPr>
                  <p:blipFill>
                    <a:blip r:embed="rId217"/>
                    <a:stretch>
                      <a:fillRect/>
                    </a:stretch>
                  </p:blipFill>
                  <p:spPr>
                    <a:xfrm>
                      <a:off x="9340123" y="2043673"/>
                      <a:ext cx="161751" cy="1385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4">
                  <p14:nvContentPartPr>
                    <p14:cNvPr id="303" name="Ink 302">
                      <a:extLst>
                        <a:ext uri="{FF2B5EF4-FFF2-40B4-BE49-F238E27FC236}">
                          <a16:creationId xmlns:a16="http://schemas.microsoft.com/office/drawing/2014/main" id="{13E2EF5A-6C4E-4244-9F28-52DF55449F0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491378" y="2047538"/>
                    <a:ext cx="168840" cy="2880"/>
                  </p14:xfrm>
                </p:contentPart>
              </mc:Choice>
              <mc:Fallback xmlns="">
                <p:pic>
                  <p:nvPicPr>
                    <p:cNvPr id="303" name="Ink 302">
                      <a:extLst>
                        <a:ext uri="{FF2B5EF4-FFF2-40B4-BE49-F238E27FC236}">
                          <a16:creationId xmlns:a16="http://schemas.microsoft.com/office/drawing/2014/main" id="{13E2EF5A-6C4E-4244-9F28-52DF55449F09}"/>
                        </a:ext>
                      </a:extLst>
                    </p:cNvPr>
                    <p:cNvPicPr/>
                    <p:nvPr/>
                  </p:nvPicPr>
                  <p:blipFill>
                    <a:blip r:embed="rId219"/>
                    <a:stretch>
                      <a:fillRect/>
                    </a:stretch>
                  </p:blipFill>
                  <p:spPr>
                    <a:xfrm>
                      <a:off x="9487721" y="2043698"/>
                      <a:ext cx="176154" cy="1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5">
                  <p14:nvContentPartPr>
                    <p14:cNvPr id="304" name="Ink 303">
                      <a:extLst>
                        <a:ext uri="{FF2B5EF4-FFF2-40B4-BE49-F238E27FC236}">
                          <a16:creationId xmlns:a16="http://schemas.microsoft.com/office/drawing/2014/main" id="{042479C0-585F-4B33-9360-415881890D1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658058" y="2042138"/>
                    <a:ext cx="164520" cy="8640"/>
                  </p14:xfrm>
                </p:contentPart>
              </mc:Choice>
              <mc:Fallback xmlns="">
                <p:pic>
                  <p:nvPicPr>
                    <p:cNvPr id="304" name="Ink 303">
                      <a:extLst>
                        <a:ext uri="{FF2B5EF4-FFF2-40B4-BE49-F238E27FC236}">
                          <a16:creationId xmlns:a16="http://schemas.microsoft.com/office/drawing/2014/main" id="{042479C0-585F-4B33-9360-415881890D18}"/>
                        </a:ext>
                      </a:extLst>
                    </p:cNvPr>
                    <p:cNvPicPr/>
                    <p:nvPr/>
                  </p:nvPicPr>
                  <p:blipFill>
                    <a:blip r:embed="rId221"/>
                    <a:stretch>
                      <a:fillRect/>
                    </a:stretch>
                  </p:blipFill>
                  <p:spPr>
                    <a:xfrm>
                      <a:off x="9654402" y="2038150"/>
                      <a:ext cx="171832" cy="1661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6">
                  <p14:nvContentPartPr>
                    <p14:cNvPr id="305" name="Ink 304">
                      <a:extLst>
                        <a:ext uri="{FF2B5EF4-FFF2-40B4-BE49-F238E27FC236}">
                          <a16:creationId xmlns:a16="http://schemas.microsoft.com/office/drawing/2014/main" id="{CDE9AF07-5BE9-48D2-B9D7-346521D76AC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822578" y="2040698"/>
                    <a:ext cx="27720" cy="984240"/>
                  </p14:xfrm>
                </p:contentPart>
              </mc:Choice>
              <mc:Fallback xmlns="">
                <p:pic>
                  <p:nvPicPr>
                    <p:cNvPr id="305" name="Ink 304">
                      <a:extLst>
                        <a:ext uri="{FF2B5EF4-FFF2-40B4-BE49-F238E27FC236}">
                          <a16:creationId xmlns:a16="http://schemas.microsoft.com/office/drawing/2014/main" id="{CDE9AF07-5BE9-48D2-B9D7-346521D76ACF}"/>
                        </a:ext>
                      </a:extLst>
                    </p:cNvPr>
                    <p:cNvPicPr/>
                    <p:nvPr/>
                  </p:nvPicPr>
                  <p:blipFill>
                    <a:blip r:embed="rId223"/>
                    <a:stretch>
                      <a:fillRect/>
                    </a:stretch>
                  </p:blipFill>
                  <p:spPr>
                    <a:xfrm>
                      <a:off x="9818923" y="2036751"/>
                      <a:ext cx="35031" cy="99213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7">
                  <p14:nvContentPartPr>
                    <p14:cNvPr id="306" name="Ink 305">
                      <a:extLst>
                        <a:ext uri="{FF2B5EF4-FFF2-40B4-BE49-F238E27FC236}">
                          <a16:creationId xmlns:a16="http://schemas.microsoft.com/office/drawing/2014/main" id="{C0B90965-31D4-4763-881E-5D09D535037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69818" y="2811098"/>
                    <a:ext cx="122760" cy="79920"/>
                  </p14:xfrm>
                </p:contentPart>
              </mc:Choice>
              <mc:Fallback xmlns="">
                <p:pic>
                  <p:nvPicPr>
                    <p:cNvPr id="306" name="Ink 305">
                      <a:extLst>
                        <a:ext uri="{FF2B5EF4-FFF2-40B4-BE49-F238E27FC236}">
                          <a16:creationId xmlns:a16="http://schemas.microsoft.com/office/drawing/2014/main" id="{C0B90965-31D4-4763-881E-5D09D5350379}"/>
                        </a:ext>
                      </a:extLst>
                    </p:cNvPr>
                    <p:cNvPicPr/>
                    <p:nvPr/>
                  </p:nvPicPr>
                  <p:blipFill>
                    <a:blip r:embed="rId225"/>
                    <a:stretch>
                      <a:fillRect/>
                    </a:stretch>
                  </p:blipFill>
                  <p:spPr>
                    <a:xfrm>
                      <a:off x="9066163" y="2807135"/>
                      <a:ext cx="130071" cy="8784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8">
                  <p14:nvContentPartPr>
                    <p14:cNvPr id="307" name="Ink 306">
                      <a:extLst>
                        <a:ext uri="{FF2B5EF4-FFF2-40B4-BE49-F238E27FC236}">
                          <a16:creationId xmlns:a16="http://schemas.microsoft.com/office/drawing/2014/main" id="{7956D415-1456-4F21-B6D9-3AA2FBD8992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188978" y="2804978"/>
                    <a:ext cx="225000" cy="7200"/>
                  </p14:xfrm>
                </p:contentPart>
              </mc:Choice>
              <mc:Fallback xmlns="">
                <p:pic>
                  <p:nvPicPr>
                    <p:cNvPr id="307" name="Ink 306">
                      <a:extLst>
                        <a:ext uri="{FF2B5EF4-FFF2-40B4-BE49-F238E27FC236}">
                          <a16:creationId xmlns:a16="http://schemas.microsoft.com/office/drawing/2014/main" id="{7956D415-1456-4F21-B6D9-3AA2FBD8992E}"/>
                        </a:ext>
                      </a:extLst>
                    </p:cNvPr>
                    <p:cNvPicPr/>
                    <p:nvPr/>
                  </p:nvPicPr>
                  <p:blipFill>
                    <a:blip r:embed="rId227"/>
                    <a:stretch>
                      <a:fillRect/>
                    </a:stretch>
                  </p:blipFill>
                  <p:spPr>
                    <a:xfrm>
                      <a:off x="9185324" y="2801051"/>
                      <a:ext cx="232307" cy="1505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9">
                  <p14:nvContentPartPr>
                    <p14:cNvPr id="308" name="Ink 307">
                      <a:extLst>
                        <a:ext uri="{FF2B5EF4-FFF2-40B4-BE49-F238E27FC236}">
                          <a16:creationId xmlns:a16="http://schemas.microsoft.com/office/drawing/2014/main" id="{6B60A6CA-81B4-406A-A6C3-A64F57B19A8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412898" y="2807138"/>
                    <a:ext cx="127440" cy="2880"/>
                  </p14:xfrm>
                </p:contentPart>
              </mc:Choice>
              <mc:Fallback xmlns="">
                <p:pic>
                  <p:nvPicPr>
                    <p:cNvPr id="308" name="Ink 307">
                      <a:extLst>
                        <a:ext uri="{FF2B5EF4-FFF2-40B4-BE49-F238E27FC236}">
                          <a16:creationId xmlns:a16="http://schemas.microsoft.com/office/drawing/2014/main" id="{6B60A6CA-81B4-406A-A6C3-A64F57B19A88}"/>
                        </a:ext>
                      </a:extLst>
                    </p:cNvPr>
                    <p:cNvPicPr/>
                    <p:nvPr/>
                  </p:nvPicPr>
                  <p:blipFill>
                    <a:blip r:embed="rId229"/>
                    <a:stretch>
                      <a:fillRect/>
                    </a:stretch>
                  </p:blipFill>
                  <p:spPr>
                    <a:xfrm>
                      <a:off x="9409239" y="2803298"/>
                      <a:ext cx="134757" cy="105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80">
                  <p14:nvContentPartPr>
                    <p14:cNvPr id="309" name="Ink 308">
                      <a:extLst>
                        <a:ext uri="{FF2B5EF4-FFF2-40B4-BE49-F238E27FC236}">
                          <a16:creationId xmlns:a16="http://schemas.microsoft.com/office/drawing/2014/main" id="{09B0EAC5-64AB-47DA-B729-959F27ADAAE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536738" y="2801378"/>
                    <a:ext cx="291240" cy="6840"/>
                  </p14:xfrm>
                </p:contentPart>
              </mc:Choice>
              <mc:Fallback xmlns="">
                <p:pic>
                  <p:nvPicPr>
                    <p:cNvPr id="309" name="Ink 308">
                      <a:extLst>
                        <a:ext uri="{FF2B5EF4-FFF2-40B4-BE49-F238E27FC236}">
                          <a16:creationId xmlns:a16="http://schemas.microsoft.com/office/drawing/2014/main" id="{09B0EAC5-64AB-47DA-B729-959F27ADAAED}"/>
                        </a:ext>
                      </a:extLst>
                    </p:cNvPr>
                    <p:cNvPicPr/>
                    <p:nvPr/>
                  </p:nvPicPr>
                  <p:blipFill>
                    <a:blip r:embed="rId231"/>
                    <a:stretch>
                      <a:fillRect/>
                    </a:stretch>
                  </p:blipFill>
                  <p:spPr>
                    <a:xfrm>
                      <a:off x="9533086" y="2797469"/>
                      <a:ext cx="298544" cy="14657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281">
                <p14:nvContentPartPr>
                  <p14:cNvPr id="294" name="Ink 293">
                    <a:extLst>
                      <a:ext uri="{FF2B5EF4-FFF2-40B4-BE49-F238E27FC236}">
                        <a16:creationId xmlns:a16="http://schemas.microsoft.com/office/drawing/2014/main" id="{A751B821-1305-4756-98A3-F446DD0C6737}"/>
                      </a:ext>
                    </a:extLst>
                  </p14:cNvPr>
                  <p14:cNvContentPartPr/>
                  <p14:nvPr/>
                </p14:nvContentPartPr>
                <p14:xfrm>
                  <a:off x="9822578" y="2804978"/>
                  <a:ext cx="19440" cy="5040"/>
                </p14:xfrm>
              </p:contentPart>
            </mc:Choice>
            <mc:Fallback xmlns="">
              <p:pic>
                <p:nvPicPr>
                  <p:cNvPr id="294" name="Ink 293">
                    <a:extLst>
                      <a:ext uri="{FF2B5EF4-FFF2-40B4-BE49-F238E27FC236}">
                        <a16:creationId xmlns:a16="http://schemas.microsoft.com/office/drawing/2014/main" id="{A751B821-1305-4756-98A3-F446DD0C6737}"/>
                      </a:ext>
                    </a:extLst>
                  </p:cNvPr>
                  <p:cNvPicPr/>
                  <p:nvPr/>
                </p:nvPicPr>
                <p:blipFill>
                  <a:blip r:embed="rId233"/>
                  <a:stretch>
                    <a:fillRect/>
                  </a:stretch>
                </p:blipFill>
                <p:spPr>
                  <a:xfrm>
                    <a:off x="9818875" y="2801198"/>
                    <a:ext cx="26846" cy="1260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FAEA92AD-2AD9-4929-BE07-53019F206544}"/>
                </a:ext>
              </a:extLst>
            </p:cNvPr>
            <p:cNvSpPr txBox="1"/>
            <p:nvPr/>
          </p:nvSpPr>
          <p:spPr>
            <a:xfrm>
              <a:off x="7672149" y="1610788"/>
              <a:ext cx="64948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10 </a:t>
              </a:r>
              <a:r>
                <a:rPr lang="zh-CN" altLang="en-US" sz="1600" dirty="0">
                  <a:solidFill>
                    <a:schemeClr val="accent2">
                      <a:lumMod val="75000"/>
                    </a:schemeClr>
                  </a:solidFill>
                </a:rPr>
                <a:t>￥</a:t>
              </a:r>
              <a:endParaRPr lang="en-US" altLang="zh-CN" sz="1600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r>
                <a:rPr lang="en-US" sz="1600" dirty="0">
                  <a:solidFill>
                    <a:schemeClr val="accent2">
                      <a:lumMod val="75000"/>
                    </a:schemeClr>
                  </a:solidFill>
                </a:rPr>
                <a:t>4 </a:t>
              </a:r>
              <a:r>
                <a:rPr lang="en-US" altLang="zh-CN" sz="1600" dirty="0">
                  <a:solidFill>
                    <a:schemeClr val="accent2">
                      <a:lumMod val="75000"/>
                    </a:schemeClr>
                  </a:solidFill>
                </a:rPr>
                <a:t>kg</a:t>
              </a:r>
              <a:endParaRPr lang="en-US" sz="16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4277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UIC</dc:creator>
  <cp:lastModifiedBy>UIC</cp:lastModifiedBy>
  <cp:revision>2</cp:revision>
  <dcterms:created xsi:type="dcterms:W3CDTF">2025-04-21T06:42:39Z</dcterms:created>
  <dcterms:modified xsi:type="dcterms:W3CDTF">2026-05-12T03:09:18Z</dcterms:modified>
</cp:coreProperties>
</file>