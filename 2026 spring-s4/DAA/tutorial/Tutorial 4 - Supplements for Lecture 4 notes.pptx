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68" r:id="rId4"/>
    <p:sldId id="263" r:id="rId5"/>
    <p:sldId id="269" r:id="rId6"/>
    <p:sldId id="270" r:id="rId7"/>
    <p:sldId id="271" r:id="rId8"/>
    <p:sldId id="272" r:id="rId9"/>
    <p:sldId id="273" r:id="rId10"/>
    <p:sldId id="274" r:id="rId11"/>
    <p:sldId id="275" r:id="rId12"/>
    <p:sldId id="276" r:id="rId13"/>
    <p:sldId id="278" r:id="rId14"/>
    <p:sldId id="277" r:id="rId15"/>
  </p:sldIdLst>
  <p:sldSz cx="12192000" cy="6858000"/>
  <p:notesSz cx="6794500" cy="9931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IC" initials="U" lastIdx="1" clrIdx="0">
    <p:extLst>
      <p:ext uri="{19B8F6BF-5375-455C-9EA6-DF929625EA0E}">
        <p15:presenceInfo xmlns:p15="http://schemas.microsoft.com/office/powerpoint/2012/main" userId="UIC"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9644"/>
    <a:srgbClr val="44AA5F"/>
    <a:srgbClr val="3333FF"/>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414"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1:39:43.431"/>
    </inkml:context>
    <inkml:brush xml:id="br0">
      <inkml:brushProperty name="width" value="0.05" units="cm"/>
      <inkml:brushProperty name="height" value="0.05" units="cm"/>
      <inkml:brushProperty name="color" value="#008C3A"/>
      <inkml:brushProperty name="ignorePressure" value="1"/>
    </inkml:brush>
  </inkml:definitions>
  <inkml:trace contextRef="#ctx0" brushRef="#br0">1 1,'0'0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1:39:57.661"/>
    </inkml:context>
    <inkml:brush xml:id="br0">
      <inkml:brushProperty name="width" value="0.05" units="cm"/>
      <inkml:brushProperty name="height" value="0.05" units="cm"/>
      <inkml:brushProperty name="color" value="#008C3A"/>
      <inkml:brushProperty name="ignorePressure" value="1"/>
    </inkml:brush>
  </inkml:definitions>
  <inkml:trace contextRef="#ctx0" brushRef="#br0">294 400,'2'-7,"1"0,0 0,0 0,0 1,1-1,0 1,0 0,9-10,-11 13,12-11,0 0,0 1,1 1,1 1,0 0,1 1,0 0,0 2,32-12,43-23,-67 31,0 2,1 0,0 2,1 1,-1 1,32-2,-21 2,0-1,46-16,-34 7,1 1,78-11,-78 21,0 2,98 8,-121-3,0 2,47 14,-62-14,-1 0,0 0,0 1,0 0,-1 1,1 1,-2 0,17 14,1 2,0-2,60 37,-46-32,-20-12,3 0,-1 2,-1 0,-1 2,23 23,-31-27,31 33,67 95,-94-114,17 41,-23-44,2 1,23 34,-29-49,-1 0,0 1,-1-1,0 1,-1 0,0 0,-1 1,0-1,1 17,-1 17,-1 53,-3 321,2-398,2-1,5 29,-4-28,0 0,0 27,-2 31,-6 143,-7-154,7-47,1 0,-2 28,6-19,-1 0,-2 1,-1-1,-2 0,-1-1,-10 32,6-30,8-23,-1 1,-1-1,1 0,-9 15,-108 195,102-188,2 1,1 0,-10 36,12-34,0 1,-33 55,15-23,28-58,0 0,-1 0,0 0,0-1,-1 1,0-1,-1 0,0 0,0-1,0 0,-9 7,-13 8,0-2,-2 0,-46 22,60-36,-1 0,0 0,0-2,0 0,0-1,-26 2,0-4,-65-6,70-1,-54-14,2 0,51 13,3 1,-1 0,-50 0,36 7,15 1,-1-2,1-2,-70-12,97 12,-66-15,1-3,-124-52,164 59,-64-18,59 20,-45-19,9 4,56 20,0 0,1-1,-35-19,121 54,-6 14,-2 2,71 70,-131-114,0-1,0 1,0 0,0-1,0 1,0-1,0 1,0-1,0 1,0-1,0 1,0-1,0 1,0 0,0-1,0 1,1-1,-1 1,0 0,0-1,1 1,-1-1,0 1,0 0,1-1,-1 1,0 0,1-1,-1 1,0 0,1 0,-1 0,1-1,-1 1,0 0,1 0,-1 0,1 0,-1 0,1-1,-1 1,1 0,-1 0,0 0,1 0,-1 0,1 1,-1-1,1 0,-1 0,1 0,-1 0,0 0,1 1,-1-1,1 0,-1 0,1 1,-5-12</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1:40:01.201"/>
    </inkml:context>
    <inkml:brush xml:id="br0">
      <inkml:brushProperty name="width" value="0.05" units="cm"/>
      <inkml:brushProperty name="height" value="0.05" units="cm"/>
      <inkml:brushProperty name="color" value="#008C3A"/>
      <inkml:brushProperty name="ignorePressure" value="1"/>
    </inkml:brush>
  </inkml:definitions>
  <inkml:trace contextRef="#ctx0" brushRef="#br0">1 49,'149'-23,"-57"11,-64 7,53-3,-72 8,-3 0,-1-1,1 1,-1 1,1-1,-1 1,0 0,9 3,-12-3,-1-1,0 1,1 0,-1 1,0-1,0 0,0 0,0 0,0 1,0-1,0 1,0-1,0 1,-1-1,1 1,-1-1,1 1,-1-1,1 1,-1 0,0-1,0 1,0 0,0-1,0 1,0 0,0-1,-1 1,0 1,-4 27,-1-1,-14 36,-4 22,2-4,5-139,13 36</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1:40:09.202"/>
    </inkml:context>
    <inkml:brush xml:id="br0">
      <inkml:brushProperty name="width" value="0.05" units="cm"/>
      <inkml:brushProperty name="height" value="0.05" units="cm"/>
      <inkml:brushProperty name="color" value="#008C3A"/>
      <inkml:brushProperty name="ignorePressure" value="1"/>
    </inkml:brush>
  </inkml:definitions>
  <inkml:trace contextRef="#ctx0" brushRef="#br0">188 85,'1'3,"-1"1,1-1,0 1,0-1,1 1,-1-1,0 1,1-1,0 0,0 0,2 3,-1-3,-1 0,0 0,0 0,0 1,-1-1,1 1,-1-1,0 1,0-1,0 1,0 0,0 4,-4 11,-1-25,3 2,0 1,1-1,0 1,0-1,0 1,0 0,1-1,-1 1,1-1,1-4,24-36,-24 42,-1 0,1 0,0-1,-1 1,1 0,0 0,1 1,-1-1,0 0,0 1,1 0,-1-1,1 1,-1 0,5-1,-6 2,0 0,0 1,0-1,0 0,0 1,0-1,-1 1,1-1,0 1,0 0,0-1,-1 1,1 0,0 0,-1-1,1 1,-1 0,1 0,-1 0,1 0,-1-1,0 1,1 0,-1 0,0 0,0 0,0 0,1 0,-1 0,0 0,0 0,-1 0,1 0,0 0,0 0,0 0,-1 0,0 1,-7 40,7-39,0-1,1 1,-1-1,-1 1,1-1,0 0,0 0,-1 1,1-1,-1 0,0 0,0-1,0 1,0 0,0-1,-3 3,5-4,-1 0,0 1,1-1,-1 0,1 0,-1 0,0 0,1 0,-1 0,0 0,1 0,-1 0,0 0,1 0,-1 0,1 0,-1 0,0-1,1 1,-1 0,1 0,-1-1,0 1,0-1,0-1,0 1,0 0,0-1,0 1,0-1,0 0,0 1,0-1,1 0,-1 1,1-1,-1 0,1-2,-3-25,5 16,4 18,-6-1,1 0,-1-1,1 1,-1 0,0-1,-1 1,1 0,0 0,-1-1,0 1,0-1,0 1,-1-1,1 1,-1-1,1 0,-4 4,5-7,0 1,0-1,0 0,0 0,0 0,0 0,0 1,0-1,-1 0,1 0,0 0,0 0,0 1,0-1,0 0,-1 0,1 0,0 0,0 0,0 0,-1 0,1 0,0 1,0-1,0 0,-1 0,1 0,0 0,0 0,0 0,-1 0,1 0,0 0,0 0,0 0,-1 0,1-1,0 1,0 0,0 0,0 0,-1 0,1 0,0 0,0 0,0 0,0-1,-1 1,1 0,0 0,-5-15,5-19,0 33,1-1,-1 1,1 0,-1 0,1 0,0-1,-1 1,1 0,0 0,0 0,-1 0,1 0,0 0,0 1,2-2,-2 1,-1 1,1 0,-1 0,1 0,-1 0,1 0,-1 0,1 0,-1 0,1 0,-1 0,1 0,-1 0,1 0,-1 0,1 1,-1-1,1 0,-1 0,1 0,-1 1,1-1,-1 0,0 1,1-1,0 1,0 1,0-1,1 1,-1 0,0 0,0 0,0 0,0 0,-1 0,1 0,0 0,-1 0,0 0,1 1,-1-1,0 0,0 0,-1 4,0-2,0 0,0 1,-1-1,1 0,-1 1,0-1,-1 0,1 0,-1-1,-5 7,7-9,1 0,-1-1,0 1,1 0,-1-1,0 1,1-1,-1 1,0-1,0 0,1 1,-1-1,0 0,0 1,0-1,0 0,0 0,1 0,-1 0,0 0,0 0,0 0,-1 0,1-1,0 0,0 1,0-1,0 0,0 0,0 0,0 0,0-1,0 1,0 0,1 0,-1 0,1-1,-1 1,1 0,-1-1,1 1,-1 0,1-1,0-1,-5-34,5 32,0 0,0 1,-1-1,0 1,0-1,0 1,0-1,-3-5,3 9,-1-1,1 1,0-1,-1 1,0-1,1 1,-1 0,0 0,1 0,-1 0,0 0,0 0,0 0,0 1,0-1,0 1,0-1,0 1,0 0,0 0,0 0,0 0,-3 0,-21 2,20-1,0-1,0 1,0-1,1 0,-1 0,0-1,0 0,0 0,0 0,0-1,1 1,-10-5,15 6,-1-1,1 1,0 0,-1 0,1 0,0-1,-1 1,1 0,0-1,-1 1,1 0,0 0,0-1,0 1,-1 0,1-1,0 1,0-1,0 1,0 0,-1-1,1 1,0 0,0-1,0 1,0-1,0 1,0 0,0-1,0 1,0-1,0 1,0 0,1-1,-1 1,0-1,0 1,0 0,1-1,16-12,27-3,-44 16,12-4,38-10,-49 13,1 1,-1 0,0-1,1 1,-1 0,1 0,-1 0,1 0,-1 0,1 0,-1 0,0 1,1-1,-1 0,1 1,-1-1,0 1,1 0,-1-1,0 1,0 0,1 0,-1 0,0 0,0 0,0 0,1 2,-1-2,-1 0,0 0,0 1,0-1,0 0,0 0,0 1,-1-1,1 0,0 0,0 0,-1 0,1 1,-1-1,1 0,-1 0,0 0,1 0,-1 0,0 0,0 0,0 0,1-1,-1 1,0 0,0 0,0-1,0 1,-1 0,1-1,0 1,-2 0,-48 20,35-15,16-6,0 0,0 0,0 0,0 0,0 0,0 1,1-1,-1 0,0 0,0 0,0 0,0 0,0 0,0 0,0 1,0-1,0 0,0 0,0 0,0 0,0 0,0 0,0 1,0-1,0 0,0 0,0 0,0 0,0 0,0 0,0 1,0-1,-1 0,1 0,0 0,0 0,0 0,0 0,0 0,0 0,0 0,0 1,0-1,-1 0,1 0,0 0,0 0,0 0,0 0,0 0,0 0,-1 0,1 0,0 0,0 0,0 0,0 0,0 0,0 0,-1 0,1 0,0 0,0 0,15 1,23-6,-28 0,-11 1,-23-1,-40 6,48 5,28-4,26-5,91-6,-125 12,-14 3,-18 4,-45-4,73-6,0 0,0 0,0 0,0 0,0 1,0-1,0 0,0 0,0 0,0 0,0 0,0 0,0 0,0 1,0-1,0 0,0 0,0 0,0 0,0 0,0 0,0 0,0 1,0-1,0 0,0 0,0 0,0 0,0 0,0 0,0 0,0 0,0 1,0-1,0 0,-1 0,1 0,0 0,0 0,0 0,0 0,0 0,0 0,0 0,-1 0,20 8,-2-3,-25-8,-13-2,0 1,-1 1,1 1,-24 1,44 1,-4 2,15 4,18 4,44-4,-149-7,57 1,66 0,55 10,-73-6,-8-5,-15-6,-23-21,16 26,0 0,1 1,-1-1,0 0,1 0,-1-1,1 1,-1 0,1 0,0-1,0 1,0-1,0 1,1-1,-1 1,1-1,0 1,-1-1,1-2,0 5,0-1,0 1,0 0,1 0,-1 0,0-1,0 1,0 0,0 0,0 0,0-1,0 1,1 0,-1 0,0 0,0 0,0 0,0 0,1-1,-1 1,0 0,0 0,0 0,1 0,-1 0,0 0,0 0,0 0,1 0,-1 0,0 0,0 0,0 0,1 0,-1 0,0 0,0 0,0 0,1 0,-1 0,0 0,0 0,0 0,1 1,-1-1,0 0,0 0,0 0,0 0,1 1,7 13,2 17,-10-27,0 0,0 0,0-1,-1 1,1 0,-1 0,0-1,0 1,0-1,-3 7,0-11,0-11,1-12,7-23,-4 45,0 0,0 0,1 0,-1 0,1 0,-1 0,1 0,0 0,0 1,0-1,0 0,0 1,0-1,1 0,-1 1,0 0,1-1,-1 1,1 0,-1 0,3-2,-3 3,-1 0,1 1,0-1,-1 0,1 0,0 0,-1 0,1 1,0-1,-1 0,1 0,-1 1,1-1,0 1,-1-1,1 0,-1 1,1-1,-1 1,1-1,-1 1,0-1,1 1,-1 0,0-1,1 1,-1 0,0-1,0 1,1 0,-1-1,0 1,0 0,0-1,0 1,0 0,4 30,-4-30,1 112,8-188,5-40,-38 282,26-165,3-11,5-18,-8 18,-2 5,0 1,1-1,-1 1,1 0,0 0,0 0,0-1,1 1,-1 0,4-5,-5 8,0 0,1-1,-1 1,0 0,0 0,0 0,0 0,0 0,0 0,0 0,1 0,-1 0,0 0,0 0,0 0,0-1,0 1,1 0,-1 0,0 0,0 0,0 0,0 0,0 0,1 0,-1 0,0 1,0-1,0 0,0 0,0 0,1 0,-1 0,0 0,0 0,0 0,0 0,0 0,0 0,0 1,1-1,-1 0,0 0,0 0,0 0,0 0,0 0,0 1,0-1,0 0,0 0,4 13,0 14,-3-13,0 0,-1 0,0 0,-2 18,-2-27,-2-14,-2-15,6 13,1 0,0 1,1-1,0 0,3-18,-2 24,0 1,0-1,0 0,1 1,0 0,-1-1,2 1,-1 0,0 0,1 0,0 0,0 0,0 1,0-1,5-3,-8 7,0 0,0 0,0 0,0 0,1-1,-1 1,0 0,0 0,0 0,1 0,-1 0,0 0,0 0,0 0,1 0,-1 0,0 0,0 0,0 0,1 0,-1 0,0 0,0 0,0 0,1 0,-1 0,0 0,0 1,0-1,1 0,-1 0,0 0,0 0,0 0,0 0,1 1,-1-1,0 0,0 0,0 0,0 0,0 1,0-1,0 0,0 0,1 0,-1 1,0-1,0 0,0 0,0 1,0-1,0 0,1 22,-4 22,-1-23,-1 1,-1-1,0-1,-18 38,19-117,7 48,-1 0,2 0,0 0,6-17,-11 77,-11-19,10-25,1 0,0 0,0-1,0 1,1 1,-1-1,1 0,0 6,5-9,4-9,4-9,-2-1,0 0,-2-1,0 0,-2 0,1-1,-2 1,-1-1,4-35,-18 97,5-27,1 1,-4 30,10-41,4-17,3-17,-9 26,-5 9,-9 30,-14 51,28-87,0-1,0 0,-1 0,1 0,0 0,0 0,0 0,0 1,0-1,-1 0,1 0,0 0,0 0,0 1,0-1,0 0,0 0,0 0,0 1,0-1,0 0,0 0,0 0,-1 1,1-1,1 0,-1 0,0 0,0 1,0-1,0 0,0 0,0 0,0 1,0-1,0 0,0 0,0 0,0 0,1 1,-1-1,0 0,0 0,0 0,0 0,0 0,1 1,-1-1,0 0,0 0,0 0,0 0,1 0,-1 0,0 0,0 0,1 0,10-12,9-23,-4 2,-14 29,-11 20,8-13,0 0,0-1,0 1,0 0,-1-1,0 1,1-1,-1 0,0 0,0 0,0 1,0-2,-1 1,1 0,0 0,-1-1,1 1,-1-1,0 0,1 0,-1 0,0 0,0 0,1-1,-1 1,0-1,0 0,0 0,0 0,0 0,0 0,0-1,0 1,1-1,-1 0,0 0,0 0,-2-1,19 18,-9-11,-18-19,-17-9,23 22,17 18,2 13,-11-27,0 0,-1-1,1 1,0 0,0-1,0 1,1-1,-1 1,1-1,-1 0,1 1,2 1,-11-8,6 4,0-1,0 1,0-1,0 1,0-1,0 0,0 1,0-1,1 0,-1 0,0 0,0 1,0-1,1 0,-1 0,1 0,-1 0,1 0,-1 0,1 0,-1-1,1 1,0 0,0 0,-1 0,1-1,0-4,0 1,0-1,-1 1,0-1,0 1,0 0,-1-1,0 1,0 0,0 0,-1 0,1 1,-7-9,6 10,-1 0,1 0,-1 1,0-1,0 1,0 0,0 0,-1 0,1 0,0 1,-1 0,1 0,-1 0,0 0,1 1,-7 0,3-1,-8 0,0 0,1 2,-26 2,32 1,10 0,20-2,-11-5,0 0,0-1,-1 0,1-1,-1 0,0 0,0-1,0 0,-1-1,0 0,0 0,-1-1,0 1,8-13,-14 20,-1 0,0 0,0-1,0 1,0 0,0 0,0 0,0-1,0 1,0 0,0 0,0 0,0-1,0 1,0 0,0 0,0 0,0-1,0 1,0 0,0 0,0 0,-1-1,1 1,0 0,0 0,0 0,0 0,0-1,0 1,-1 0,1 0,0 0,0 0,0 0,0 0,-1-1,1 1,0 0,0 0,0 0,-1 0,1 0,0 0,-16-1,-14 4,16 1,8-3,0 0,0 1,0-1,0 2,-10 4,20-11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1:40:13.363"/>
    </inkml:context>
    <inkml:brush xml:id="br0">
      <inkml:brushProperty name="width" value="0.05" units="cm"/>
      <inkml:brushProperty name="height" value="0.05" units="cm"/>
      <inkml:brushProperty name="color" value="#008C3A"/>
      <inkml:brushProperty name="ignorePressure" value="1"/>
    </inkml:brush>
  </inkml:definitions>
  <inkml:trace contextRef="#ctx0" brushRef="#br0">77 0,'0'4,"0"-2,-4-3,-5 0,-2 4,2 5,2 6,-1-1,-1 3,3 2,-2-3,4-2,2-9,3-8,0-4</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1:57:32.283"/>
    </inkml:context>
    <inkml:brush xml:id="br0">
      <inkml:brushProperty name="width" value="0.05" units="cm"/>
      <inkml:brushProperty name="height" value="0.05" units="cm"/>
      <inkml:brushProperty name="color" value="#008C3A"/>
      <inkml:brushProperty name="ignorePressure" value="1"/>
    </inkml:brush>
  </inkml:definitions>
  <inkml:trace contextRef="#ctx0" brushRef="#br0">113 186,'1'-4,"0"1,0 0,0 0,0 0,1 0,-1 0,1 0,3-4,-4 5,4-4,0-1,1 1,0 1,0-1,0 1,0 1,1-1,0 1,11-5,18-11,-27 15,1 0,0 1,0 0,0 0,0 2,12-2,-7 1,-1 0,18-8,-13 4,0 0,30-5,-30 9,0 2,39 3,-48-1,0 1,19 6,-25-6,1 0,-1 0,0 0,0 1,0 0,0 0,0 0,6 6,0 2,1-1,22 17,-17-15,-8-5,1-1,0 1,-1 1,0 0,9 11,-12-12,12 15,26 43,-37-51,7 17,-8-19,0 0,8 16,-10-23,-1 0,1 1,-1-1,0 0,-1 1,1 0,-1 0,0-1,0 9,1 7,-1 25,-2 149,2-185,-1 0,4 13,-3-13,1 1,-1 11,0 15,-2 67,-3-72,2-22,1 0,-1 13,2-8,0-1,-1 1,0-1,-1 1,0-1,-4 15,2-15,3-9,0-1,0 0,-1 1,-2 5,-42 92,39-87,1-1,0 1,-4 17,5-16,0 0,-12 25,5-9,10-28,1 0,0 0,-1 0,1 0,-1 0,0 0,0 0,-1-1,1 1,-1-1,-2 3,-6 5,0-2,0 0,-18 10,22-15,1-2,0 1,-1-1,0 0,1-1,-11 1,1-1,-26-4,28 1,-22-7,1-1,21 7,0 0,0 1,-20-1,15 3,5 1,0-1,0-1,-27-5,38 5,-26-7,0-1,-47-25,63 28,-25-9,24 11,-19-10,4 1,22 11,0-1,0 0,-14-9,48 25,-4 6,0 2,28 32,-51-54,0 1,0 0,0 0,0 0,0-1,0 1,0 0,0 0,0 0,0-1,0 1,0 0,0 0,0 0,0-1,0 1,0 0,0 0,0 0,0-1,0 1,0 0,1 0,-1 0,0 0,0-1,0 1,0 0,0 0,0 0,1 0,-1 0,0 0,0 0,0-1,0 1,1 0,-1 0,0 0,0 0,0 0,0 0,1 0,-1 0,0 0,0 0,0 0,0 0,1 0,-1 0,0 0,0 1,0-1,0 0,1 0,-1 0,0 0,0 0,-1-4</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1:58:11.544"/>
    </inkml:context>
    <inkml:brush xml:id="br0">
      <inkml:brushProperty name="width" value="0.05" units="cm"/>
      <inkml:brushProperty name="height" value="0.05" units="cm"/>
      <inkml:brushProperty name="color" value="#008C3A"/>
      <inkml:brushProperty name="ignorePressure" value="1"/>
    </inkml:brush>
  </inkml:definitions>
  <inkml:trace contextRef="#ctx0" brushRef="#br0">146 66,'0'3,"1"-1,0 1,-1 0,1-1,0 1,0 0,0-1,1 1,-1-1,1 1,1 1,-1-1,0-1,-1 0,1 1,-1-1,0 1,1 0,-1 0,0-1,-1 1,1 0,0 0,-1 3,-2 9,-1-20,2 3,1-1,-1 0,1 1,0-1,0 0,0 0,1 1,-1-1,1 0,0-3,20-28,-20 32,0 1,0-1,1 0,-1 1,1-1,-1 1,1-1,0 1,-1 0,1 0,0-1,0 1,0 1,0-1,3-1,-4 2,0 0,0 1,-1-1,1 0,0 1,-1-1,1 0,0 1,-1-1,1 1,-1-1,1 1,-1-1,1 1,-1 0,1-1,-1 1,1 0,-1-1,0 1,1 0,-1-1,0 1,0 0,0 0,1-1,-1 1,0 0,0 0,0-1,0 1,0 0,0 0,-1-1,1 1,0 0,0 0,-1 1,-6 30,7-30,-1 0,1 0,-1 0,0 0,0-1,0 1,0 0,0 0,0-1,-1 1,1-1,0 1,-1-1,1 0,-1 1,-2 0,4-2,-1 1,1-1,-1 0,1 0,-1 0,1 0,-1 0,1 0,-1 0,1 0,-1 0,1 0,-1 0,1 0,-1 0,1 0,-1 0,1 0,-1-1,1 1,-1 0,1 0,0-1,-1 1,0-1,0-1,0 1,0 0,0 0,1 0,-1 0,0-1,1 1,-1 0,1-1,-1 1,1 0,0-2,-2-20,3 13,3 14,-3-1,0 0,-1-1,0 1,0 0,0 0,0 0,0 0,-1 0,1 0,-1-1,0 1,0 0,0 0,0-1,0 1,-1-1,-1 4,3-6,0 0,0 0,0 0,0 0,0 0,0 1,0-1,0 0,-1 0,1 0,0 0,0 0,0 0,0 0,0 1,0-1,0 0,-1 0,1 0,0 0,0 0,0 0,0 0,-1 0,1 0,0 0,0 0,0 0,0 0,0 0,-1 0,1 0,0 0,0 0,0 0,0 0,-1 0,1 0,0 0,0 0,0 0,0 0,0 0,-1 0,1-1,0 1,0 0,0 0,0 0,0 0,-4-12,4-14,0 25,0 0,1 0,-1 0,1 0,-1 0,1 0,-1 0,1 1,-1-1,1 0,0 0,-1 1,1-1,0 0,1 0,-2 0,1 1,-1 0,1 0,-1 0,0 0,1 0,-1 0,1 0,-1 0,0 0,1 0,-1 0,1 0,-1 0,0 1,1-1,-1 0,1 0,-1 0,0 0,1 1,-1-1,0 0,1 0,-1 1,0-1,2 2,-1-1,0 0,-1 1,1-1,0 1,0-1,-1 1,1-1,0 1,-1 0,0-1,1 1,-1 0,0-1,0 1,0 0,0 2,-1-1,0 1,0-1,0 1,-1-1,1 0,-1 0,0 1,0-1,0-1,-4 6,6-7,-1-1,1 1,-1-1,1 1,-1-1,1 1,-1-1,0 0,1 1,-1-1,1 0,-1 0,0 1,1-1,-1 0,0 0,1 0,-1 0,0 0,1 0,-1 0,0 0,0 0,0 0,0-1,0 0,0 1,1-1,-1 0,0 0,0 0,1 0,-1 1,0-1,1 0,-1 0,1 0,0 0,-1 0,1 0,0 0,-1 0,1-1,0 0,-4-27,4 25,0 1,0-1,-1 1,1-1,-1 1,0-1,0 1,-2-5,2 7,0 0,0-1,0 1,0 0,-1 0,1 0,0 0,0 0,-1 0,1 1,-1-1,1 0,-1 1,1-1,-1 1,1 0,-1-1,1 1,-1 0,0 0,1 0,-1 0,-2 0,-16 1,16 0,-1 0,1-1,-1 0,0 0,1 0,-1 0,1-1,-1 0,1 0,-1 0,1-1,-8-2,12 4,0 0,0-1,-1 1,1 0,0 0,-1 0,1 0,0-1,0 1,0 0,-1 0,1-1,0 1,0 0,0 0,0-1,-1 1,1 0,0-1,0 1,0 0,0 0,0-1,0 1,0 0,0-1,0 1,0 0,0-1,0 1,0 0,0-1,0 1,0 0,0 0,0-1,0 1,1 0,-1-1,14-9,19-3,-32 13,8-3,29-7,-36 9,-1 1,0 0,0-1,0 1,0 0,0 0,0 0,0 0,1 0,-1 0,0 0,0 1,0-1,0 0,0 1,0-1,0 0,0 1,0 0,0-1,0 1,0-1,0 1,0 0,0 0,-1-1,2 3,-1-2,-1 0,0 0,0 0,0 0,0 0,0-1,0 1,-1 0,1 0,0 0,0 0,-1 0,1 0,0 0,-1 0,1-1,-1 1,1 0,-1 0,1 0,-1-1,0 1,1 0,-1-1,0 1,0-1,1 1,-1-1,0 1,0-1,0 1,-1-1,-38 17,28-12,12-5,0 0,0 0,0 0,0 0,0 0,0 0,0 0,0 0,0 0,0 0,0 0,0 1,0-1,0 0,0 0,0 0,0 0,0 0,0 0,0 0,0 0,0 1,0-1,0 0,0 0,0 0,0 0,0 0,0 0,0 0,0 0,0 0,0 1,0-1,0 0,0 0,0 0,0 0,0 0,-1 0,1 0,0 0,0 0,0 0,0 0,0 0,0 0,0 0,0 0,0 0,0 0,-1 0,1 0,0 0,0 0,0 0,0 0,0 0,0 0,0 0,0 0,-1 0,1 0,12 1,17-5,-21 1,-8 0,-20-1,-29 4,37 5,21-4,21-2,69-7,-95 10,-12 3,-14 3,-35-3,57-5,0 0,0 0,1 0,-1 0,0 0,0 0,0 0,0 0,0 0,0 0,0 1,0-1,0 0,0 0,0 0,0 0,0 0,0 0,0 0,0 0,0 0,0 0,0 1,0-1,0 0,0 0,0 0,0 0,0 0,-1 0,1 0,0 0,0 0,0 0,0 0,0 1,0-1,0 0,0 0,0 0,0 0,0 0,0 0,0 0,-1 0,16 6,-2-2,-19-7,-11 0,1 0,-1 0,1 2,-19 0,34 1,-3 1,12 4,13 3,36-4,-117-4,44 0,52 0,42 7,-56-4,-6-3,-13-6,-16-16,11 21,1 0,-1-1,1 1,0-1,-1 1,1-1,0 0,0 1,0-1,0 0,1 0,-1 0,0 0,1 0,-1 0,1 0,0 0,0 0,0-2,0 4,0 0,0 0,0-1,0 1,0 0,0 0,0 0,0 0,0 0,0-1,0 1,1 0,-1 0,0 0,0 0,0 0,0 0,0 0,0 0,1-1,-1 1,0 0,0 0,0 0,0 0,1 0,-1 0,0 0,0 0,0 0,0 0,0 0,1 0,-1 0,0 0,0 0,0 0,0 0,1 0,-1 0,0 0,0 0,0 1,0-1,0 0,1 0,-1 0,0 0,0 0,0 0,7 12,0 12,-7-21,0 0,0 0,0 0,0 0,-1-1,1 1,-1 0,0 0,0 0,-2 4,0-8,1-8,-1-10,6-17,-3 34,0 1,0-1,1 1,-1-1,0 1,1-1,-1 1,1-1,0 1,0 0,-1-1,1 1,0 0,0 0,0-1,0 1,0 0,1 0,-1 0,0 0,2 0,-3 1,1 0,-1 0,1 0,-1 0,1 0,-1 0,1 0,-1 1,1-1,-1 0,1 0,-1 1,1-1,-1 0,1 1,-1-1,0 0,1 1,-1-1,1 0,-1 1,0-1,0 1,1-1,-1 1,0-1,0 1,1-1,-1 1,0-1,0 1,0-1,0 1,0-1,0 1,0 0,4 23,-4-23,0 86,7-145,4-31,-29 219,19-129,3-8,4-14,-7 14,-1 4,0 0,1 1,-1-1,1 1,-1-1,1 1,0-1,0 1,0 0,3-5,-4 7,0 0,1 0,-1 0,0 0,0 0,0-1,0 1,0 0,0 0,0 0,0 0,0 0,1 0,-1 0,0 0,0 0,0 0,0 0,0 0,0 0,1 0,-1 0,0 0,0 0,0 0,0 0,0 0,0 0,0 0,1 0,-1 0,0 0,0 0,0 0,0 0,0 0,0 1,0-1,0 0,0 0,1 0,-1 0,0 0,0 0,0 0,0 0,0 0,0 1,0-1,0 0,0 0,3 10,0 11,-2-10,-1 0,1 0,-1 0,-2 13,-1-20,-2-11,-1-12,5 11,0 0,0-1,1 1,0 0,3-15,-3 19,1 1,0-1,0 1,0-1,0 1,1-1,-1 1,1 0,0 0,0 0,0 0,0 0,1 0,-1 0,4-2,-6 5,0 0,1 0,-1 0,0-1,0 1,0 0,0 0,0 0,1 0,-1 0,0 0,0 0,0 0,0 0,1 0,-1 0,0 0,0 0,0 0,0 0,1 0,-1 0,0 0,0 0,0 0,0 0,0 0,1 0,-1 1,0-1,0 0,0 0,0 0,0 0,1 0,-1 0,0 0,0 1,0-1,0 0,0 0,0 0,0 0,0 0,0 1,0-1,0 0,0 0,0 0,1 0,-1 1,0-1,0 0,1 17,-4 17,0-17,-1-1,0 1,-1-1,-14 28,16-89,4 36,0 0,1 1,0 0,6-14,-10 60,-8-15,8-19,0 0,0-1,1 1,-1 0,1 0,0 0,0 0,0 5,4-8,3-7,4-6,-2-1,-1 0,0-1,-1 0,-1 0,0 0,-1-1,-1 0,3-26,-14 74,5-21,-1 1,-2 24,8-32,2-14,4-12,-9 19,-2 8,-8 22,-11 41,22-69,0 0,0 0,-1 0,1 0,0 0,0 0,0 0,0 1,0-1,0 0,0 0,0 0,-1 0,1 0,0 0,0 1,0-1,0 0,0 0,0 0,0 0,0 1,0-1,0 0,0 0,0 0,0 0,0 0,0 1,0-1,0 0,0 0,0 0,0 0,0 1,0-1,1 0,-1 0,0 0,0 0,0 0,0 0,0 1,0-1,0 0,0 0,1 0,-1 0,0 0,0 0,0 0,0 0,0 0,1 0,-1 0,0 0,0 1,9-11,7-18,-4 3,-10 22,-9 16,6-11,0 0,0 0,0 0,0 0,0 0,0 0,0 0,-1 0,1-1,-1 1,1-1,-1 1,0-1,0 1,0-1,0 0,0 0,0 0,0 0,0 0,0 0,0-1,0 1,0-1,-1 1,1-1,0 0,0 0,-1 0,1 0,0 0,0-1,-1 1,1-1,0 1,0-1,0 0,-3-1,17 15,-9-9,-13-15,-13-7,18 18,13 13,1 10,-9-21,1 0,-1 0,1 0,0 0,0 0,0 0,0 0,0 0,0 0,0 0,1 0,1 1,-9-6,6 3,-1-1,0 1,0 0,0-1,1 1,-1-1,0 1,0-1,1 0,-1 1,1-1,-1 0,0 1,1-1,-1 0,1 0,0 1,-1-1,1 0,0 0,-1 0,1 0,0 1,0-1,0 0,-1-1,1-2,0-1,0 1,-1 0,1 0,-1 0,0 0,0-1,-1 1,1 1,-1-1,0 0,0 0,-5-5,5 6,-1 1,0 0,0 0,0 0,0 0,0 0,-1 1,1-1,0 1,-1 0,1 0,-1 0,1 1,-1-1,1 1,-6 0,3-1,-6 0,0 1,-1 0,-18 3,23 0,10 0,13-2,-7-3,0-1,0 1,-1-2,1 1,-1-1,0 0,0-1,0 0,-1 0,0 0,0-1,0 1,0-2,5-8,-11 15,0 0,1 0,-1 0,0 0,0-1,0 1,0 0,0 0,0 0,0 0,0-1,0 1,0 0,0 0,0 0,0 0,0 0,0-1,0 1,0 0,-1 0,1 0,0 0,0-1,0 1,0 0,0 0,0 0,0 0,0 0,-1 0,1 0,0-1,0 1,0 0,0 0,0 0,-1 0,1 0,0 0,0 0,0 0,0 0,-1 0,-11-1,-11 4,12-1,7-1,-1 0,0 0,0 1,1-1,-9 5,16-9</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1:44.650"/>
    </inkml:context>
    <inkml:brush xml:id="br0">
      <inkml:brushProperty name="width" value="0.05" units="cm"/>
      <inkml:brushProperty name="height" value="0.05" units="cm"/>
      <inkml:brushProperty name="color" value="#004F8B"/>
      <inkml:brushProperty name="ignorePressure" value="1"/>
    </inkml:brush>
  </inkml:definitions>
  <inkml:trace contextRef="#ctx0" brushRef="#br0">1 0,'11'1,"-1"0,1 1,0 1,13 4,9 2,11 1,13 4,0-3,1-3,84 3,-39-14,150 6,-189 7,-53-7,0 0,0-1,0-1,0 0,1 0,-1-1,1-1,21-3,141-33,-127 32,0 2,82 5,-70 1,61-6,-30-9,-51 6,57-2,-93 8,33-1,0 1,0 2,69 14,-63-9,0-2,0-2,0-1,59-6,1 1,-56 5,83 14,-121-15,38 8,-33-5,0-2,0 1,0-2,1 1,-1-2,0 0,1-1,16-2,18-9,1 3,1 2,73-2,-94 9,0-1,1-1,45-10,-51 9,0 0,0 1,34 2,-29 1,46-5,-75 4,1 0,-1 0,0 0,1 0,-1 0,1 0,-1 0,0 0,1 0,-1 0,0 0,1 0,-1 0,0-1,1 1,-1 0,0 0,0 0,1 0,-1-1,0 1,1 0,-1 0,0-1,0 1,1 0,-1 0,0-1,0 1,0 0,0-1,1 1,-1 0,0-1,0 1,0 0,0-1,0 1,0 0,0-1,0 1,0-1,-4-4</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1:46.675"/>
    </inkml:context>
    <inkml:brush xml:id="br0">
      <inkml:brushProperty name="width" value="0.05" units="cm"/>
      <inkml:brushProperty name="height" value="0.05" units="cm"/>
      <inkml:brushProperty name="color" value="#004F8B"/>
      <inkml:brushProperty name="ignorePressure" value="1"/>
    </inkml:brush>
  </inkml:definitions>
  <inkml:trace contextRef="#ctx0" brushRef="#br0">24 0,'-3'2,"10"3,16 7,-11-6,163 88,-174-93,0-1,1 1,-1-1,1 1,-1 0,0-1,0 1,1 0,-1 0,0 0,0 0,0 0,0 0,0 0,0 1,0-1,-1 0,1 0,0 1,-1-1,1 0,-1 1,1 2,-1-3,0 1,-1 0,1-1,-1 1,1-1,-1 1,0-1,1 1,-1-1,0 0,0 1,0-1,0 0,0 0,0 0,-1 0,-1 2,-5 3,-1 0,0-1,0 0,0-1,-14 5,-118 43,139-51,1-1,0 1,-1-1,1 1,0-1,-1 1,1-1,-1 0,1 0,0 0,-1 0,1 0,-1 0,1 0,-1-1,1 1,0 0,-1-1,-1 0,-5-6</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1:54.403"/>
    </inkml:context>
    <inkml:brush xml:id="br0">
      <inkml:brushProperty name="width" value="0.05" units="cm"/>
      <inkml:brushProperty name="height" value="0.05" units="cm"/>
      <inkml:brushProperty name="color" value="#004F8B"/>
      <inkml:brushProperty name="ignorePressure" value="1"/>
    </inkml:brush>
  </inkml:definitions>
  <inkml:trace contextRef="#ctx0" brushRef="#br0">1 1934,'0'-6,"0"-42,9-76,-6 108,0 0,1 0,1 0,1 0,0 1,0 0,2 0,13-20,13-30,-30 53,2 0,0 0,0 1,1 0,10-14,-6 10,0 0,-1 0,-1-1,-1-1,-1 1,0-1,-1-1,0 1,-2-1,3-19,7-19,36-140,-35 145,3 1,2 1,36-66,-43 86,-2 0,11-45,-14 45,1 1,22-48,-26 69,-1 0,1 0,1 0,-1 1,1 0,10-8,-11 10,0 0,-1 0,1-1,-1 1,0-1,0 0,0 0,-1-1,0 1,0-1,0 1,-1-1,3-8,0-10,-2 6,2 0,-1 0,2 0,1 1,12-27,4 3,-16 27,1-1,0 1,21-25,-25 35,1-1,0 1,0 0,0 0,0 0,0 1,1 0,0 0,0 0,0 1,0 0,0 0,12-2,-4 2,-1 0,1 1,-1 0,1 2,-1-1,1 1,-1 1,20 5,-24-4,-1 0,1 1,-1 0,0 0,0 1,-1-1,1 2,-1-1,0 1,-1 0,0 1,1-1,7 14,33 35,-37-45,-1 0,0 0,-1 1,0 0,0 0,8 20,-14-27,22 54,-2 1,16 67,-32-98,2 0,2 0,22 47,-22-50,-1 1,-1 0,-2 0,0 1,2 46,-4-35,18 72,-4-49,13 76,8 33,-7-36,-20-82,2-1,2 0,31 67,-4-5,-30-73,30 61,-34-84,-1 0,-1 1,-1 0,-1 1,0-1,3 34,6 2,-49-131,17 49</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1:55.959"/>
    </inkml:context>
    <inkml:brush xml:id="br0">
      <inkml:brushProperty name="width" value="0.05" units="cm"/>
      <inkml:brushProperty name="height" value="0.05" units="cm"/>
      <inkml:brushProperty name="color" value="#004F8B"/>
      <inkml:brushProperty name="ignorePressure" value="1"/>
    </inkml:brush>
  </inkml:definitions>
  <inkml:trace contextRef="#ctx0" brushRef="#br0">66 0,'0'5,"0"9,-9 3,-2 3,0 2,-2-3,1 0,3-3</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1:56.301"/>
    </inkml:context>
    <inkml:brush xml:id="br0">
      <inkml:brushProperty name="width" value="0.05" units="cm"/>
      <inkml:brushProperty name="height" value="0.05" units="cm"/>
      <inkml:brushProperty name="color" value="#004F8B"/>
      <inkml:brushProperty name="ignorePressure" value="1"/>
    </inkml:brush>
  </inkml:definitions>
  <inkml:trace contextRef="#ctx0" brushRef="#br0">15 0,'0'5,"0"9,0 7,-4 1,-2 4,1-2</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1:56.639"/>
    </inkml:context>
    <inkml:brush xml:id="br0">
      <inkml:brushProperty name="width" value="0.05" units="cm"/>
      <inkml:brushProperty name="height" value="0.05" units="cm"/>
      <inkml:brushProperty name="color" value="#004F8B"/>
      <inkml:brushProperty name="ignorePressure" value="1"/>
    </inkml:brush>
  </inkml:definitions>
  <inkml:trace contextRef="#ctx0" brushRef="#br0">0 1,'0'4,"0"11,0 2</inkml:trace>
  <inkml:trace contextRef="#ctx0" brushRef="#br0" timeOffset="1">51 179,'0'4,"0"6,0 6,0 4,-4-2,-2 2,0-4</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1:56.976"/>
    </inkml:context>
    <inkml:brush xml:id="br0">
      <inkml:brushProperty name="width" value="0.05" units="cm"/>
      <inkml:brushProperty name="height" value="0.05" units="cm"/>
      <inkml:brushProperty name="color" value="#004F8B"/>
      <inkml:brushProperty name="ignorePressure" value="1"/>
    </inkml:brush>
  </inkml:definitions>
  <inkml:trace contextRef="#ctx0" brushRef="#br0">25 1,'0'4,"0"10,0 3</inkml:trace>
  <inkml:trace contextRef="#ctx0" brushRef="#br0" timeOffset="1">0 229,'0'5,"0"1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1:57.297"/>
    </inkml:context>
    <inkml:brush xml:id="br0">
      <inkml:brushProperty name="width" value="0.05" units="cm"/>
      <inkml:brushProperty name="height" value="0.05" units="cm"/>
      <inkml:brushProperty name="color" value="#004F8B"/>
      <inkml:brushProperty name="ignorePressure" value="1"/>
    </inkml:brush>
  </inkml:definitions>
  <inkml:trace contextRef="#ctx0" brushRef="#br0">0 0,'0'4,"0"7,0 4,0 5,0-1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2:01.416"/>
    </inkml:context>
    <inkml:brush xml:id="br0">
      <inkml:brushProperty name="width" value="0.05" units="cm"/>
      <inkml:brushProperty name="height" value="0.05" units="cm"/>
      <inkml:brushProperty name="color" value="#004F8B"/>
      <inkml:brushProperty name="ignorePressure" value="1"/>
    </inkml:brush>
  </inkml:definitions>
  <inkml:trace contextRef="#ctx0" brushRef="#br0">0 1,'14'0,"-3"-1,0 2,0-1,0 1,14 3,-21-3,0 1,0-1,0 1,0-1,0 1,-1 1,1-1,-1 0,1 1,-1 0,0 0,0 0,0 0,0 0,0 0,2 5,4 9,0 1,-1 0,-1 1,0-1,-2 1,0 1,-1-1,-1 1,1 32,-4-41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2:01.873"/>
    </inkml:context>
    <inkml:brush xml:id="br0">
      <inkml:brushProperty name="width" value="0.05" units="cm"/>
      <inkml:brushProperty name="height" value="0.05" units="cm"/>
      <inkml:brushProperty name="color" value="#004F8B"/>
      <inkml:brushProperty name="ignorePressure" value="1"/>
    </inkml:brush>
  </inkml:definitions>
  <inkml:trace contextRef="#ctx0" brushRef="#br0">312 0,'-7'2,"0"0,0 1,0-1,1 1,0 1,-1-1,1 1,0 0,1 0,-8 8,-11 6,-9 4,-35 31,57-44,1 1,1 0,0 0,0 1,1 0,0 0,-7 15,-16 28,31-54,0 0,1 0,-1 0,0 0,0-1,0 1,0 0,0 0,1 0,-1 0,0 0,0 0,0 0,0 0,0 0,1 0,-1 0,0 0,0 0,0 0,0 0,1 0,-1 0,0 0,0 0,0 0,0 0,1 0,-1 0,0 0,0 0,0 0,0 0,0 0,1 0,-1 0,0 1,0-1,0 0,0 0,0 0,0 0,0 0,1 0,-1 1,0-1,0 0,0 0,0 0,0 0,0 1,0-1,0 0,0 0,0 0,0 1,7-9</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1:39.381"/>
    </inkml:context>
    <inkml:brush xml:id="br0">
      <inkml:brushProperty name="width" value="0.05" units="cm"/>
      <inkml:brushProperty name="height" value="0.05" units="cm"/>
      <inkml:brushProperty name="color" value="#004F8B"/>
      <inkml:brushProperty name="ignorePressure" value="1"/>
    </inkml:brush>
  </inkml:definitions>
  <inkml:trace contextRef="#ctx0" brushRef="#br0">136 0,'-3'0,"0"1,1 0,-1 0,1-1,-1 2,1-1,0 0,-1 0,1 1,0-1,0 1,0 0,0-1,0 1,0 0,-1 3,-29 38,28-37,-5 8,1 0,1 0,0 1,1 0,0 0,1 1,-5 30,10-46,0 0,0 0,0 0,0 0,-1 1,1-1,0 0,0 0,0 0,0 0,0 1,0-1,0 0,0 0,0 0,0 0,0 1,0-1,0 0,0 0,0 0,0 1,0-1,0 0,0 0,0 0,0 1,0-1,0 0,0 0,0 0,0 0,0 1,0-1,1 0,-1 0,0 0,0 0,0 0,0 1,0-1,0 0,1 0,-1 0,0 0,0 0,0 0,1 0,-1 0,0 0,0 0,0 0,0 1,1-1,-1 0,0 0,0 0,1-1,10-11,9-21,19-58,-33 72</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1:39.706"/>
    </inkml:context>
    <inkml:brush xml:id="br0">
      <inkml:brushProperty name="width" value="0.05" units="cm"/>
      <inkml:brushProperty name="height" value="0.05" units="cm"/>
      <inkml:brushProperty name="color" value="#004F8B"/>
      <inkml:brushProperty name="ignorePressure" value="1"/>
    </inkml:brush>
  </inkml:definitions>
  <inkml:trace contextRef="#ctx0" brushRef="#br0">1 12,'0'-9,"0"6,8 4,8 1,1 5,-3 5,1 1,-2 2,1 4,2 2,-6-2,-8-5,-5-8,-7-6,-1-3</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1:41.196"/>
    </inkml:context>
    <inkml:brush xml:id="br0">
      <inkml:brushProperty name="width" value="0.05" units="cm"/>
      <inkml:brushProperty name="height" value="0.05" units="cm"/>
      <inkml:brushProperty name="color" value="#004F8B"/>
      <inkml:brushProperty name="ignorePressure" value="1"/>
    </inkml:brush>
  </inkml:definitions>
  <inkml:trace contextRef="#ctx0" brushRef="#br0">3 0,'0'6,"1"0,1-1,-1 1,1-1,0 1,0-1,1 1,5 8,10 25,-11-6,-2 0,-1 1,-2-1,-1 1,-5 48,1 9,1-74,0 1,-1 0,0 0,-2-1,-7 19,6-18,1 0,0 0,1 1,-2 34,5 809,4-379,-3-332,0-150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2:03.728"/>
    </inkml:context>
    <inkml:brush xml:id="br0">
      <inkml:brushProperty name="width" value="0.05" units="cm"/>
      <inkml:brushProperty name="height" value="0.05" units="cm"/>
      <inkml:brushProperty name="color" value="#004F8B"/>
      <inkml:brushProperty name="ignorePressure" value="1"/>
    </inkml:brush>
  </inkml:definitions>
  <inkml:trace contextRef="#ctx0" brushRef="#br0">165 28,'0'-1,"0"-1,1 1,-1 0,0 0,0-1,0 1,0 0,0 0,-1-1,1 1,0 0,0 0,-1-1,1 1,-1 0,1 0,-1 0,0 0,1 0,-3-2,3 3,-1 0,0 1,0-1,0 1,0-1,1 1,-1-1,0 1,0-1,1 1,-1 0,0-1,1 1,-1 0,1 0,-1 0,1-1,-1 1,1 0,-1 1,-23 57,1 84,20-117,0 1,1-1,4 42,-1-44,0 0,-2 1,-1-1,-5 26,7-47,-1-1,1 0,-1 1,0-1,0 0,0 1,0-1,0 0,0 0,-1 0,1 0,-1 0,1 0,-1-1,0 1,-2 1,2-2,1 0,-1-1,1 1,-1-1,1 0,-1 1,0-1,1 0,-1 0,1 0,-1 0,0 0,1-1,-1 1,1 0,-1-1,1 1,-1-1,1 1,-1-1,1 0,-1 0,1 0,-2-1,-18-13</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2:04.097"/>
    </inkml:context>
    <inkml:brush xml:id="br0">
      <inkml:brushProperty name="width" value="0.05" units="cm"/>
      <inkml:brushProperty name="height" value="0.05" units="cm"/>
      <inkml:brushProperty name="color" value="#004F8B"/>
      <inkml:brushProperty name="ignorePressure" value="1"/>
    </inkml:brush>
  </inkml:definitions>
  <inkml:trace contextRef="#ctx0" brushRef="#br0">0 1,'5'4,"5"2,10-1,6 0,-2 2,0 1,0-2,0-1,0-6,1-3,0 0,0-1,0 2,-4-4,-1 0,-4 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2:04.453"/>
    </inkml:context>
    <inkml:brush xml:id="br0">
      <inkml:brushProperty name="width" value="0.05" units="cm"/>
      <inkml:brushProperty name="height" value="0.05" units="cm"/>
      <inkml:brushProperty name="color" value="#004F8B"/>
      <inkml:brushProperty name="ignorePressure" value="1"/>
    </inkml:brush>
  </inkml:definitions>
  <inkml:trace contextRef="#ctx0" brushRef="#br0">103 1,'0'4,"-8"2,-4 4,-3 4,0 5,4 3,-2-2,2 0,3 0,2 7,3 1,6 6,7-3,10-7,2-8</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2:04.792"/>
    </inkml:context>
    <inkml:brush xml:id="br0">
      <inkml:brushProperty name="width" value="0.05" units="cm"/>
      <inkml:brushProperty name="height" value="0.05" units="cm"/>
      <inkml:brushProperty name="color" value="#004F8B"/>
      <inkml:brushProperty name="ignorePressure" value="1"/>
    </inkml:brush>
  </inkml:definitions>
  <inkml:trace contextRef="#ctx0" brushRef="#br0">0 12,'0'-5,"5"0,0 4,5 2,5 1,3 5,4 5,-2 5,0 0,-4 5,-4 4,0-3,-2 3,-3-3</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2:05.129"/>
    </inkml:context>
    <inkml:brush xml:id="br0">
      <inkml:brushProperty name="width" value="0.05" units="cm"/>
      <inkml:brushProperty name="height" value="0.05" units="cm"/>
      <inkml:brushProperty name="color" value="#004F8B"/>
      <inkml:brushProperty name="ignorePressure" value="1"/>
    </inkml:brush>
  </inkml:definitions>
  <inkml:trace contextRef="#ctx0" brushRef="#br0">139 1,'-5'0,"-1"4,1 6,-4 2,0 2,-3 3,1 4,-2-2,1 0,-2-4,2 1,2 6,-1-1,2-4</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2:05.483"/>
    </inkml:context>
    <inkml:brush xml:id="br0">
      <inkml:brushProperty name="width" value="0.05" units="cm"/>
      <inkml:brushProperty name="height" value="0.05" units="cm"/>
      <inkml:brushProperty name="color" value="#004F8B"/>
      <inkml:brushProperty name="ignorePressure" value="1"/>
    </inkml:brush>
  </inkml:definitions>
  <inkml:trace contextRef="#ctx0" brushRef="#br0">82 1,'2'0,"-1"1,0-1,0 1,0 0,0-1,0 1,0 0,0 0,0 0,0 0,0 0,0 0,-1 0,1 0,0 0,-1 0,1 0,-1 0,2 3,11 30,-10-25,1 3,0 1,-1-1,0 1,-1 0,-1 0,0 0,0 0,-4 25,2-30,0 0,0 0,-1 0,0-1,-1 1,1-1,-2 1,1-1,-1 0,0 0,0-1,-1 1,0-1,0 0,-10 9,-41 34,41-35</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2:07.365"/>
    </inkml:context>
    <inkml:brush xml:id="br0">
      <inkml:brushProperty name="width" value="0.05" units="cm"/>
      <inkml:brushProperty name="height" value="0.05" units="cm"/>
      <inkml:brushProperty name="color" value="#004F8B"/>
      <inkml:brushProperty name="ignorePressure" value="1"/>
    </inkml:brush>
  </inkml:definitions>
  <inkml:trace contextRef="#ctx0" brushRef="#br0">11 0,'-10'3,"18"3,21 5,174 10,-182-18,-1-1,1-1,30-3,-35 0,1 1,0 1,-1 1,1 0,-1 1,24 6,-21-2,1-2,0-1,30 2,10 1,-50-3,-15-1,-19-1,8-4</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2:08.196"/>
    </inkml:context>
    <inkml:brush xml:id="br0">
      <inkml:brushProperty name="width" value="0.05" units="cm"/>
      <inkml:brushProperty name="height" value="0.05" units="cm"/>
      <inkml:brushProperty name="color" value="#004F8B"/>
      <inkml:brushProperty name="ignorePressure" value="1"/>
    </inkml:brush>
  </inkml:definitions>
  <inkml:trace contextRef="#ctx0" brushRef="#br0">0 1,'8'0,"4"-1,-1 1,1 1,-1 0,1 1,15 4,-25-6,-1 1,1-1,-1 1,1 0,-1-1,1 1,-1 0,0 0,1 0,-1 0,0 0,0 0,0 1,0-1,0 0,0 1,0-1,0 0,0 3,-1-2,1 0,-1 1,0-1,0 0,0 1,-1-1,1 0,-1 1,1-1,-1 0,0 0,1 1,-1-1,0 0,-1 0,1 0,-2 3,-2 0,1 0,-1 0,-1 0,1 0,-12 7,13-10,0 1,0 0,0-1,0 2,0-1,1 0,-1 1,1 0,0-1,0 1,1 1,-3 3,5-7,0 0,0-1,0 1,0 0,0 0,0-1,1 1,-1 0,0-1,0 1,1 0,-1-1,0 1,1-1,-1 1,1-1,-1 1,1-1,-1 1,1-1,-1 1,1-1,-1 1,1-1,0 0,-1 1,1-1,0 0,-1 0,1 1,0-1,-1 0,1 0,0 0,-1 0,2 0,31 3,-30-3,13 1,-1-1,1 0,25-5,-18-1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2:11.083"/>
    </inkml:context>
    <inkml:brush xml:id="br0">
      <inkml:brushProperty name="width" value="0.05" units="cm"/>
      <inkml:brushProperty name="height" value="0.05" units="cm"/>
      <inkml:brushProperty name="color" value="#004F8B"/>
      <inkml:brushProperty name="ignorePressure" value="1"/>
    </inkml:brush>
  </inkml:definitions>
  <inkml:trace contextRef="#ctx0" brushRef="#br0">30 0,'-1'4,"0"0,0 0,0 0,0 0,-1 0,1 0,-1-1,-3 6,3-7,0 1,0 0,1-1,0 1,-1 0,1 0,0 0,0 0,1 0,-1 0,1 0,-1 0,1 0,0 5,2-10,0 1,-1-1,1 1,-1-1,0 0,1 0,-1 0,0 1,0-1,0 0,0 0,0-3,1 0,0 1,1 1,-1-1,1 0,-1 1,1-1,0 1,0 0,1 0,-1 0,6-4,-8 7,0-1,0 0,0 1,1 0,-1-1,0 1,0-1,0 1,0 0,1 0,-1 0,0 0,0 0,0 0,1 0,-1 0,0 0,0 1,0-1,0 0,1 1,-1-1,0 1,0-1,0 1,0 0,0-1,0 1,0 0,0 0,-1 0,1-1,0 1,0 0,-1 0,1 0,0 0,-1 1,1-1,-1 0,1 0,-1 0,0 0,0 0,1 1,-1 1,14 53,-7-31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2:11.425"/>
    </inkml:context>
    <inkml:brush xml:id="br0">
      <inkml:brushProperty name="width" value="0.05" units="cm"/>
      <inkml:brushProperty name="height" value="0.05" units="cm"/>
      <inkml:brushProperty name="color" value="#004F8B"/>
      <inkml:brushProperty name="ignorePressure" value="1"/>
    </inkml:brush>
  </inkml:definitions>
  <inkml:trace contextRef="#ctx0" brushRef="#br0">0 0,'9'0,"7"4,5 2,-1-1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2:11.771"/>
    </inkml:context>
    <inkml:brush xml:id="br0">
      <inkml:brushProperty name="width" value="0.05" units="cm"/>
      <inkml:brushProperty name="height" value="0.05" units="cm"/>
      <inkml:brushProperty name="color" value="#004F8B"/>
      <inkml:brushProperty name="ignorePressure" value="1"/>
    </inkml:brush>
  </inkml:definitions>
  <inkml:trace contextRef="#ctx0" brushRef="#br0">1 0,'0'5,"0"9,0 8,0 7,0 5,0-5</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2:12.097"/>
    </inkml:context>
    <inkml:brush xml:id="br0">
      <inkml:brushProperty name="width" value="0.05" units="cm"/>
      <inkml:brushProperty name="height" value="0.05" units="cm"/>
      <inkml:brushProperty name="color" value="#004F8B"/>
      <inkml:brushProperty name="ignorePressure" value="1"/>
    </inkml:brush>
  </inkml:definitions>
  <inkml:trace contextRef="#ctx0" brushRef="#br0">1 0,'0'4,"0"11,0 6,0 4,0 3,0 0,0 0,0-5</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2:14.287"/>
    </inkml:context>
    <inkml:brush xml:id="br0">
      <inkml:brushProperty name="width" value="0.05" units="cm"/>
      <inkml:brushProperty name="height" value="0.05" units="cm"/>
      <inkml:brushProperty name="color" value="#004F8B"/>
      <inkml:brushProperty name="ignorePressure" value="1"/>
    </inkml:brush>
  </inkml:definitions>
  <inkml:trace contextRef="#ctx0" brushRef="#br0">0 32,'0'-8,"4"-4,7 1,0 11,3 5,-5 2,-4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3:17.289"/>
    </inkml:context>
    <inkml:brush xml:id="br0">
      <inkml:brushProperty name="width" value="0.05" units="cm"/>
      <inkml:brushProperty name="height" value="0.05" units="cm"/>
      <inkml:brushProperty name="color" value="#004F8B"/>
      <inkml:brushProperty name="ignorePressure" value="1"/>
    </inkml:brush>
  </inkml:definitions>
  <inkml:trace contextRef="#ctx0" brushRef="#br0">179 1,'-3'0,"1"1,-1 0,1 0,-1 0,1 0,0 1,-1-1,1 0,0 1,0 0,0-1,0 1,0 0,1 0,-1 0,0 0,1 0,0 1,-1-1,1 0,-1 4,-21 53,-4 82,24-119,1 0,0-1,3 32,0-33,-1 0,0 0,-2 0,-4 22,5-38,-1 1,1-1,-1 0,0 0,0 1,-1-1,1-1,-1 1,0 0,0-1,-4 5,6-7,1-1,-1 1,0-1,1 1,-1-1,0 1,0-1,1 0,-1 1,0-1,0 0,0 0,1 0,-1 1,0-1,0 0,0 0,0 0,1 0,-1 0,0 0,0-1,0 1,-1 0,1-1,0-1,-1 1,1 0,0 0,0 0,0-1,0 1,0-1,0 1,0-1,0 1,1-1,-1 1,1-1,-1 0,1 1,-1-3,-3-13</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3:17.633"/>
    </inkml:context>
    <inkml:brush xml:id="br0">
      <inkml:brushProperty name="width" value="0.05" units="cm"/>
      <inkml:brushProperty name="height" value="0.05" units="cm"/>
      <inkml:brushProperty name="color" value="#004F8B"/>
      <inkml:brushProperty name="ignorePressure" value="1"/>
    </inkml:brush>
  </inkml:definitions>
  <inkml:trace contextRef="#ctx0" brushRef="#br0">0 0,'0'5,"4"0,6 1,2 2,2 1,3-1,4-3,2-1,2 2,0 1,1-2,0-1,-4-5,-2-3,0-1,-3 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3:17.976"/>
    </inkml:context>
    <inkml:brush xml:id="br0">
      <inkml:brushProperty name="width" value="0.05" units="cm"/>
      <inkml:brushProperty name="height" value="0.05" units="cm"/>
      <inkml:brushProperty name="color" value="#004F8B"/>
      <inkml:brushProperty name="ignorePressure" value="1"/>
    </inkml:brush>
  </inkml:definitions>
  <inkml:trace contextRef="#ctx0" brushRef="#br0">69 0,'0'5,"-8"1,-4 4,1 4,2 5,3 2,2 4,-2-4,-1-1,1 1,7-3,2-1,1-3</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3:18.333"/>
    </inkml:context>
    <inkml:brush xml:id="br0">
      <inkml:brushProperty name="width" value="0.05" units="cm"/>
      <inkml:brushProperty name="height" value="0.05" units="cm"/>
      <inkml:brushProperty name="color" value="#004F8B"/>
      <inkml:brushProperty name="ignorePressure" value="1"/>
    </inkml:brush>
  </inkml:definitions>
  <inkml:trace contextRef="#ctx0" brushRef="#br0">0 0,'4'0,"7"0,4 0,1 5,1 0,-2 5,1 0,-2 3,-4 4,1-2,-2 2,3 1,-2 3,-2 2,-2-3</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3:18.675"/>
    </inkml:context>
    <inkml:brush xml:id="br0">
      <inkml:brushProperty name="width" value="0.05" units="cm"/>
      <inkml:brushProperty name="height" value="0.05" units="cm"/>
      <inkml:brushProperty name="color" value="#004F8B"/>
      <inkml:brushProperty name="ignorePressure" value="1"/>
    </inkml:brush>
  </inkml:definitions>
  <inkml:trace contextRef="#ctx0" brushRef="#br0">82 76,'0'-4,"0"-6,0 3,-4 8,-2 7,-4 6,0 7,-3 2,1 3,-2-4,2-5</inkml:trace>
  <inkml:trace contextRef="#ctx0" brushRef="#br0" timeOffset="1">209 0,'9'0,"3"5,-1 5,2 1,-1 3,-3 4,-3 3,-2 1,-2 3,-5-4,-3-1,0 1,-8 1,-1 0,-2-2,1-1,-1-4,3-4</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3:21.218"/>
    </inkml:context>
    <inkml:brush xml:id="br0">
      <inkml:brushProperty name="width" value="0.05" units="cm"/>
      <inkml:brushProperty name="height" value="0.05" units="cm"/>
      <inkml:brushProperty name="color" value="#004F8B"/>
      <inkml:brushProperty name="ignorePressure" value="1"/>
    </inkml:brush>
  </inkml:definitions>
  <inkml:trace contextRef="#ctx0" brushRef="#br0">0 0,'5'0,"1"5,-1 5,-5 1,-2-1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3:21.559"/>
    </inkml:context>
    <inkml:brush xml:id="br0">
      <inkml:brushProperty name="width" value="0.05" units="cm"/>
      <inkml:brushProperty name="height" value="0.05" units="cm"/>
      <inkml:brushProperty name="color" value="#004F8B"/>
      <inkml:brushProperty name="ignorePressure" value="1"/>
    </inkml:brush>
  </inkml:definitions>
  <inkml:trace contextRef="#ctx0" brushRef="#br0">1 1,'0'4,"0"6,0 6,0 4,0 3,4-2,2-1,0-3</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3:22.086"/>
    </inkml:context>
    <inkml:brush xml:id="br0">
      <inkml:brushProperty name="width" value="0.05" units="cm"/>
      <inkml:brushProperty name="height" value="0.05" units="cm"/>
      <inkml:brushProperty name="color" value="#004F8B"/>
      <inkml:brushProperty name="ignorePressure" value="1"/>
    </inkml:brush>
  </inkml:definitions>
  <inkml:trace contextRef="#ctx0" brushRef="#br0">110 0,'-2'5,"0"0,0 0,-1 0,0-1,1 1,-2-1,1 0,0 0,-1 0,0 0,0-1,-4 4,-3 3,-10 6,-9 11,29-26,1-1,-1 1,1 0,0 0,-1 0,1 0,0 0,0 0,0 0,0 0,0 0,0 0,0 0,0 0,0 0,0 0,1 0,-1 0,0 0,1 0,-1 0,1-1,-1 1,1 0,-1 0,1 0,-1-1,1 1,0 0,-1 0,1-1,0 1,0-1,0 1,0-1,1 2,10 5,-1 0,2-1,18 7,-22-10,1 1,-1 0,-1 0,1 1,-1 0,1 0,12 13,-20-18,0 1,0 0,-1-1,1 1,0 0,-1 0,1 0,-1-1,1 1,-1 0,1 0,-1 0,0 0,0 0,1 0,-1 0,0 0,0 0,0 0,0 0,0 0,0 0,0 0,0 0,-1 0,1 0,0 0,0 0,-2 2,1-1,-1-1,1 1,-1 0,0 0,0-1,0 1,0-1,0 1,0-1,0 0,-1 0,-1 1,-3 0,1 1,0-2,-1 1,1 0,-1-1,0-1,1 1,-14-1,-10-13,16 6</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3:27.741"/>
    </inkml:context>
    <inkml:brush xml:id="br0">
      <inkml:brushProperty name="width" value="0.05" units="cm"/>
      <inkml:brushProperty name="height" value="0.05" units="cm"/>
      <inkml:brushProperty name="color" value="#004F8B"/>
      <inkml:brushProperty name="ignorePressure" value="1"/>
    </inkml:brush>
  </inkml:definitions>
  <inkml:trace contextRef="#ctx0" brushRef="#br0">152 13,'-41'-5,"32"2,-1 2,1-1,-1 2,1-1,-1 1,-10 1,18 0,0-1,1 1,-1-1,0 1,1 0,-1-1,1 1,-1 0,1 0,-1 0,1 1,-1-1,1 0,0 0,0 1,0-1,-1 1,1-1,1 1,-1-1,0 1,0 0,1-1,-1 1,1 0,-1 0,1-1,0 1,-1 0,1 0,0 0,0 0,1-1,-1 1,0 0,0 0,2 2,-1 4,1 0,0-1,0 1,0-1,1 0,0 0,1 0,0 0,0 0,0-1,1 1,9 9,-11-13,-1-1,1 1,0-1,0 0,0 0,0 0,0 0,0-1,0 1,1-1,-1 0,0 0,1 0,-1 0,1-1,0 1,-1-1,1 0,-1 0,1 0,-1-1,1 1,-1-1,1 0,-1 0,1 0,-1 0,0-1,6-2,11-9,0 0,-1-1,25-24,-44 38,0 0,0-1,1 1,-1-1,0 1,1 0,-1-1,0 1,1 0,-1 0,0-1,1 1,-1 0,0 0,1-1,-1 1,1 0,-1 0,1 0,-1 0,0 0,1 0,-1-1,1 1,-1 0,1 0,-1 0,1 1,-1-1,0 0,1 0,-1 0,1 0,-1 0,1 0,-1 1,0-1,1 0,-1 0,1 1,-1-1,0 0,1 1,8 22,2 4,-11-26,1 0,0 0,-1 0,1 0,0 0,0 0,0-1,-1 1,1 0,0-1,0 1,0 0,0-1,0 1,0-1,0 0,1 1,-1-1,0 0,0 0,0 1,0-1,0 0,0 0,1 0,-1 0,0-1,0 1,0 0,0 0,0-1,0 1,0-1,0 1,0-1,0 1,0-1,0 1,0-1,0 0,0 0,0 1,0-1,-1 0,1 0,0 0,-1 0,1 0,-1 0,1 0,-1 0,1-1,1-2,-1 0,1-1,-1 1,0 0,0 0,0-1,-1 1,1 0,-1-1,0 1,0-1,-1 1,0-5,-1 6,1 0,-1 0,0 0,0 0,0 0,0 0,0 0,-1 1,1-1,-1 1,0 0,0 0,1 0,-1 0,-1 0,-5-2,8 4,0-1,0 1,-1-1,1 1,0-1,0 1,-1 0,1 0,0 0,0 0,-1 0,1 0,0 0,0 0,-1 0,1 0,0 1,0-1,-1 0,1 1,0-1,0 1,0 0,0-1,0 1,0 0,0 0,0-1,0 1,0 0,0 0,0 0,1 0,-1 0,0 0,1 1,-1-1,1 0,-1 0,1 0,-1 1,1-1,0 0,0 0,0 1,0-1,0 2,0 10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3:28.746"/>
    </inkml:context>
    <inkml:brush xml:id="br0">
      <inkml:brushProperty name="width" value="0.05" units="cm"/>
      <inkml:brushProperty name="height" value="0.05" units="cm"/>
      <inkml:brushProperty name="color" value="#004F8B"/>
      <inkml:brushProperty name="ignorePressure" value="1"/>
    </inkml:brush>
  </inkml:definitions>
  <inkml:trace contextRef="#ctx0" brushRef="#br0">58 10,'-1'0,"-1"1,1-1,0 1,-1 0,1-1,0 1,0 0,0 0,0 0,0 0,0 0,0 0,0 0,0 0,0 0,0 1,0-1,0 1,-15 30,12-25,0 1,-6 12,8-19,4-13,0 5,0 0,1 0,0 0,0 1,0-1,1 1,6-8,-9 12,0 0,1 1,-1-1,0 1,1-1,-1 1,1 0,-1-1,1 1,0 0,-1 0,1 0,0 0,0 0,0 1,0-1,0 1,0-1,0 1,0 0,0-1,0 1,0 0,0 0,0 1,0-1,0 0,0 1,0-1,2 2,1 0,-1 0,1 0,-1 1,0 0,0-1,0 2,-1-1,1 0,-1 1,1 0,-1-1,0 1,-1 1,1-1,-1 0,1 1,-1-1,-1 1,3 9,1 7</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3:31.294"/>
    </inkml:context>
    <inkml:brush xml:id="br0">
      <inkml:brushProperty name="width" value="0.05" units="cm"/>
      <inkml:brushProperty name="height" value="0.05" units="cm"/>
      <inkml:brushProperty name="color" value="#004F8B"/>
      <inkml:brushProperty name="ignorePressure" value="1"/>
    </inkml:brush>
  </inkml:definitions>
  <inkml:trace contextRef="#ctx0" brushRef="#br0">1 9,'1'8,"1"0,0 0,1 0,-1 0,2 0,-1-1,6 9,4 11,21 49,-34-76,0 0,1 1,-1-1,0 0,0 1,0-1,1 0,-1 0,0 1,0-1,1 0,-1 0,0 1,1-1,-1 0,0 0,1 0,-1 0,0 1,1-1,-1 0,0 0,1 0,-1 0,1 0,-1 0,0 0,1 0,-1 0,0 0,1 0,-1 0,0-1,1 1,-1 0,0 0,1 0,13-15,10-32,-20 37,9-18,-10 19,0 1,1 0,0 0,1 0,0 0,6-7,-10 14,1-1,-1 1,1 0,-1 0,1 0,-1 0,1 0,-1 1,1-1,0 0,-1 1,1-1,0 1,0 0,0-1,-1 1,1 0,0 0,0 0,0 0,-1 0,1 1,0-1,0 1,-1-1,1 1,0-1,-1 1,1 0,0 0,-1 0,1 0,-1 0,0 0,3 3,3 0,1 1,-1-1,1 0,0-1,0 1,17 3,-22-6,1 0,0 0,0-1,0 1,0-1,0 0,0 0,0 0,0-1,-1 1,1-1,0 0,0 0,0 0,-1-1,1 1,5-4,-8 4,-1 0,1 1,-1-1,1 0,-1 0,1 0,-1 1,0-1,1 0,-1 0,0 0,0 0,0 0,1 0,-1 0,0 0,0 0,0 0,0 0,-1 1,1-1,0 0,0 0,-1 0,1 0,0 0,-1 0,1 1,-1-1,1 0,-1 0,1 0,-1 1,1-1,-1 0,0 1,0-1,1 1,-1-1,0 1,0-1,-1 0,1 0,0 0,-1 0,1 0,0 0,-1 0,1 0,-1 1,0-1,1 0,-1 1,1 0,-1-1,0 1,1 0,-1-1,0 1,0 0,1 1,-1-1,0 0,1 0,-1 1,0-1,1 1,-1-1,-2 2,-3 3,1 0,0 0,1 1,-1 0,1 0,0 0,0 0,1 1,0 0,0 0,-5 14,7-17,1 0,0 0,1 1,-1-1,1 0,0 0,0 0,0 0,0 1,1-1,0 0,0 0,0 0,0 0,0 0,1 0,0-1,0 1,0 0,0-1,0 1,1-1,0 0,3 3,-4-3,0 0,0-1,0 1,1-1,-1 0,1 0,0 0,0 0,0 0,0 0,0-1,0 1,0-1,0 0,1 0,-1 0,0-1,1 1,3-1,7-2</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3:31.681"/>
    </inkml:context>
    <inkml:brush xml:id="br0">
      <inkml:brushProperty name="width" value="0.05" units="cm"/>
      <inkml:brushProperty name="height" value="0.05" units="cm"/>
      <inkml:brushProperty name="color" value="#004F8B"/>
      <inkml:brushProperty name="ignorePressure" value="1"/>
    </inkml:brush>
  </inkml:definitions>
  <inkml:trace contextRef="#ctx0" brushRef="#br0">1 0,'0'5,"4"0,6 1,1 3,4 0,-2 2,-2 5,0-1,0 1,-4 2,3 3,-1 2,-3 1,-1 1,3 1,-1-1,-1-7,-2-8</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3:32.010"/>
    </inkml:context>
    <inkml:brush xml:id="br0">
      <inkml:brushProperty name="width" value="0.05" units="cm"/>
      <inkml:brushProperty name="height" value="0.05" units="cm"/>
      <inkml:brushProperty name="color" value="#004F8B"/>
      <inkml:brushProperty name="ignorePressure" value="1"/>
    </inkml:brush>
  </inkml:definitions>
  <inkml:trace contextRef="#ctx0" brushRef="#br0">169 0,'9'0,"-6"0,-4 4,-5 2,-3 4,-3 0,0 3,-2-1,1 2,-1-1,1 1,-1-2,2 2,-2-2,2 1,-1-1,1 2,3-3</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3:34.480"/>
    </inkml:context>
    <inkml:brush xml:id="br0">
      <inkml:brushProperty name="width" value="0.05" units="cm"/>
      <inkml:brushProperty name="height" value="0.05" units="cm"/>
      <inkml:brushProperty name="color" value="#004F8B"/>
      <inkml:brushProperty name="ignorePressure" value="1"/>
    </inkml:brush>
  </inkml:definitions>
  <inkml:trace contextRef="#ctx0" brushRef="#br0">221 1,'0'1,"0"-1,0 0,0 0,0 0,0 0,0 0,0 0,0 0,0 0,0 0,0 1,-1-1,1 0,0 0,0 0,0 0,0 0,0 0,0 0,0 0,0 0,0 0,0 0,-1 0,1 0,0 0,0 0,0 0,0 0,0 0,0 0,0 0,0 0,-1 0,1 0,0 0,0 0,0 0,0 0,0 0,0 0,0 0,0 0,0 0,-1 0,1 0,0 0,0 0,0 0,0 0,0-1,0 1,0 0,0 0,0 0,0 0,0 0,0 0,0 0,0 0,0 0,0-1,0 1,0 0,-1 0,1 0,0 0,1 0,-12 12,-7 16,-21 84,31-91,1 2,1-1,1 0,1 1,1 0,0 29,1-22,-1 1,-14 55,15-76,-1 1,0-1,0 1,-10 17,13-27,0 0,-1 0,1-1,0 1,-1 0,1 0,-1 0,1-1,-1 1,0 0,1-1,-1 1,0-1,1 1,-1-1,0 1,1-1,-1 1,0-1,0 1,0-1,0 0,0 0,1 1,-1-1,0 0,0 0,0 0,0 0,0 0,0 0,0 0,1-1,-1 1,0 0,0 0,0-1,0 1,0 0,1-1,-1 1,0-1,0 1,1-1,-1 1,0-1,1 0,-1 1,1-1,-1 0,0 1,1-1,0 0,-1 0,1 0,-1 1,1-2,-19-28,11 14</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3:34.823"/>
    </inkml:context>
    <inkml:brush xml:id="br0">
      <inkml:brushProperty name="width" value="0.05" units="cm"/>
      <inkml:brushProperty name="height" value="0.05" units="cm"/>
      <inkml:brushProperty name="color" value="#004F8B"/>
      <inkml:brushProperty name="ignorePressure" value="1"/>
    </inkml:brush>
  </inkml:definitions>
  <inkml:trace contextRef="#ctx0" brushRef="#br0">1 0,'4'0,"6"0,6 0,4 4,3 2,2-1,5 0,2-2,0-1,-5-5,-8-3</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3:35.226"/>
    </inkml:context>
    <inkml:brush xml:id="br0">
      <inkml:brushProperty name="width" value="0.05" units="cm"/>
      <inkml:brushProperty name="height" value="0.05" units="cm"/>
      <inkml:brushProperty name="color" value="#004F8B"/>
      <inkml:brushProperty name="ignorePressure" value="1"/>
    </inkml:brush>
  </inkml:definitions>
  <inkml:trace contextRef="#ctx0" brushRef="#br0">29 0,'-1'16,"-1"0,0 0,-5 17,-6 37,12-53,-1 35,2-49,0-1,0 1,0 0,1 0,-1-1,1 1,-1 0,1-1,0 1,0-1,1 1,-1-1,0 1,3 2,-3-5,0 1,0-1,0 1,0-1,0 0,0 0,0 1,0-1,0 0,1 0,-1 0,0 0,0 0,0 0,0 0,0-1,0 1,0 0,1-1,-1 1,0 0,0-1,0 0,0 1,-1-1,1 1,0-1,0 0,0 0,0 0,0 0,32-33,-27 28,41-50,-42 115,0-39,-1-2</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3:35.677"/>
    </inkml:context>
    <inkml:brush xml:id="br0">
      <inkml:brushProperty name="width" value="0.05" units="cm"/>
      <inkml:brushProperty name="height" value="0.05" units="cm"/>
      <inkml:brushProperty name="color" value="#004F8B"/>
      <inkml:brushProperty name="ignorePressure" value="1"/>
    </inkml:brush>
  </inkml:definitions>
  <inkml:trace contextRef="#ctx0" brushRef="#br0">1 3,'0'23,"0"24,1-34,3-15,2-16,9-23,-14 39,0 1,0-1,-1 0,1 1,0-1,0 1,0-1,1 1,-1 0,0-1,0 1,1 0,-1 0,1 0,-1 0,1 0,2-1,-2 2,-1 0,0 1,0-1,0 0,0 1,0-1,0 1,0-1,0 1,-1-1,1 1,0-1,0 1,0 0,0 0,-1-1,1 1,0 0,-1 0,1 0,-1 0,1 0,-1 0,1 0,-1 0,0 0,1 0,-1 0,0 0,0 0,0 0,0 0,0 2,5 41,-5-41,5 71,0-56</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3:36.065"/>
    </inkml:context>
    <inkml:brush xml:id="br0">
      <inkml:brushProperty name="width" value="0.05" units="cm"/>
      <inkml:brushProperty name="height" value="0.05" units="cm"/>
      <inkml:brushProperty name="color" value="#004F8B"/>
      <inkml:brushProperty name="ignorePressure" value="1"/>
    </inkml:brush>
  </inkml:definitions>
  <inkml:trace contextRef="#ctx0" brushRef="#br0">105 0,'-5'0,"-5"4,-5 2,-1 4,-2 0,3 3,4 3,3 4,3 2,3 2,6-3,2-1,4-4,5-8,5-7,-2-7,-4-2</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3:36.858"/>
    </inkml:context>
    <inkml:brush xml:id="br0">
      <inkml:brushProperty name="width" value="0.05" units="cm"/>
      <inkml:brushProperty name="height" value="0.05" units="cm"/>
      <inkml:brushProperty name="color" value="#004F8B"/>
      <inkml:brushProperty name="ignorePressure" value="1"/>
    </inkml:brush>
  </inkml:definitions>
  <inkml:trace contextRef="#ctx0" brushRef="#br0">30 0,'-1'11,"0"0,-1 0,0-1,-4 12,-6 39,10-40,0 7,1-1,0 1,3 0,6 41,-8-67,0 0,0 0,1 0,-1-1,1 1,0 0,-1 0,1-1,0 1,0 0,0-1,0 1,0-1,1 1,-1-1,0 0,1 1,-1-1,1 0,-1 0,1 0,-1 0,3 1,-2-2,0 0,-1-1,1 1,-1 0,1-1,-1 1,1-1,-1 0,0 1,1-1,-1 0,0 0,1 0,-1 0,0 0,0 0,0 0,0 0,0-1,0 1,0 0,0-1,-1 1,1 0,0-1,-1 1,1-1,-1-1,8-16</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3:37.200"/>
    </inkml:context>
    <inkml:brush xml:id="br0">
      <inkml:brushProperty name="width" value="0.05" units="cm"/>
      <inkml:brushProperty name="height" value="0.05" units="cm"/>
      <inkml:brushProperty name="color" value="#004F8B"/>
      <inkml:brushProperty name="ignorePressure" value="1"/>
    </inkml:brush>
  </inkml:definitions>
  <inkml:trace contextRef="#ctx0" brushRef="#br0">1 0,'0'4,"8"2,8-1,5 0,3-2,2-1,1-1,0-1,0 0,0 0,-1 0,-4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3:37.541"/>
    </inkml:context>
    <inkml:brush xml:id="br0">
      <inkml:brushProperty name="width" value="0.05" units="cm"/>
      <inkml:brushProperty name="height" value="0.05" units="cm"/>
      <inkml:brushProperty name="color" value="#004F8B"/>
      <inkml:brushProperty name="ignorePressure" value="1"/>
    </inkml:brush>
  </inkml:definitions>
  <inkml:trace contextRef="#ctx0" brushRef="#br0">48 0,'0'4,"0"7,0 4,0 5,0-1</inkml:trace>
  <inkml:trace contextRef="#ctx0" brushRef="#br0" timeOffset="1">23 127,'0'4,"0"6,0 6,0 4,-4-1,-2 0,0 2,2 1,1-3</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3:37.917"/>
    </inkml:context>
    <inkml:brush xml:id="br0">
      <inkml:brushProperty name="width" value="0.05" units="cm"/>
      <inkml:brushProperty name="height" value="0.05" units="cm"/>
      <inkml:brushProperty name="color" value="#004F8B"/>
      <inkml:brushProperty name="ignorePressure" value="1"/>
    </inkml:brush>
  </inkml:definitions>
  <inkml:trace contextRef="#ctx0" brushRef="#br0">0 1,'1'8,"1"1,-1-1,1 1,1-1,0 0,0 0,6 11,-7-15,-1 0,2 0,-1 0,0 0,1 0,0-1,0 1,0-1,0 0,1 1,-1-2,1 1,-1 0,1-1,4 3,-7-5,1 0,-1 0,0 0,0 0,0 0,0-1,0 1,0 0,0-1,0 1,0 0,-1-1,1 1,0-1,0 1,0-1,0 0,0 1,-1-1,1 0,0 0,-1 1,1-1,0 0,-1 0,1 0,-1 0,0 0,1 0,-1 0,0 0,1 0,-1 0,0 0,0 0,0 0,0 0,0-2,1-1,-1-1,1 0,-1 0,0 1,-1-1,1 0,-2-6,1 9,0 0,-1-1,1 1,0 0,-1 0,0 0,1 0,-1 0,0 0,0 1,0-1,0 1,0-1,0 1,-1 0,1 0,0 0,-1 0,1 0,-1 0,1 1,-1-1,1 1,-1-1,1 1,-1 0,0 0,-4 1,-9 3</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3:38.409"/>
    </inkml:context>
    <inkml:brush xml:id="br0">
      <inkml:brushProperty name="width" value="0.05" units="cm"/>
      <inkml:brushProperty name="height" value="0.05" units="cm"/>
      <inkml:brushProperty name="color" value="#004F8B"/>
      <inkml:brushProperty name="ignorePressure" value="1"/>
    </inkml:brush>
  </inkml:definitions>
  <inkml:trace contextRef="#ctx0" brushRef="#br0">10 1,'0'22,"-1"1,-7 44,13-75,1-1,1 1,0 0,0 1,14-12,-18 16,0 1,1-1,-1 1,0 0,1 0,0 1,-1-1,1 1,0 0,0 0,5-1,-7 2,1 0,-1 0,0 0,0 1,1-1,-1 1,0-1,0 1,0 0,0 0,0 0,0 0,0 0,0 1,0-1,0 0,-1 1,1 0,0-1,-1 1,1 0,1 3,0 1,0 1,0-1,-1 1,0 0,0-1,-1 1,0 0,0 0,-1 0,1 0,-2 10,1 6</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3:40.010"/>
    </inkml:context>
    <inkml:brush xml:id="br0">
      <inkml:brushProperty name="width" value="0.05" units="cm"/>
      <inkml:brushProperty name="height" value="0.05" units="cm"/>
      <inkml:brushProperty name="color" value="#004F8B"/>
      <inkml:brushProperty name="ignorePressure" value="1"/>
    </inkml:brush>
  </inkml:definitions>
  <inkml:trace contextRef="#ctx0" brushRef="#br0">152 8,'0'0,"-1"-1,1 1,-1-1,1 1,-1-1,1 1,-1-1,1 1,-1-1,1 1,-1-1,1 1,-1 0,0-1,1 1,-1 0,0 0,1 0,-1-1,0 1,1 0,-1 0,0 0,1 0,-1 0,0 0,1 0,-1 0,0 1,1-1,-1 0,0 0,1 0,-1 1,0-1,1 0,-1 1,1-1,-1 1,0 0,-30 14,24-8,0 0,0 1,0 0,1 0,0 1,1 0,0 0,0 0,1 1,-6 18,3-2,0 0,2 0,-2 29,6-45,1 0,0 0,1 0,0 0,1 0,0 0,1 0,0 0,0-1,1 1,0-1,8 12,-8-14,0-1,0 0,1 0,0 0,0-1,0 0,1 0,0 0,0 0,0-1,0 0,1 0,0-1,-1 0,1 0,15 3,1-2</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3:40.945"/>
    </inkml:context>
    <inkml:brush xml:id="br0">
      <inkml:brushProperty name="width" value="0.05" units="cm"/>
      <inkml:brushProperty name="height" value="0.05" units="cm"/>
      <inkml:brushProperty name="color" value="#004F8B"/>
      <inkml:brushProperty name="ignorePressure" value="1"/>
    </inkml:brush>
  </inkml:definitions>
  <inkml:trace contextRef="#ctx0" brushRef="#br0">1 0,'0'5,"5"0,0 5,-4 0,-2 3,-1 3,-1 4,1 2,1 2,0 2,0-9,1-11,4-7,2-3</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3:44.347"/>
    </inkml:context>
    <inkml:brush xml:id="br0">
      <inkml:brushProperty name="width" value="0.05" units="cm"/>
      <inkml:brushProperty name="height" value="0.05" units="cm"/>
      <inkml:brushProperty name="color" value="#004F8B"/>
      <inkml:brushProperty name="ignorePressure" value="1"/>
    </inkml:brush>
  </inkml:definitions>
  <inkml:trace contextRef="#ctx0" brushRef="#br0">231 1,'19'0,"-11"-1,0 1,0 0,-1 1,1-1,0 2,8 1,-14-2,0 0,-1-1,1 1,0 0,-1 0,1 0,-1 1,1-1,-1 0,0 1,1-1,-1 0,0 1,0 0,0-1,0 1,0 0,0-1,-1 1,1 0,-1 0,1-1,-1 1,1 0,-1 0,0 0,0 0,0 0,-1 3,-1 21,1-19,0 1,1 0,0-1,0 1,1-1,1 12,-1-17,0-1,-1 1,1-1,0 1,0-1,0 1,0-1,0 0,0 0,0 0,0 1,0-1,1 0,-1 0,0 0,1-1,-1 1,1 0,-1-1,1 1,-1 0,1-1,0 0,-1 1,1-1,-1 0,1 0,0 0,-1 0,1 0,0 0,-1-1,1 1,-1 0,3-2,7 1,-2-2,0 1,0 0,0 1,0 0,0 1,1 0,-1 0,0 1,0 0,1 1,15 5,-24-7,0 1,0 0,0 0,-1 0,1-1,0 1,0 0,-1 0,1 0,-1 0,1 0,-1 0,1 0,-1 1,0-1,1 0,-1 0,0 0,0 0,0 0,0 1,0-1,0 0,0 0,0 0,-1 2,-11 37,6-19,-2 22,4-21,0 0,-13 34,17-55,-1 0,0 0,0 1,0-1,0 0,0 0,0 0,0-1,0 1,-1 0,1 0,0-1,-1 1,1 0,0-1,-1 0,1 1,0-1,-1 0,1 1,-1-1,1 0,-1 0,1 0,0 0,-1-1,1 1,-1 0,-1-1,-44-12,43 11,-12-2,-1 1,1 1,-1 0,0 1,0 1,0 0,0 1,0 1,-20 5,-68 3,97-9,-1-1,1-1,0 1,-1-2,1 1,-15-5,21 5,0 0,1 0,-1 0,0 0,0 0,1-1,-1 1,1 0,-1-1,1 0,-1 1,1-1,0 0,0 1,0-1,0 0,0 0,0 0,1 0,-1 0,0 0,1 0,0 0,-1 0,1 0,0 0,0 0,0 0,0-1,1 1,-1 0,2-4,2-17,0-2,2 0,9-30,-14 54,0-1,0 1,0 0,0-1,0 1,0 0,0 0,1 0,-1 0,0 0,0 0,1 1,-1-1,1 0,-1 1,1-1,-1 1,1-1,-1 1,1 0,0-1,-1 1,1 0,-1 0,1 0,0 1,-1-1,1 0,-1 0,1 1,1 0,1-1,13 3</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3:45.594"/>
    </inkml:context>
    <inkml:brush xml:id="br0">
      <inkml:brushProperty name="width" value="0.05" units="cm"/>
      <inkml:brushProperty name="height" value="0.05" units="cm"/>
      <inkml:brushProperty name="color" value="#004F8B"/>
      <inkml:brushProperty name="ignorePressure" value="1"/>
    </inkml:brush>
  </inkml:definitions>
  <inkml:trace contextRef="#ctx0" brushRef="#br0">1 1,'0'0,"0"1,0 0,0 0,1 0,-1-1,1 1,-1 0,0 0,1-1,-1 1,1 0,-1-1,1 1,0 0,-1-1,1 1,0-1,-1 1,1-1,0 1,0-1,-1 0,1 1,0-1,1 0,29 9,-10-4,-19-4,-1 0,1 0,-1 1,1-1,-1 0,0 1,1-1,-1 0,0 1,0 0,0-1,0 1,0-1,-1 1,1 0,0 0,-1 0,1-1,-1 1,1 4,-2 45,0-1,18 5,-11-38,0 0,6 36,-12-49,1 0,-1 0,0 1,0-1,0 0,0 0,-1 0,0 0,0 0,0 0,0-1,-1 1,1 0,-1 0,0-1,0 1,0-1,-4 5,5-7,0 0,0 0,-1 0,1 0,0 0,-1 0,1 0,0 0,-1 0,1-1,-1 1,1-1,-1 1,1-1,-1 0,0 1,1-1,-1 0,1 0,-1 0,0 0,1-1,-1 1,1 0,-1-1,1 1,-1-1,1 1,-1-1,1 0,-1 1,1-1,0 0,-1 0,1 0,0 0,0 0,0 0,0-1,0 1,0 0,0-1,-1-1,-4-5,0 0,1-1,0 0,0 1,-5-17,3 1</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3:46.293"/>
    </inkml:context>
    <inkml:brush xml:id="br0">
      <inkml:brushProperty name="width" value="0.05" units="cm"/>
      <inkml:brushProperty name="height" value="0.05" units="cm"/>
      <inkml:brushProperty name="color" value="#004F8B"/>
      <inkml:brushProperty name="ignorePressure" value="1"/>
    </inkml:brush>
  </inkml:definitions>
  <inkml:trace contextRef="#ctx0" brushRef="#br0">1 0,'0'3,"1"-1,-1 0,1 1,0-1,0 0,0 0,0 1,0-1,0 0,0 0,1 0,-1 0,1 0,3 2,-3-2,0 0,-1 0,1 0,0 0,-1 0,1 1,-1-1,1 1,-1-1,0 1,0-1,0 1,-1 0,2 4,-3-3,0 0,0 0,0 0,0 0,-1 0,0 0,1-1,-1 1,-1-1,1 1,0-1,-1 0,0 0,0 0,-3 3,3-2,47-21,-4-2,-4 1,74-25,-108 42,-1 1,0-1,0 1,1-1,-1 1,0-1,0 1,1 0,-1 0,0 0,1 0,-1 0,0 0,1 0,-1 0,0 0,1 1,-1-1,0 0,1 1,-1-1,0 1,0 0,0-1,0 1,1 0,0 1,-1 0,0 1,0-1,-1 0,1 1,-1-1,1 1,-1-1,0 1,0-1,0 1,-1 2,1-2,0 1,0 0,0-1,0 1,0-1,1 1,0-1,1 5,6 15,-7-15</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3:46.883"/>
    </inkml:context>
    <inkml:brush xml:id="br0">
      <inkml:brushProperty name="width" value="0.05" units="cm"/>
      <inkml:brushProperty name="height" value="0.05" units="cm"/>
      <inkml:brushProperty name="color" value="#004F8B"/>
      <inkml:brushProperty name="ignorePressure" value="1"/>
    </inkml:brush>
  </inkml:definitions>
  <inkml:trace contextRef="#ctx0" brushRef="#br0">1 1,'0'20,"-1"-3,1 1,1-1,1 0,0 0,6 22,-7-34,1-1,0 1,0 0,1-1,-1 0,1 1,0-1,0 0,1 0,-1-1,1 1,-1-1,1 1,0-1,1 0,-1-1,0 1,1-1,0 0,-1 0,1 0,8 1,6-1,-1 0,0-1,1-2,-1 1,0-2,1-1,-1 0,0-1,19-8,18-1,-11 7,-36 6,0-1,0 0,0 0,0-1,0 0,0 0,0-1,-1 0,13-6,-7-2</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3:47.458"/>
    </inkml:context>
    <inkml:brush xml:id="br0">
      <inkml:brushProperty name="width" value="0.05" units="cm"/>
      <inkml:brushProperty name="height" value="0.05" units="cm"/>
      <inkml:brushProperty name="color" value="#004F8B"/>
      <inkml:brushProperty name="ignorePressure" value="1"/>
    </inkml:brush>
  </inkml:definitions>
  <inkml:trace contextRef="#ctx0" brushRef="#br0">101 0,'-20'53,"-38"225,48-238,-2 14,12-53,0-1,0 0,0 0,0 0,0 0,0 1,0-1,0 0,0 0,0 0,0 1,-1-1,1 0,0 0,0 0,0 1,0-1,1 0,-1 0,0 0,0 0,0 1,0-1,0 0,0 0,0 0,0 1,0-1,0 0,0 0,1 0,-1 0,0 0,0 1,0-1,0 0,0 0,1 0,-1 0,0 0,0 0,0 0,0 0,1 1,-1-1,0 0,0 0,0 0,1 0,-1 0,0 0,0 0,0 0,1 0,6-9,-3-3</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3:48.092"/>
    </inkml:context>
    <inkml:brush xml:id="br0">
      <inkml:brushProperty name="width" value="0.05" units="cm"/>
      <inkml:brushProperty name="height" value="0.05" units="cm"/>
      <inkml:brushProperty name="color" value="#004F8B"/>
      <inkml:brushProperty name="ignorePressure" value="1"/>
    </inkml:brush>
  </inkml:definitions>
  <inkml:trace contextRef="#ctx0" brushRef="#br0">0 0,'4'0,"2"5,-1 5,4 1,0 3,-1 4,-3 3,3-3,0 1,2-3,1-5</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3:48.538"/>
    </inkml:context>
    <inkml:brush xml:id="br0">
      <inkml:brushProperty name="width" value="0.05" units="cm"/>
      <inkml:brushProperty name="height" value="0.05" units="cm"/>
      <inkml:brushProperty name="color" value="#004F8B"/>
      <inkml:brushProperty name="ignorePressure" value="1"/>
    </inkml:brush>
  </inkml:definitions>
  <inkml:trace contextRef="#ctx0" brushRef="#br0">288 1,'4'0,"0"0,0 0,0 1,0 0,0-1,0 2,0-1,0 0,0 1,6 3,-9-4,0 0,0-1,0 1,-1 0,1 0,0 0,0-1,-1 1,1 0,0 0,-1 0,1 0,-1 0,1 1,-1-1,0 0,1 0,-1 0,0 0,0 0,0 0,0 1,0-1,0 0,0 0,0 0,-1 0,1 1,0-1,-1 0,1 0,0 0,-1 0,1 0,-1 0,0 0,1 0,-1 0,0 0,0-1,0 1,-1 1,-7 8,-1 0,0-1,-1 0,0-1,0 0,-14 7,-81 36,49-25,33-16,19-9,1 0,0 0,0 1,0 0,0-1,0 1,0 1,1-1,-1 1,1-1,-1 1,1 0,0 0,0 0,-4 7,7-10,-1 1,1-1,0 0,0 0,0 1,0-1,0 0,0 1,0-1,0 0,0 0,0 1,0-1,0 0,0 1,0-1,0 0,0 1,1-1,-1 0,0 0,0 1,0-1,0 0,1 0,-1 1,0-1,0 0,0 0,1 0,-1 1,0-1,0 0,1 0,-1 0,0 0,0 0,1 1,17 1,28-8,-35 4,14-2,0-1,0-1,0-1,-1-1,0-1,0-1,-1-1,25-17,-45 26,0-1,1 0,-1 1,0-1,0 0,0-1,3-5,3-6</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3:49.392"/>
    </inkml:context>
    <inkml:brush xml:id="br0">
      <inkml:brushProperty name="width" value="0.05" units="cm"/>
      <inkml:brushProperty name="height" value="0.05" units="cm"/>
      <inkml:brushProperty name="color" value="#004F8B"/>
      <inkml:brushProperty name="ignorePressure" value="1"/>
    </inkml:brush>
  </inkml:definitions>
  <inkml:trace contextRef="#ctx0" brushRef="#br0">109 1,'-1'0,"-1"0,1 1,0-1,0 0,0 1,1-1,-1 1,0-1,0 1,0 0,0-1,0 1,1 0,-1 0,0-1,0 1,1 0,-1 0,1 0,-1 0,1 0,-1 0,1 0,0 0,-1 0,1 0,0 0,0 0,0 0,0 0,0 0,0 0,0 0,0 2,4 40,-4-42,2 21,-1-1,0 1,-2 0,-5 32,-2 37,9 63,4-292,-5 138,0 0,0 0,0 0,0 0,0 0,0-1,1 1,-1 0,0 0,0 0,-1 0,1-1,0 1,0 0,0 0,0 0,0 0,0 0,0-1,0 1,0 0,0 0,0 0,0 0,0 0,-1 0,1-1,0 1,0 0,0 0,0 0,0 0,0 0,-1 0,1 0,0 0,0 0,0 0,0 0,0 0,-1-1,1 1,0 0,0 0,0 0,0 0,-1 0,1 0,0 1,0-1,0 0,0 0,0 0,-1 0,1 0,0 0,0 0,0 0,-14 10,-13 18,25-27,-2 4,-1 1,0-2,0 1,0-1,-11 7,50-23,-29 9,0 1,0-1,0 1,0 1,1-1,-1 1,0 0,1 0,-1 0,1 1,6 0,-11 1,-1 0,0 0,0 1,0-1,0 0,0 0,0 0,0 0,-1 0,1 0,0 0,0 0,-1 0,1 0,-1 0,1 0,-1 0,0 0,1 0,-1 0,0-1,1 1,-2 1,0 0,-28 41,22-32,-1 0,2 1,-1 0,2 0,-10 24,14-32,1 1,1-1,-1 1,1 0,-1-1,1 1,0-1,1 1,-1 0,1-1,0 1,0-1,1 0,-1 1,1-1,0 0,0 0,0 0,1 0,-1 0,1 0,5 4,-2-1,2 1,-1-2,1 1,0-1,0 0,16 8,-21-12,1 0,0 0,0 0,1-1,-1 0,0 1,0-2,1 1,-1 0,0-1,1 0,-1 0,1 0,-1 0,0-1,1 0,6-2,3-4</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3:50.132"/>
    </inkml:context>
    <inkml:brush xml:id="br0">
      <inkml:brushProperty name="width" value="0.05" units="cm"/>
      <inkml:brushProperty name="height" value="0.05" units="cm"/>
      <inkml:brushProperty name="color" value="#004F8B"/>
      <inkml:brushProperty name="ignorePressure" value="1"/>
    </inkml:brush>
  </inkml:definitions>
  <inkml:trace contextRef="#ctx0" brushRef="#br0">346 249,'1'-1,"-1"1,0-1,0 1,0 0,0-1,0 1,0-1,0 1,0-1,0 1,0 0,0-1,0 1,0-1,-1 1,1-1,0 1,0 0,0-1,-1 1,1-1,0 1,0 0,-1-1,1 1,0 0,-1 0,1-1,0 1,-1 0,1 0,0-1,-1 1,1 0,-1 0,1 0,-1 0,1-1,0 1,-1 0,1 0,-1 0,1 0,-1 0,1 0,0 0,-2 0,-26 17,-33 42,54-52,-2 2,-1 0,0 0,0-1,-1-1,0 1,-1-2,-18 9,25-13,0 0,0-1,0 1,0-1,0 0,0 0,0 0,0-1,-1 0,1 0,0 0,0-1,0 0,0 0,0 0,0 0,0-1,0 0,0 0,0 0,1-1,-6-3,9 5,0 1,0-1,0 0,0 0,0 0,0 1,0-1,1 0,-1 0,0 0,0 0,1-1,-1 1,1 0,-1 0,1 0,-1 0,1-1,0 1,-1 0,1 0,0-1,0 1,0 0,0 0,0-1,0 1,1 0,-1-2,2 0,0 0,-1 0,1 0,0 0,1 0,-1 1,0-1,1 1,-1 0,7-4,5-4,2 1,-1 1,22-9,11-1,-1-3,-2-2,0-2,-1-2,-2-2,0-1,64-64,-106 94,0 0,0 1,0-1,0 0,0 0,0 0,0 0,0 1,0-1,0 0,0 0,0 0,0 1,0-1,0 0,0 0,0 0,0 1,0-1,0 0,0 0,1 0,-1 0,0 0,0 1,0-1,0 0,0 0,0 0,1 0,-1 0,0 1,0-1,0 0,0 0,1 0,-1 0,0 0,0 0,0 0,0 0,1 0,-1 0,0 0,0 0,0 0,1 0,-1 0,0 0,0 0,0 0,1 0,-1 0,0 0,0 0,0 0,0 0,1-1,-1 1,0 0,-4 32,0 19,6-48,0 0,0 0,0 0,0 0,0 0,1-1,-1 1,1-1,0 1,0-1,0 0,0 0,0-1,0 1,0 0,0-1,1 0,-1 0,5 1,-3 0,1 0,-1 0,0 0,0 1,0-1,0 1,-1 1,6 3,-8-4,1-1,-1 1,0 0,0-1,0 1,-1 0,1 0,-1 0,1 1,-1-1,0 0,0 0,0 1,-1-1,1 0,-1 1,0-1,0 1,-1 5,0-5,0 1,-1 0,0 0,0-1,0 1,-1-1,1 1,-1-1,0 0,0 0,-8 7,-3 1,0-1,-1 0,0-1,-1 0,0-1,-21 8,-26 9,46-21</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3:50.472"/>
    </inkml:context>
    <inkml:brush xml:id="br0">
      <inkml:brushProperty name="width" value="0.05" units="cm"/>
      <inkml:brushProperty name="height" value="0.05" units="cm"/>
      <inkml:brushProperty name="color" value="#004F8B"/>
      <inkml:brushProperty name="ignorePressure" value="1"/>
    </inkml:brush>
  </inkml:definitions>
  <inkml:trace contextRef="#ctx0" brushRef="#br0">0 18,'0'-1,"1"0,-1 0,0 0,1 0,-1 0,0 1,1-1,-1 0,1 0,-1 1,1-1,0 0,-1 0,1 1,0-1,-1 1,1-1,0 1,0-1,0 1,-1-1,1 1,0 0,0-1,0 1,0 0,0 0,0 0,0 0,-1-1,1 1,0 1,0-1,0 0,0 0,0 0,0 0,0 1,1-1,37 11,-26-4,0 1,-1 1,0 0,0 0,-1 1,0 1,15 19,32 29,-56-57,1 0,0 0,0 0,-1-1,1 1,0-1,0 0,1 0,-1 0,0 0,0-1,0 1,1-1,-1 0,5 0,9-1</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3:50.906"/>
    </inkml:context>
    <inkml:brush xml:id="br0">
      <inkml:brushProperty name="width" value="0.05" units="cm"/>
      <inkml:brushProperty name="height" value="0.05" units="cm"/>
      <inkml:brushProperty name="color" value="#004F8B"/>
      <inkml:brushProperty name="ignorePressure" value="1"/>
    </inkml:brush>
  </inkml:definitions>
  <inkml:trace contextRef="#ctx0" brushRef="#br0">92 1,'3'0,"-1"1,0-1,1 1,-1 0,0-1,1 1,-1 1,0-1,0 0,0 0,0 1,0-1,0 1,0 0,0-1,1 4,27 35,-25-31,3 4,-1 1,0-1,-1 2,-1-1,0 0,-1 1,4 25,-5-14,0 0,-2 0,-4 44,1-46,-2-1,-1 0,-1 0,-1 0,-1-1,-1 0,-20 36,7-22,-2 0,-2-2,-39 42,54-63</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4:13.567"/>
    </inkml:context>
    <inkml:brush xml:id="br0">
      <inkml:brushProperty name="width" value="0.05" units="cm"/>
      <inkml:brushProperty name="height" value="0.05" units="cm"/>
      <inkml:brushProperty name="color" value="#004F8B"/>
      <inkml:brushProperty name="ignorePressure" value="1"/>
    </inkml:brush>
  </inkml:definitions>
  <inkml:trace contextRef="#ctx0" brushRef="#br0">0 0,'0'0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2:20.696"/>
    </inkml:context>
    <inkml:brush xml:id="br0">
      <inkml:brushProperty name="width" value="0.05" units="cm"/>
      <inkml:brushProperty name="height" value="0.05" units="cm"/>
      <inkml:brushProperty name="color" value="#004F8B"/>
      <inkml:brushProperty name="ignorePressure" value="1"/>
    </inkml:brush>
  </inkml:definitions>
  <inkml:trace contextRef="#ctx0" brushRef="#br0">154 0,'-1'5,"0"-1,0 1,-1-1,0 0,0 1,0-1,-1 0,-4 6,-5 11,11-19,-11 27,-2-1,-1 0,-1-1,-34 43,48-68,1-1,0 0,0 0,0 1,0-1,0 1,1-1,-1 1,0-1,1 1,-1 0,1-1,-1 1,1 0,0-1,0 1,0 0,0 0,0-1,0 1,0 0,1-1,-1 1,0 0,1-1,1 3,1 3,1-1,0 0,0-1,1 1,7 6,-8-8,1 0,-1 1,-1-1,1 1,-1 0,0 0,0 0,3 8,-3-4,-2 0,1 1,-2 0,1-1,-1 1,0-1,-1 1,-1-1,1 1,-6 15,-3 6,-26 52,33-76,1-1,0 0,1 0,0 0,0 1,1-1,-1 0,2 0,-1 0,0 0,1 1,0-1,1 0,-1 0,4 6,4 14,21 41,-7-28,-22-38,-1 0,1 0,-1 0,1 0,-1 0,1 0,0 0,-1 0,1 0,0-1,0 1,0 0,0-1,0 1,0 0,0-1,0 1,0-1,0 1,0-1,0 0,0 1,0-1,0 0,0 0,1 0,-1 0,0 0,0 0,0 0,0 0,0-1,0 1,2-1,4-6</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2:23.252"/>
    </inkml:context>
    <inkml:brush xml:id="br0">
      <inkml:brushProperty name="width" value="0.05" units="cm"/>
      <inkml:brushProperty name="height" value="0.05" units="cm"/>
      <inkml:brushProperty name="color" value="#004F8B"/>
      <inkml:brushProperty name="ignorePressure" value="1"/>
    </inkml:brush>
  </inkml:definitions>
  <inkml:trace contextRef="#ctx0" brushRef="#br0">1 8,'0'-1,"1"1,-1-1,1 1,-1-1,1 1,0-1,-1 1,1-1,-1 1,1 0,0-1,0 1,-1 0,1 0,0-1,-1 1,1 0,0 0,0 0,-1 0,1 0,0 0,0 0,-1 0,1 0,0 0,0 1,-1-1,1 0,1 1,27 6,-19-4,0 0,-1 2,1-1,-1 1,0 0,0 1,0 0,-1 1,0 0,0 0,-1 0,1 1,-2 0,1 1,-1 0,6 12,1 0,12 23,-24-42,-1 0,1 0,0 0,-1 0,1 0,-1 0,0 0,0 0,0 0,0 0,0 0,0 0,0 0,-1 0,1 0,-1 0,0 0,1 0,-1-1,-1 4,-6 2</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2:23.921"/>
    </inkml:context>
    <inkml:brush xml:id="br0">
      <inkml:brushProperty name="width" value="0.05" units="cm"/>
      <inkml:brushProperty name="height" value="0.05" units="cm"/>
      <inkml:brushProperty name="color" value="#004F8B"/>
      <inkml:brushProperty name="ignorePressure" value="1"/>
    </inkml:brush>
  </inkml:definitions>
  <inkml:trace contextRef="#ctx0" brushRef="#br0">285 0,'-7'6,"0"-1,0 0,0 0,-16 7,14-7,1-1,0 1,0 0,1 0,-9 8,-9 13,-125 137,147-160,6-8,3-2</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2:28.524"/>
    </inkml:context>
    <inkml:brush xml:id="br0">
      <inkml:brushProperty name="width" value="0.05" units="cm"/>
      <inkml:brushProperty name="height" value="0.05" units="cm"/>
      <inkml:brushProperty name="color" value="#004F8B"/>
      <inkml:brushProperty name="ignorePressure" value="1"/>
    </inkml:brush>
  </inkml:definitions>
  <inkml:trace contextRef="#ctx0" brushRef="#br0">146 1,'-2'3,"0"0,-1 0,1 0,-1 0,0-1,0 1,0-1,-1 1,1-1,0 0,-1-1,1 1,-6 1,2 1,-15 7,15-9,1 1,-1 0,1 1,0 0,0 0,0 0,0 0,1 1,-7 7,11-11,1 0,0 0,-1-1,1 1,0 0,0 0,-1 0,1 0,0 0,0 0,0-1,0 1,0 0,0 0,1 0,-1 0,0 0,0 0,0-1,1 1,-1 0,1 0,-1 0,0-1,1 1,0 0,-1-1,1 1,-1 0,1-1,0 1,-1-1,1 1,0-1,0 1,-1-1,1 1,0-1,0 0,0 1,1-1,45 17,-33-13,48 32,-53-35,-4-5</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2:30.007"/>
    </inkml:context>
    <inkml:brush xml:id="br0">
      <inkml:brushProperty name="width" value="0.05" units="cm"/>
      <inkml:brushProperty name="height" value="0.05" units="cm"/>
      <inkml:brushProperty name="color" value="#004F8B"/>
      <inkml:brushProperty name="ignorePressure" value="1"/>
    </inkml:brush>
  </inkml:definitions>
  <inkml:trace contextRef="#ctx0" brushRef="#br0">1 1,'54'19,"11"-12,0-3,93-7,-37 1,-69 2,-37 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2:30.691"/>
    </inkml:context>
    <inkml:brush xml:id="br0">
      <inkml:brushProperty name="width" value="0.05" units="cm"/>
      <inkml:brushProperty name="height" value="0.05" units="cm"/>
      <inkml:brushProperty name="color" value="#004F8B"/>
      <inkml:brushProperty name="ignorePressure" value="1"/>
    </inkml:brush>
  </inkml:definitions>
  <inkml:trace contextRef="#ctx0" brushRef="#br0">0 1,'5'0,"5"4,5 1,1 10,-8 0,-4 4,-8-3,-7 2,-6-4,4-3,4 0,9-1,7-3,8-2,5-2,4-2,-2-5,-6-2</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2:31.749"/>
    </inkml:context>
    <inkml:brush xml:id="br0">
      <inkml:brushProperty name="width" value="0.05" units="cm"/>
      <inkml:brushProperty name="height" value="0.05" units="cm"/>
      <inkml:brushProperty name="color" value="#004F8B"/>
      <inkml:brushProperty name="ignorePressure" value="1"/>
    </inkml:brush>
  </inkml:definitions>
  <inkml:trace contextRef="#ctx0" brushRef="#br0">51 3,'-1'0,"0"-1,0 1,1 0,-1-1,0 1,0 0,0 0,1-1,-1 1,0 0,0 0,0 0,0 0,1 0,-1 0,0 0,0 1,0-1,0 0,1 0,-1 0,0 1,0-1,1 1,-1-1,0 0,0 1,1-1,-1 1,1 0,-1-1,0 1,1-1,-1 1,1 0,-1 0,1-1,0 1,-1 0,1 0,0-1,-1 1,1 1,-16 38,12-7,4-33,0 1,0-1,0 0,0 0,0 0,0 0,0 0,0 0,0 1,0-1,0 0,0 0,0 0,0 0,0 0,0 0,0 0,0 1,0-1,1 0,-1 0,0 0,0 0,0 0,0 0,0 0,0 0,0 0,0 0,0 0,1 1,-1-1,0 0,0 0,0 0,0 0,0 0,0 0,1 0,-1 0,0 0,0 0,0 0,0 0,0 0,0 0,1 0,-1 0,0 0,0-1,0 1,0 0,0 0,0 0,0 0,1 0,-1 0,12-17,-8 12,0-1,0 1,1-1,0 1,0 1,0-1,0 1,12-7,-16 10,0 0,1 0,-1 1,0-1,0 0,1 1,-1-1,1 1,-1 0,0-1,1 1,-1 0,1 0,-1 0,1 0,-1 0,1 0,-1 1,1-1,-1 0,0 1,1-1,-1 1,0 0,1-1,-1 1,0 0,0 0,0-1,1 1,-1 0,0 0,0 0,0 1,0-1,-1 0,1 0,0 0,0 1,-1-1,1 0,-1 1,1-1,-1 0,0 1,1-1,-1 1,0 1,3 31,-3-30,0 1,0 0,1-1,-1 1,1-1,0 1,3 6,0-4</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2:32.092"/>
    </inkml:context>
    <inkml:brush xml:id="br0">
      <inkml:brushProperty name="width" value="0.05" units="cm"/>
      <inkml:brushProperty name="height" value="0.05" units="cm"/>
      <inkml:brushProperty name="color" value="#004F8B"/>
      <inkml:brushProperty name="ignorePressure" value="1"/>
    </inkml:brush>
  </inkml:definitions>
  <inkml:trace contextRef="#ctx0" brushRef="#br0">0 11,'5'0,"5"0,6 0,4 0,3 0,2 0,-4-4,-4-2</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2:32.432"/>
    </inkml:context>
    <inkml:brush xml:id="br0">
      <inkml:brushProperty name="width" value="0.05" units="cm"/>
      <inkml:brushProperty name="height" value="0.05" units="cm"/>
      <inkml:brushProperty name="color" value="#004F8B"/>
      <inkml:brushProperty name="ignorePressure" value="1"/>
    </inkml:brush>
  </inkml:definitions>
  <inkml:trace contextRef="#ctx0" brushRef="#br0">20 1,'0'4,"0"6,0 5,-4 1,-2 1,1 3,1 1,5-2,2-4</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2:32.759"/>
    </inkml:context>
    <inkml:brush xml:id="br0">
      <inkml:brushProperty name="width" value="0.05" units="cm"/>
      <inkml:brushProperty name="height" value="0.05" units="cm"/>
      <inkml:brushProperty name="color" value="#004F8B"/>
      <inkml:brushProperty name="ignorePressure" value="1"/>
    </inkml:brush>
  </inkml:definitions>
  <inkml:trace contextRef="#ctx0" brushRef="#br0">1 0,'0'5,"0"5,0 5,0 5,0 3,0 2,0-3</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2:34.107"/>
    </inkml:context>
    <inkml:brush xml:id="br0">
      <inkml:brushProperty name="width" value="0.05" units="cm"/>
      <inkml:brushProperty name="height" value="0.05" units="cm"/>
      <inkml:brushProperty name="color" value="#004F8B"/>
      <inkml:brushProperty name="ignorePressure" value="1"/>
    </inkml:brush>
  </inkml:definitions>
  <inkml:trace contextRef="#ctx0" brushRef="#br0">0 0,'0'5,"0"5,0 5,0 1</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2:35.421"/>
    </inkml:context>
    <inkml:brush xml:id="br0">
      <inkml:brushProperty name="width" value="0.05" units="cm"/>
      <inkml:brushProperty name="height" value="0.05" units="cm"/>
      <inkml:brushProperty name="color" value="#004F8B"/>
      <inkml:brushProperty name="ignorePressure" value="1"/>
    </inkml:brush>
  </inkml:definitions>
  <inkml:trace contextRef="#ctx0" brushRef="#br0">21 0,'0'5,"0"5,-4 1,-2 3,0 4,2 2,5-5,3-7</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2:36.411"/>
    </inkml:context>
    <inkml:brush xml:id="br0">
      <inkml:brushProperty name="width" value="0.05" units="cm"/>
      <inkml:brushProperty name="height" value="0.05" units="cm"/>
      <inkml:brushProperty name="color" value="#004F8B"/>
      <inkml:brushProperty name="ignorePressure" value="1"/>
    </inkml:brush>
  </inkml:definitions>
  <inkml:trace contextRef="#ctx0" brushRef="#br0">24 0,'-5'5,"0"5,-1 5,2 5,0 3,7-2,2-1,0-8,-1-5</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2:37.348"/>
    </inkml:context>
    <inkml:brush xml:id="br0">
      <inkml:brushProperty name="width" value="0.05" units="cm"/>
      <inkml:brushProperty name="height" value="0.05" units="cm"/>
      <inkml:brushProperty name="color" value="#004F8B"/>
      <inkml:brushProperty name="ignorePressure" value="1"/>
    </inkml:brush>
  </inkml:definitions>
  <inkml:trace contextRef="#ctx0" brushRef="#br0">30 0,'0'5,"-4"1,-2 4,-3 0,-2-2</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2:38.152"/>
    </inkml:context>
    <inkml:brush xml:id="br0">
      <inkml:brushProperty name="width" value="0.05" units="cm"/>
      <inkml:brushProperty name="height" value="0.05" units="cm"/>
      <inkml:brushProperty name="color" value="#004F8B"/>
      <inkml:brushProperty name="ignorePressure" value="1"/>
    </inkml:brush>
  </inkml:definitions>
  <inkml:trace contextRef="#ctx0" brushRef="#br0">111 4,'0'0,"1"0,-1 0,0 0,0 0,0-1,0 1,0 0,0 0,0 0,0 0,0 0,0 0,0 0,0-1,0 1,0 0,0 0,0 0,-1 0,1 0,0 0,0 0,0 0,0-1,0 1,0 0,0 0,0 0,0 0,0 0,0 0,0 0,-1 0,1 0,0 0,0 0,0 0,0 0,0 0,0-1,0 1,0 0,-1 0,1 0,0 0,0 0,0 0,0 0,0 0,0 0,0 0,-1 1,1-1,0 0,0 0,0 0,0 0,0 0,0 0,0 0,0 0,0 0,-1 0,-8 9,-7 14,11-13,1 0,0 1,1-1,1 1,-1-1,1 1,1 0,0 0,1 14,2 9,12 56,-9-65,-1 0,-1 1,-1-1,-2 34,0-56,0-1,-1 1,1-1,-1 0,1 1,-1-1,0 0,0 0,0 0,0 1,0-1,-2 2,2-3,1 0,-1-1,0 1,0-1,1 1,-1-1,0 1,0-1,0 1,1-1,-1 0,0 0,0 1,0-1,0 0,0 0,0 0,0 0,0 0,1 0,-3 0,-1-1,1-1,-1 1,1-1,0 0,0 1,-1-2,1 1,1 0,-1 0,0-1,0 0,1 1,-3-5,-6-6</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2:38.503"/>
    </inkml:context>
    <inkml:brush xml:id="br0">
      <inkml:brushProperty name="width" value="0.05" units="cm"/>
      <inkml:brushProperty name="height" value="0.05" units="cm"/>
      <inkml:brushProperty name="color" value="#004F8B"/>
      <inkml:brushProperty name="ignorePressure" value="1"/>
    </inkml:brush>
  </inkml:definitions>
  <inkml:trace contextRef="#ctx0" brushRef="#br0">0 1,'4'0,"6"0,10 0,6 4,2 1,2 1,-1-2,-1-1,0-1,-6-5,-1-2,-1-1,1 2,-3 1</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2:38.855"/>
    </inkml:context>
    <inkml:brush xml:id="br0">
      <inkml:brushProperty name="width" value="0.05" units="cm"/>
      <inkml:brushProperty name="height" value="0.05" units="cm"/>
      <inkml:brushProperty name="color" value="#004F8B"/>
      <inkml:brushProperty name="ignorePressure" value="1"/>
    </inkml:brush>
  </inkml:definitions>
  <inkml:trace contextRef="#ctx0" brushRef="#br0">79 1,'-9'0,"-2"4,-4 2,0 8,4 6,2 8,4 4,2 1,2-1,6-6,1-3,9-6,1-9,-1-7</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2:39.193"/>
    </inkml:context>
    <inkml:brush xml:id="br0">
      <inkml:brushProperty name="width" value="0.05" units="cm"/>
      <inkml:brushProperty name="height" value="0.05" units="cm"/>
      <inkml:brushProperty name="color" value="#004F8B"/>
      <inkml:brushProperty name="ignorePressure" value="1"/>
    </inkml:brush>
  </inkml:definitions>
  <inkml:trace contextRef="#ctx0" brushRef="#br0">1 1,'4'0,"6"0,6 4,3 1,5 1,-4 7,1 1,-5 4,1-3,-4 2,-3 1,-4 3,1-3,0 0,-5-2,-4-5</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2:39.547"/>
    </inkml:context>
    <inkml:brush xml:id="br0">
      <inkml:brushProperty name="width" value="0.05" units="cm"/>
      <inkml:brushProperty name="height" value="0.05" units="cm"/>
      <inkml:brushProperty name="color" value="#004F8B"/>
      <inkml:brushProperty name="ignorePressure" value="1"/>
    </inkml:brush>
  </inkml:definitions>
  <inkml:trace contextRef="#ctx0" brushRef="#br0">195 1,'-4'0,"-2"8,-3 4,-6-1,1 2,-2-1,1 6,0 0,-3-3,3 0,-2-2,3 0,0-1,1 1,4-1</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2:39.885"/>
    </inkml:context>
    <inkml:brush xml:id="br0">
      <inkml:brushProperty name="width" value="0.05" units="cm"/>
      <inkml:brushProperty name="height" value="0.05" units="cm"/>
      <inkml:brushProperty name="color" value="#004F8B"/>
      <inkml:brushProperty name="ignorePressure" value="1"/>
    </inkml:brush>
  </inkml:definitions>
  <inkml:trace contextRef="#ctx0" brushRef="#br0">17 1,'0'8,"0"8,0 9,4 1,2 0,-1 0,0 0,-7-4,-1-3,-2 1,1 2,1 0,-3-3,-1 0,0-4</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2:43.089"/>
    </inkml:context>
    <inkml:brush xml:id="br0">
      <inkml:brushProperty name="width" value="0.05" units="cm"/>
      <inkml:brushProperty name="height" value="0.05" units="cm"/>
      <inkml:brushProperty name="color" value="#004F8B"/>
      <inkml:brushProperty name="ignorePressure" value="1"/>
    </inkml:brush>
  </inkml:definitions>
  <inkml:trace contextRef="#ctx0" brushRef="#br0">98 6,'0'-4,"0"2,-4 2,-2 6,-4 1,0 4,-2 0,-1 2,-1 0,2 1,2 3,4-2</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2:43.429"/>
    </inkml:context>
    <inkml:brush xml:id="br0">
      <inkml:brushProperty name="width" value="0.05" units="cm"/>
      <inkml:brushProperty name="height" value="0.05" units="cm"/>
      <inkml:brushProperty name="color" value="#004F8B"/>
      <inkml:brushProperty name="ignorePressure" value="1"/>
    </inkml:brush>
  </inkml:definitions>
  <inkml:trace contextRef="#ctx0" brushRef="#br0">1 0,'0'4,"4"2,6 0,6 3,4 0,-1 2,-4 1</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2:43.899"/>
    </inkml:context>
    <inkml:brush xml:id="br0">
      <inkml:brushProperty name="width" value="0.05" units="cm"/>
      <inkml:brushProperty name="height" value="0.05" units="cm"/>
      <inkml:brushProperty name="color" value="#004F8B"/>
      <inkml:brushProperty name="ignorePressure" value="1"/>
    </inkml:brush>
  </inkml:definitions>
  <inkml:trace contextRef="#ctx0" brushRef="#br0">76 1,'-2'0,"1"1,0-1,0 1,0 0,-1-1,1 1,0 0,0 0,0 0,0 0,0 0,0 0,1 0,-1 0,0 0,0 0,1 0,-1 1,0 1,-12 28,13-31,-6 21,1 0,0 0,2 0,-1 35,6 92,1-52,-2-75,0-16,0 1,-1 0,0-1,0 1,0 0,0 0,-1-1,0 1,0-1,-1 1,1-1,-1 1,-3 5,5-11,-1 0,1 0,0 0,-1 0,1 0,0 0,0 0,-1 0,1 0,0 0,-1 0,1 0,0 0,-1-1,1 1,0 0,0 0,-1 0,1 0,0 0,-1-1,1 1,0 0,0 0,0-1,-1 1,1 0,0 0,0-1,0 1,-1 0,1 0,0-1,0 1,0 0,0-1,0 1,0 0,0-1,0 1,0 0,0-1,0 1,0 0,0-1,0 1,-4-18,2 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2:45.425"/>
    </inkml:context>
    <inkml:brush xml:id="br0">
      <inkml:brushProperty name="width" value="0.05" units="cm"/>
      <inkml:brushProperty name="height" value="0.05" units="cm"/>
      <inkml:brushProperty name="color" value="#004F8B"/>
      <inkml:brushProperty name="ignorePressure" value="1"/>
    </inkml:brush>
  </inkml:definitions>
  <inkml:trace contextRef="#ctx0" brushRef="#br0">1 0,'4'0,"2"9,3 3,6-1,4-3,2 3,8-1,-2 6,-1 0,-5 3,-6 1,-6 3,-4 1,2-4,-2 0,-4-4,-4-9,0-6</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2:45.784"/>
    </inkml:context>
    <inkml:brush xml:id="br0">
      <inkml:brushProperty name="width" value="0.05" units="cm"/>
      <inkml:brushProperty name="height" value="0.05" units="cm"/>
      <inkml:brushProperty name="color" value="#004F8B"/>
      <inkml:brushProperty name="ignorePressure" value="1"/>
    </inkml:brush>
  </inkml:definitions>
  <inkml:trace contextRef="#ctx0" brushRef="#br0">220 1,'0'4,"-4"2,-6 4,-1 8,-3 3,-8-4,0 0,-1-3,4 5,1-1,-2-3,4 0,-1-3,3 2,4-3</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2:46.467"/>
    </inkml:context>
    <inkml:brush xml:id="br0">
      <inkml:brushProperty name="width" value="0.05" units="cm"/>
      <inkml:brushProperty name="height" value="0.05" units="cm"/>
      <inkml:brushProperty name="color" value="#004F8B"/>
      <inkml:brushProperty name="ignorePressure" value="1"/>
    </inkml:brush>
  </inkml:definitions>
  <inkml:trace contextRef="#ctx0" brushRef="#br0">1 0,'0'3,"0"0,1 0,0 0,-1 0,1-1,0 1,0 0,1-1,-1 1,0-1,1 1,0-1,-1 0,1 1,0-1,0 0,0 0,1 0,-1-1,0 1,1-1,-1 1,5 1,7 3,0 0,1 0,17 3,-14-4,4-1,-18-4,-1 0,1 1,0-1,0 1,0 0,0 0,-1 1,1-1,0 1,-1 0,4 2,-7-4,0 1,-1 0,1 0,0 0,0-1,-1 1,1 0,0 0,-1-1,1 1,-1 0,1-1,-1 1,1-1,-1 1,1-1,-1 1,0-1,1 1,-1-1,0 1,1-1,-1 0,0 1,-1-1,-22 13,15-10,-1-1,0 0,0 0,-18 1,19-3,1 0,0 1,0 0,-1 1,1 0,0 0,-13 6,14-2</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2:48.143"/>
    </inkml:context>
    <inkml:brush xml:id="br0">
      <inkml:brushProperty name="width" value="0.05" units="cm"/>
      <inkml:brushProperty name="height" value="0.05" units="cm"/>
      <inkml:brushProperty name="color" value="#004F8B"/>
      <inkml:brushProperty name="ignorePressure" value="1"/>
    </inkml:brush>
  </inkml:definitions>
  <inkml:trace contextRef="#ctx0" brushRef="#br0">58 0,'-58'6,"118"1,-46-4,0 0,0-1,0-1,1 0,23-2,-7-2,0 1,0 1,49 6,17 1,-69-5,11-1,-40 0,1 0,0 0,0 0,0 0,0 0,0 0,0 0,0 0,0 0,0 0,0 0,0 0,0 0,0-1,0 1,-1 0,1 0,0 0,0 0,0 0,0 0,0 0,0 0,0 0,0 0,0 0,0-1,0 1,0 0,0 0,0 0,0 0,0 0,0 0,0 0,0 0,0 0,0 0,1-1,-1 1,0 0,0 0,0 0,0 0,0 0,0 0,0 0,0 0,0 0,0 0,0 0,0 0,0 0,0 0,1 0,-1 0,0 0,0-1,-23-7,4 2,0 2</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2:48.714"/>
    </inkml:context>
    <inkml:brush xml:id="br0">
      <inkml:brushProperty name="width" value="0.05" units="cm"/>
      <inkml:brushProperty name="height" value="0.05" units="cm"/>
      <inkml:brushProperty name="color" value="#004F8B"/>
      <inkml:brushProperty name="ignorePressure" value="1"/>
    </inkml:brush>
  </inkml:definitions>
  <inkml:trace contextRef="#ctx0" brushRef="#br0">0 1,'2'2,"0"0,0 1,0-1,0 0,0 0,0 0,1-1,-1 1,1 0,-1-1,1 0,-1 0,1 1,0-2,0 1,5 1,9 5,-14-5,-1-1,0 0,1 1,-1 0,0-1,0 1,0 0,-1 0,1 0,0 0,-1 1,1-1,-1 0,0 1,0-1,0 1,0-1,0 1,0-1,-1 1,1 0,-1-1,0 1,1 0,-2 0,1-1,0 1,0 0,-1-1,1 1,-1-1,0 1,0 0,0-1,0 1,0-1,-1 0,1 1,-1-1,1 0,-1 0,0 0,0 0,0 0,-3 1,4-2,-1 0,1 0,0 0,-1 0,1 0,0 0,0 0,0 0,0 1,0-1,0 0,0 1,0-1,0 0,1 1,-1-1,0 4,1-5,0 1,1-1,-1 1,1 0,-1-1,1 1,-1-1,1 0,-1 1,1-1,-1 1,1-1,-1 0,1 1,0-1,-1 0,1 0,0 0,-1 1,1-1,0 0,-1 0,1 0,0 0,-1 0,1 0,1 0,6-1,0 1,1-1,-1 0,0-1,14-4,-4-3,-4 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2:49.639"/>
    </inkml:context>
    <inkml:brush xml:id="br0">
      <inkml:brushProperty name="width" value="0.05" units="cm"/>
      <inkml:brushProperty name="height" value="0.05" units="cm"/>
      <inkml:brushProperty name="color" value="#004F8B"/>
      <inkml:brushProperty name="ignorePressure" value="1"/>
    </inkml:brush>
  </inkml:definitions>
  <inkml:trace contextRef="#ctx0" brushRef="#br0">42 1,'-5'0,"0"4,-1 6,2 10,1 6,-3-2,-1 4,1-12,6-12,7-8,3-10,3-5,0 11,6 7,1 7,0 3,-3-1</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2:50.117"/>
    </inkml:context>
    <inkml:brush xml:id="br0">
      <inkml:brushProperty name="width" value="0.05" units="cm"/>
      <inkml:brushProperty name="height" value="0.05" units="cm"/>
      <inkml:brushProperty name="color" value="#004F8B"/>
      <inkml:brushProperty name="ignorePressure" value="1"/>
    </inkml:brush>
  </inkml:definitions>
  <inkml:trace contextRef="#ctx0" brushRef="#br0">0 0,'5'0,"5"0,1 5,4 0,2 1,4-2,2-1,-3-5,-5-3</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2:50.458"/>
    </inkml:context>
    <inkml:brush xml:id="br0">
      <inkml:brushProperty name="width" value="0.05" units="cm"/>
      <inkml:brushProperty name="height" value="0.05" units="cm"/>
      <inkml:brushProperty name="color" value="#004F8B"/>
      <inkml:brushProperty name="ignorePressure" value="1"/>
    </inkml:brush>
  </inkml:definitions>
  <inkml:trace contextRef="#ctx0" brushRef="#br0">16 1,'0'4,"-4"6,-2 5,1 10,5-1,2 1,2-5</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2:50.800"/>
    </inkml:context>
    <inkml:brush xml:id="br0">
      <inkml:brushProperty name="width" value="0.05" units="cm"/>
      <inkml:brushProperty name="height" value="0.05" units="cm"/>
      <inkml:brushProperty name="color" value="#004F8B"/>
      <inkml:brushProperty name="ignorePressure" value="1"/>
    </inkml:brush>
  </inkml:definitions>
  <inkml:trace contextRef="#ctx0" brushRef="#br0">0 1,'0'4,"4"2,2 4,-1 4,0 5,-2 7,-1 4,-1-3</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2:52"/>
    </inkml:context>
    <inkml:brush xml:id="br0">
      <inkml:brushProperty name="width" value="0.05" units="cm"/>
      <inkml:brushProperty name="height" value="0.05" units="cm"/>
      <inkml:brushProperty name="color" value="#004F8B"/>
      <inkml:brushProperty name="ignorePressure" value="1"/>
    </inkml:brush>
  </inkml:definitions>
  <inkml:trace contextRef="#ctx0" brushRef="#br0">108 1,'-4'0,"-6"0,-2 4,3 6,-3 2,1 2,-2-1,2 2,-3 3,2-3</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2:52.662"/>
    </inkml:context>
    <inkml:brush xml:id="br0">
      <inkml:brushProperty name="width" value="0.05" units="cm"/>
      <inkml:brushProperty name="height" value="0.05" units="cm"/>
      <inkml:brushProperty name="color" value="#004F8B"/>
      <inkml:brushProperty name="ignorePressure" value="1"/>
    </inkml:brush>
  </inkml:definitions>
  <inkml:trace contextRef="#ctx0" brushRef="#br0">310 0,'-2'1,"0"-1,-1 1,1-1,0 1,0 0,0 0,0 0,0 0,0 0,1 0,-1 0,0 1,0-1,1 1,-1-1,1 1,-1 0,1-1,0 1,0 0,0 0,0 0,-1 3,-19 53,18-47,-83 344,58-227,28-126,0-1,0 1,0 0,0 0,-1 0,1 0,-1 0,0-1,1 1,-1 0,0 0,0-1,0 1,0-1,0 1,-1-1,1 1,0-1,-1 0,1 1,-1-1,1 0,-1 0,1 0,-1 0,0-1,0 1,1 0,-1-1,0 1,0-1,0 1,0-1,0 0,1 0,-3 0,-4-1,1 0,0-1,0 0,0 0,1-1,-1 1,1-2,-9-3,0-2</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2:52.997"/>
    </inkml:context>
    <inkml:brush xml:id="br0">
      <inkml:brushProperty name="width" value="0.05" units="cm"/>
      <inkml:brushProperty name="height" value="0.05" units="cm"/>
      <inkml:brushProperty name="color" value="#004F8B"/>
      <inkml:brushProperty name="ignorePressure" value="1"/>
    </inkml:brush>
  </inkml:definitions>
  <inkml:trace contextRef="#ctx0" brushRef="#br0">1 1,'4'0,"6"0,6 0,3 0,5 0,1 0,1 0,0 0,1 0,-1 0,0 0,0 0,-4 4,2 2,1 0,-3-2</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2:53.351"/>
    </inkml:context>
    <inkml:brush xml:id="br0">
      <inkml:brushProperty name="width" value="0.05" units="cm"/>
      <inkml:brushProperty name="height" value="0.05" units="cm"/>
      <inkml:brushProperty name="color" value="#004F8B"/>
      <inkml:brushProperty name="ignorePressure" value="1"/>
    </inkml:brush>
  </inkml:definitions>
  <inkml:trace contextRef="#ctx0" brushRef="#br0">27 1,'-5'0,"0"4,-1 6,2 6,1 4,1 3,1 2,1 1,4-4,2-1,-1-4</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2:53.690"/>
    </inkml:context>
    <inkml:brush xml:id="br0">
      <inkml:brushProperty name="width" value="0.05" units="cm"/>
      <inkml:brushProperty name="height" value="0.05" units="cm"/>
      <inkml:brushProperty name="color" value="#004F8B"/>
      <inkml:brushProperty name="ignorePressure" value="1"/>
    </inkml:brush>
  </inkml:definitions>
  <inkml:trace contextRef="#ctx0" brushRef="#br0">0 17,'0'-5,"5"0,5-1,1 6,3 3,-1 4,2 2,-1 4,0 3,-2 4,-2 3,-4 1,-2 2,-2-5</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2:54.030"/>
    </inkml:context>
    <inkml:brush xml:id="br0">
      <inkml:brushProperty name="width" value="0.05" units="cm"/>
      <inkml:brushProperty name="height" value="0.05" units="cm"/>
      <inkml:brushProperty name="color" value="#004F8B"/>
      <inkml:brushProperty name="ignorePressure" value="1"/>
    </inkml:brush>
  </inkml:definitions>
  <inkml:trace contextRef="#ctx0" brushRef="#br0">185 1,'-4'0,"-2"4,-4 6,-4 6,-5 4,-2-1,1 0,0-2,4-1,0 2,2 2,0-3,7-3,4-5</inkml:trace>
  <inkml:trace contextRef="#ctx0" brushRef="#br0" timeOffset="1">313 1,'6'9,"0"0,0 1,-1 0,0 0,-1 0,0 0,0 1,-1 0,-1-1,2 18,-3-17,0 1,-1-1,0 1,-1-1,-1 0,1 1,-2-1,0 0,0 0,-5 11,-1-4,-1 0,0 0,-1-1,-24 28,22-31</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2:54.906"/>
    </inkml:context>
    <inkml:brush xml:id="br0">
      <inkml:brushProperty name="width" value="0.05" units="cm"/>
      <inkml:brushProperty name="height" value="0.05" units="cm"/>
      <inkml:brushProperty name="color" value="#004F8B"/>
      <inkml:brushProperty name="ignorePressure" value="1"/>
    </inkml:brush>
  </inkml:definitions>
  <inkml:trace contextRef="#ctx0" brushRef="#br0">16 0,'31'35,"-26"-23,0 1,-1-1,-1 1,0 0,-1 0,0 1,-1-1,-1 0,0 0,-2 22,1-5,0-21,-1-1,1 1,-1-1,-1 0,1 0,-2 0,1 0,-5 7,3-6,1 1,0-1,0 1,1 0,-3 15,3 39,2-64,1 0,0 0,0-1,0 1,0 0,0 0,0 0,0 0,0 0,-1-1,1 1,0 0,0 0,0 0,0 0,0 0,-1 0,1 0,0-1,0 1,0 0,0 0,-1 0,1 0,0 0,0 0,0 0,-1 0,1 0,0 0,0 0,0 0,0 0,-1 0,1 0,0 0,0 0,0 1,0-1,-1 0,1 0,0 0,0 0,0 0,0 0,-1 0,1 0,0 1,0-1,0 0,0 0,0 0,0 0,0 1,0-1,-1 0,1 0,0 0,0 0,0 1,0-1,0 0,-5-9</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2:55.247"/>
    </inkml:context>
    <inkml:brush xml:id="br0">
      <inkml:brushProperty name="width" value="0.05" units="cm"/>
      <inkml:brushProperty name="height" value="0.05" units="cm"/>
      <inkml:brushProperty name="color" value="#004F8B"/>
      <inkml:brushProperty name="ignorePressure" value="1"/>
    </inkml:brush>
  </inkml:definitions>
  <inkml:trace contextRef="#ctx0" brushRef="#br0">1 1,'1'0,"0"0,-1 0,1 1,0-1,0 1,0-1,0 1,0-1,0 1,-1-1,1 1,0 0,-1-1,1 1,0 0,-1 0,1-1,-1 1,1 0,-1 0,1 0,-1 0,0 0,1 0,-1 1,9 32,-5-17,-1-8,1 7,2-1,0 1,1-1,0 0,14 18,-20-30,1-1,0 0,0 1,0-1,0 0,0 0,0-1,1 1,-1 0,1-1,-1 1,1-1,-1 0,1 0,0 0,0 0,0-1,-1 1,1-1,0 1,0-1,0 0,0 0,0 0,0-1,-1 1,1-1,0 0,0 1,0-1,-1 0,1-1,0 1,-1 0,1-1,-1 1,4-4,5-3,-1 1,-1-1,1 0,-1-1,0 0,-1-1,0 0,-1 0,0-1,-1 1,0-2,0 1,7-22,-10 14</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4:16.982"/>
    </inkml:context>
    <inkml:brush xml:id="br0">
      <inkml:brushProperty name="width" value="0.05" units="cm"/>
      <inkml:brushProperty name="height" value="0.05" units="cm"/>
      <inkml:brushProperty name="color" value="#004F8B"/>
      <inkml:brushProperty name="ignorePressure" value="1"/>
    </inkml:brush>
  </inkml:definitions>
  <inkml:trace contextRef="#ctx0" brushRef="#br0">1 0,'0'0</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4T07:14:17.496"/>
    </inkml:context>
    <inkml:brush xml:id="br0">
      <inkml:brushProperty name="width" value="0.05" units="cm"/>
      <inkml:brushProperty name="height" value="0.05" units="cm"/>
      <inkml:brushProperty name="color" value="#004F8B"/>
      <inkml:brushProperty name="ignorePressure" value="1"/>
    </inkml:brush>
  </inkml:definitions>
  <inkml:trace contextRef="#ctx0" brushRef="#br0">1 1,'0'0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67206-308B-4FB3-A1D0-FBD29EC9CBB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007C3FC-3199-4D4A-84B7-6AE0257A35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317DF05-253A-46C8-9789-AAEB36B12FA8}"/>
              </a:ext>
            </a:extLst>
          </p:cNvPr>
          <p:cNvSpPr>
            <a:spLocks noGrp="1"/>
          </p:cNvSpPr>
          <p:nvPr>
            <p:ph type="dt" sz="half" idx="10"/>
          </p:nvPr>
        </p:nvSpPr>
        <p:spPr/>
        <p:txBody>
          <a:bodyPr/>
          <a:lstStyle/>
          <a:p>
            <a:fld id="{D4098132-D2CD-4BA6-871D-D20197CD8420}" type="datetimeFigureOut">
              <a:rPr lang="en-US" smtClean="0"/>
              <a:t>3/17/2025</a:t>
            </a:fld>
            <a:endParaRPr lang="en-US"/>
          </a:p>
        </p:txBody>
      </p:sp>
      <p:sp>
        <p:nvSpPr>
          <p:cNvPr id="5" name="Footer Placeholder 4">
            <a:extLst>
              <a:ext uri="{FF2B5EF4-FFF2-40B4-BE49-F238E27FC236}">
                <a16:creationId xmlns:a16="http://schemas.microsoft.com/office/drawing/2014/main" id="{E7C4996E-5A3A-4C98-B525-54567BAF2F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4E796C-4A60-4EF1-AADC-D3637DD83937}"/>
              </a:ext>
            </a:extLst>
          </p:cNvPr>
          <p:cNvSpPr>
            <a:spLocks noGrp="1"/>
          </p:cNvSpPr>
          <p:nvPr>
            <p:ph type="sldNum" sz="quarter" idx="12"/>
          </p:nvPr>
        </p:nvSpPr>
        <p:spPr/>
        <p:txBody>
          <a:bodyPr/>
          <a:lstStyle/>
          <a:p>
            <a:fld id="{0AA67FF1-19FA-4668-92E8-70E147C9C143}" type="slidenum">
              <a:rPr lang="en-US" smtClean="0"/>
              <a:t>‹#›</a:t>
            </a:fld>
            <a:endParaRPr lang="en-US"/>
          </a:p>
        </p:txBody>
      </p:sp>
    </p:spTree>
    <p:extLst>
      <p:ext uri="{BB962C8B-B14F-4D97-AF65-F5344CB8AC3E}">
        <p14:creationId xmlns:p14="http://schemas.microsoft.com/office/powerpoint/2010/main" val="12303500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817EB-BC1A-4BAA-B89A-7B2129EBC0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15536D1-2802-440C-A3A9-C26889E20E4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31CA85-53C7-40FB-A65A-BBBA3A110F66}"/>
              </a:ext>
            </a:extLst>
          </p:cNvPr>
          <p:cNvSpPr>
            <a:spLocks noGrp="1"/>
          </p:cNvSpPr>
          <p:nvPr>
            <p:ph type="dt" sz="half" idx="10"/>
          </p:nvPr>
        </p:nvSpPr>
        <p:spPr/>
        <p:txBody>
          <a:bodyPr/>
          <a:lstStyle/>
          <a:p>
            <a:fld id="{D4098132-D2CD-4BA6-871D-D20197CD8420}" type="datetimeFigureOut">
              <a:rPr lang="en-US" smtClean="0"/>
              <a:t>3/17/2025</a:t>
            </a:fld>
            <a:endParaRPr lang="en-US"/>
          </a:p>
        </p:txBody>
      </p:sp>
      <p:sp>
        <p:nvSpPr>
          <p:cNvPr id="5" name="Footer Placeholder 4">
            <a:extLst>
              <a:ext uri="{FF2B5EF4-FFF2-40B4-BE49-F238E27FC236}">
                <a16:creationId xmlns:a16="http://schemas.microsoft.com/office/drawing/2014/main" id="{E31CF7F0-6247-4599-BB37-EDEEC87A96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A5B64E-B175-4EB1-8C8F-E0922D4C7EB9}"/>
              </a:ext>
            </a:extLst>
          </p:cNvPr>
          <p:cNvSpPr>
            <a:spLocks noGrp="1"/>
          </p:cNvSpPr>
          <p:nvPr>
            <p:ph type="sldNum" sz="quarter" idx="12"/>
          </p:nvPr>
        </p:nvSpPr>
        <p:spPr/>
        <p:txBody>
          <a:bodyPr/>
          <a:lstStyle/>
          <a:p>
            <a:fld id="{0AA67FF1-19FA-4668-92E8-70E147C9C143}" type="slidenum">
              <a:rPr lang="en-US" smtClean="0"/>
              <a:t>‹#›</a:t>
            </a:fld>
            <a:endParaRPr lang="en-US"/>
          </a:p>
        </p:txBody>
      </p:sp>
    </p:spTree>
    <p:extLst>
      <p:ext uri="{BB962C8B-B14F-4D97-AF65-F5344CB8AC3E}">
        <p14:creationId xmlns:p14="http://schemas.microsoft.com/office/powerpoint/2010/main" val="31658515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5304B-411F-4558-833A-E270BEA4037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AC565CB-4DE0-44CE-A1F8-65EBCEA0EEE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F74715C-2D2D-4629-8416-FB6AA2B20710}"/>
              </a:ext>
            </a:extLst>
          </p:cNvPr>
          <p:cNvSpPr>
            <a:spLocks noGrp="1"/>
          </p:cNvSpPr>
          <p:nvPr>
            <p:ph type="dt" sz="half" idx="10"/>
          </p:nvPr>
        </p:nvSpPr>
        <p:spPr/>
        <p:txBody>
          <a:bodyPr/>
          <a:lstStyle/>
          <a:p>
            <a:fld id="{D4098132-D2CD-4BA6-871D-D20197CD8420}" type="datetimeFigureOut">
              <a:rPr lang="en-US" smtClean="0"/>
              <a:t>3/17/2025</a:t>
            </a:fld>
            <a:endParaRPr lang="en-US"/>
          </a:p>
        </p:txBody>
      </p:sp>
      <p:sp>
        <p:nvSpPr>
          <p:cNvPr id="5" name="Footer Placeholder 4">
            <a:extLst>
              <a:ext uri="{FF2B5EF4-FFF2-40B4-BE49-F238E27FC236}">
                <a16:creationId xmlns:a16="http://schemas.microsoft.com/office/drawing/2014/main" id="{5F4757F8-990F-40D4-842C-69F5842376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FE2DA9-8D2A-49A3-9404-460C2C0E0D26}"/>
              </a:ext>
            </a:extLst>
          </p:cNvPr>
          <p:cNvSpPr>
            <a:spLocks noGrp="1"/>
          </p:cNvSpPr>
          <p:nvPr>
            <p:ph type="sldNum" sz="quarter" idx="12"/>
          </p:nvPr>
        </p:nvSpPr>
        <p:spPr/>
        <p:txBody>
          <a:bodyPr/>
          <a:lstStyle/>
          <a:p>
            <a:fld id="{0AA67FF1-19FA-4668-92E8-70E147C9C143}" type="slidenum">
              <a:rPr lang="en-US" smtClean="0"/>
              <a:t>‹#›</a:t>
            </a:fld>
            <a:endParaRPr lang="en-US"/>
          </a:p>
        </p:txBody>
      </p:sp>
    </p:spTree>
    <p:extLst>
      <p:ext uri="{BB962C8B-B14F-4D97-AF65-F5344CB8AC3E}">
        <p14:creationId xmlns:p14="http://schemas.microsoft.com/office/powerpoint/2010/main" val="1757525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108C0-B3B6-429F-9DBC-50FE9F4B7A2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22D4BF5-98B9-4465-A9A1-21DB559CBE2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3FCAB9D-066B-4296-96D9-64B597F4935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198AA0C-07C6-478F-8098-23DDFED90BC6}"/>
              </a:ext>
            </a:extLst>
          </p:cNvPr>
          <p:cNvSpPr>
            <a:spLocks noGrp="1"/>
          </p:cNvSpPr>
          <p:nvPr>
            <p:ph type="dt" sz="half" idx="10"/>
          </p:nvPr>
        </p:nvSpPr>
        <p:spPr/>
        <p:txBody>
          <a:bodyPr/>
          <a:lstStyle/>
          <a:p>
            <a:fld id="{D4098132-D2CD-4BA6-871D-D20197CD8420}" type="datetimeFigureOut">
              <a:rPr lang="en-US" smtClean="0"/>
              <a:t>3/17/2025</a:t>
            </a:fld>
            <a:endParaRPr lang="en-US"/>
          </a:p>
        </p:txBody>
      </p:sp>
      <p:sp>
        <p:nvSpPr>
          <p:cNvPr id="6" name="Footer Placeholder 5">
            <a:extLst>
              <a:ext uri="{FF2B5EF4-FFF2-40B4-BE49-F238E27FC236}">
                <a16:creationId xmlns:a16="http://schemas.microsoft.com/office/drawing/2014/main" id="{668F995E-BA3E-46BB-8FD9-EE83F50993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EA2CE8-3CD6-498D-8D21-47317B4F4A88}"/>
              </a:ext>
            </a:extLst>
          </p:cNvPr>
          <p:cNvSpPr>
            <a:spLocks noGrp="1"/>
          </p:cNvSpPr>
          <p:nvPr>
            <p:ph type="sldNum" sz="quarter" idx="12"/>
          </p:nvPr>
        </p:nvSpPr>
        <p:spPr/>
        <p:txBody>
          <a:bodyPr/>
          <a:lstStyle/>
          <a:p>
            <a:fld id="{0AA67FF1-19FA-4668-92E8-70E147C9C143}" type="slidenum">
              <a:rPr lang="en-US" smtClean="0"/>
              <a:t>‹#›</a:t>
            </a:fld>
            <a:endParaRPr lang="en-US"/>
          </a:p>
        </p:txBody>
      </p:sp>
    </p:spTree>
    <p:extLst>
      <p:ext uri="{BB962C8B-B14F-4D97-AF65-F5344CB8AC3E}">
        <p14:creationId xmlns:p14="http://schemas.microsoft.com/office/powerpoint/2010/main" val="30356196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64C0F-8669-473A-89C7-2614FCADBF4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5128BBA-02B9-4FC3-812E-F6ADF0A6FA4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4413ECA-02AC-481A-AAE5-02C239857D9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7F483DD-9F64-428D-BB30-454FCD5F038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582D07D-2D12-4CD8-8C04-DA8EA7E38D1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70E3D03-048D-43E4-A2F5-2DEAABA8429C}"/>
              </a:ext>
            </a:extLst>
          </p:cNvPr>
          <p:cNvSpPr>
            <a:spLocks noGrp="1"/>
          </p:cNvSpPr>
          <p:nvPr>
            <p:ph type="dt" sz="half" idx="10"/>
          </p:nvPr>
        </p:nvSpPr>
        <p:spPr/>
        <p:txBody>
          <a:bodyPr/>
          <a:lstStyle/>
          <a:p>
            <a:fld id="{D4098132-D2CD-4BA6-871D-D20197CD8420}" type="datetimeFigureOut">
              <a:rPr lang="en-US" smtClean="0"/>
              <a:t>3/17/2025</a:t>
            </a:fld>
            <a:endParaRPr lang="en-US"/>
          </a:p>
        </p:txBody>
      </p:sp>
      <p:sp>
        <p:nvSpPr>
          <p:cNvPr id="8" name="Footer Placeholder 7">
            <a:extLst>
              <a:ext uri="{FF2B5EF4-FFF2-40B4-BE49-F238E27FC236}">
                <a16:creationId xmlns:a16="http://schemas.microsoft.com/office/drawing/2014/main" id="{CF7D59A2-7AA0-4A38-A6A9-EA45775484C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2951E07-E65F-4E37-85B8-7103A61011C5}"/>
              </a:ext>
            </a:extLst>
          </p:cNvPr>
          <p:cNvSpPr>
            <a:spLocks noGrp="1"/>
          </p:cNvSpPr>
          <p:nvPr>
            <p:ph type="sldNum" sz="quarter" idx="12"/>
          </p:nvPr>
        </p:nvSpPr>
        <p:spPr/>
        <p:txBody>
          <a:bodyPr/>
          <a:lstStyle/>
          <a:p>
            <a:fld id="{0AA67FF1-19FA-4668-92E8-70E147C9C143}" type="slidenum">
              <a:rPr lang="en-US" smtClean="0"/>
              <a:t>‹#›</a:t>
            </a:fld>
            <a:endParaRPr lang="en-US"/>
          </a:p>
        </p:txBody>
      </p:sp>
    </p:spTree>
    <p:extLst>
      <p:ext uri="{BB962C8B-B14F-4D97-AF65-F5344CB8AC3E}">
        <p14:creationId xmlns:p14="http://schemas.microsoft.com/office/powerpoint/2010/main" val="30606682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1A1AA-D98B-4E8E-A464-0F942BCF801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3B1E9D8-F00C-4EC8-804F-B5B3404E39F4}"/>
              </a:ext>
            </a:extLst>
          </p:cNvPr>
          <p:cNvSpPr>
            <a:spLocks noGrp="1"/>
          </p:cNvSpPr>
          <p:nvPr>
            <p:ph type="dt" sz="half" idx="10"/>
          </p:nvPr>
        </p:nvSpPr>
        <p:spPr/>
        <p:txBody>
          <a:bodyPr/>
          <a:lstStyle/>
          <a:p>
            <a:fld id="{D4098132-D2CD-4BA6-871D-D20197CD8420}" type="datetimeFigureOut">
              <a:rPr lang="en-US" smtClean="0"/>
              <a:t>3/17/2025</a:t>
            </a:fld>
            <a:endParaRPr lang="en-US"/>
          </a:p>
        </p:txBody>
      </p:sp>
      <p:sp>
        <p:nvSpPr>
          <p:cNvPr id="4" name="Footer Placeholder 3">
            <a:extLst>
              <a:ext uri="{FF2B5EF4-FFF2-40B4-BE49-F238E27FC236}">
                <a16:creationId xmlns:a16="http://schemas.microsoft.com/office/drawing/2014/main" id="{A4625153-6B87-41FB-B94F-FE0C60C81A6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4BD4866-3800-421C-ADAD-171343F665D3}"/>
              </a:ext>
            </a:extLst>
          </p:cNvPr>
          <p:cNvSpPr>
            <a:spLocks noGrp="1"/>
          </p:cNvSpPr>
          <p:nvPr>
            <p:ph type="sldNum" sz="quarter" idx="12"/>
          </p:nvPr>
        </p:nvSpPr>
        <p:spPr/>
        <p:txBody>
          <a:bodyPr/>
          <a:lstStyle/>
          <a:p>
            <a:fld id="{0AA67FF1-19FA-4668-92E8-70E147C9C143}" type="slidenum">
              <a:rPr lang="en-US" smtClean="0"/>
              <a:t>‹#›</a:t>
            </a:fld>
            <a:endParaRPr lang="en-US"/>
          </a:p>
        </p:txBody>
      </p:sp>
    </p:spTree>
    <p:extLst>
      <p:ext uri="{BB962C8B-B14F-4D97-AF65-F5344CB8AC3E}">
        <p14:creationId xmlns:p14="http://schemas.microsoft.com/office/powerpoint/2010/main" val="30768616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69696F8-7312-4933-B38C-EEAD1FB455DB}"/>
              </a:ext>
            </a:extLst>
          </p:cNvPr>
          <p:cNvSpPr>
            <a:spLocks noGrp="1"/>
          </p:cNvSpPr>
          <p:nvPr>
            <p:ph type="dt" sz="half" idx="10"/>
          </p:nvPr>
        </p:nvSpPr>
        <p:spPr/>
        <p:txBody>
          <a:bodyPr/>
          <a:lstStyle/>
          <a:p>
            <a:fld id="{D4098132-D2CD-4BA6-871D-D20197CD8420}" type="datetimeFigureOut">
              <a:rPr lang="en-US" smtClean="0"/>
              <a:t>3/17/2025</a:t>
            </a:fld>
            <a:endParaRPr lang="en-US"/>
          </a:p>
        </p:txBody>
      </p:sp>
      <p:sp>
        <p:nvSpPr>
          <p:cNvPr id="3" name="Footer Placeholder 2">
            <a:extLst>
              <a:ext uri="{FF2B5EF4-FFF2-40B4-BE49-F238E27FC236}">
                <a16:creationId xmlns:a16="http://schemas.microsoft.com/office/drawing/2014/main" id="{995E8FC7-D186-4629-BC3C-9DBDF76C22F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4846F42-3DE7-414C-97DF-E48CED357B93}"/>
              </a:ext>
            </a:extLst>
          </p:cNvPr>
          <p:cNvSpPr>
            <a:spLocks noGrp="1"/>
          </p:cNvSpPr>
          <p:nvPr>
            <p:ph type="sldNum" sz="quarter" idx="12"/>
          </p:nvPr>
        </p:nvSpPr>
        <p:spPr/>
        <p:txBody>
          <a:bodyPr/>
          <a:lstStyle/>
          <a:p>
            <a:fld id="{0AA67FF1-19FA-4668-92E8-70E147C9C143}" type="slidenum">
              <a:rPr lang="en-US" smtClean="0"/>
              <a:t>‹#›</a:t>
            </a:fld>
            <a:endParaRPr lang="en-US"/>
          </a:p>
        </p:txBody>
      </p:sp>
    </p:spTree>
    <p:extLst>
      <p:ext uri="{BB962C8B-B14F-4D97-AF65-F5344CB8AC3E}">
        <p14:creationId xmlns:p14="http://schemas.microsoft.com/office/powerpoint/2010/main" val="28084701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0E151-4139-4877-893E-EB18B5F13A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6DDC383-1FC6-4855-878F-818C7CEAC6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0822B86-0154-4CDA-8D22-4A912F7308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367D046-AA3F-4B50-A591-F04F3678946F}"/>
              </a:ext>
            </a:extLst>
          </p:cNvPr>
          <p:cNvSpPr>
            <a:spLocks noGrp="1"/>
          </p:cNvSpPr>
          <p:nvPr>
            <p:ph type="dt" sz="half" idx="10"/>
          </p:nvPr>
        </p:nvSpPr>
        <p:spPr/>
        <p:txBody>
          <a:bodyPr/>
          <a:lstStyle/>
          <a:p>
            <a:fld id="{D4098132-D2CD-4BA6-871D-D20197CD8420}" type="datetimeFigureOut">
              <a:rPr lang="en-US" smtClean="0"/>
              <a:t>3/17/2025</a:t>
            </a:fld>
            <a:endParaRPr lang="en-US"/>
          </a:p>
        </p:txBody>
      </p:sp>
      <p:sp>
        <p:nvSpPr>
          <p:cNvPr id="6" name="Footer Placeholder 5">
            <a:extLst>
              <a:ext uri="{FF2B5EF4-FFF2-40B4-BE49-F238E27FC236}">
                <a16:creationId xmlns:a16="http://schemas.microsoft.com/office/drawing/2014/main" id="{5EBD6D77-AAD2-4A2A-99B4-0FDCFE5D010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5B798F3-7762-4D2D-9100-6DBE7B96A7E8}"/>
              </a:ext>
            </a:extLst>
          </p:cNvPr>
          <p:cNvSpPr>
            <a:spLocks noGrp="1"/>
          </p:cNvSpPr>
          <p:nvPr>
            <p:ph type="sldNum" sz="quarter" idx="12"/>
          </p:nvPr>
        </p:nvSpPr>
        <p:spPr/>
        <p:txBody>
          <a:bodyPr/>
          <a:lstStyle/>
          <a:p>
            <a:fld id="{0AA67FF1-19FA-4668-92E8-70E147C9C143}" type="slidenum">
              <a:rPr lang="en-US" smtClean="0"/>
              <a:t>‹#›</a:t>
            </a:fld>
            <a:endParaRPr lang="en-US"/>
          </a:p>
        </p:txBody>
      </p:sp>
    </p:spTree>
    <p:extLst>
      <p:ext uri="{BB962C8B-B14F-4D97-AF65-F5344CB8AC3E}">
        <p14:creationId xmlns:p14="http://schemas.microsoft.com/office/powerpoint/2010/main" val="1540802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8B6A6-6F4F-49B7-89A6-ADA237ED11C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5806362-D90A-49D3-A19D-5607A4F04A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2BDF578-2A6E-41E6-8DA0-A2FEE907F0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01C8A2-7750-4B3F-B651-1553EABCF3E5}"/>
              </a:ext>
            </a:extLst>
          </p:cNvPr>
          <p:cNvSpPr>
            <a:spLocks noGrp="1"/>
          </p:cNvSpPr>
          <p:nvPr>
            <p:ph type="dt" sz="half" idx="10"/>
          </p:nvPr>
        </p:nvSpPr>
        <p:spPr/>
        <p:txBody>
          <a:bodyPr/>
          <a:lstStyle/>
          <a:p>
            <a:fld id="{D4098132-D2CD-4BA6-871D-D20197CD8420}" type="datetimeFigureOut">
              <a:rPr lang="en-US" smtClean="0"/>
              <a:t>3/17/2025</a:t>
            </a:fld>
            <a:endParaRPr lang="en-US"/>
          </a:p>
        </p:txBody>
      </p:sp>
      <p:sp>
        <p:nvSpPr>
          <p:cNvPr id="6" name="Footer Placeholder 5">
            <a:extLst>
              <a:ext uri="{FF2B5EF4-FFF2-40B4-BE49-F238E27FC236}">
                <a16:creationId xmlns:a16="http://schemas.microsoft.com/office/drawing/2014/main" id="{51CD4520-3764-4AB1-83E7-B37B7620A7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B0DCCE-E77B-481E-966A-CACD93DD0E7B}"/>
              </a:ext>
            </a:extLst>
          </p:cNvPr>
          <p:cNvSpPr>
            <a:spLocks noGrp="1"/>
          </p:cNvSpPr>
          <p:nvPr>
            <p:ph type="sldNum" sz="quarter" idx="12"/>
          </p:nvPr>
        </p:nvSpPr>
        <p:spPr/>
        <p:txBody>
          <a:bodyPr/>
          <a:lstStyle/>
          <a:p>
            <a:fld id="{0AA67FF1-19FA-4668-92E8-70E147C9C143}" type="slidenum">
              <a:rPr lang="en-US" smtClean="0"/>
              <a:t>‹#›</a:t>
            </a:fld>
            <a:endParaRPr lang="en-US"/>
          </a:p>
        </p:txBody>
      </p:sp>
    </p:spTree>
    <p:extLst>
      <p:ext uri="{BB962C8B-B14F-4D97-AF65-F5344CB8AC3E}">
        <p14:creationId xmlns:p14="http://schemas.microsoft.com/office/powerpoint/2010/main" val="4617514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5D384-D3FA-464A-90B7-826D9B97B64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91F259E-C191-402E-BF78-4F5BA7A3E18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FAF980-2A0D-4FEC-A228-D06C8F7D6C75}"/>
              </a:ext>
            </a:extLst>
          </p:cNvPr>
          <p:cNvSpPr>
            <a:spLocks noGrp="1"/>
          </p:cNvSpPr>
          <p:nvPr>
            <p:ph type="dt" sz="half" idx="10"/>
          </p:nvPr>
        </p:nvSpPr>
        <p:spPr/>
        <p:txBody>
          <a:bodyPr/>
          <a:lstStyle/>
          <a:p>
            <a:fld id="{D4098132-D2CD-4BA6-871D-D20197CD8420}" type="datetimeFigureOut">
              <a:rPr lang="en-US" smtClean="0"/>
              <a:t>3/17/2025</a:t>
            </a:fld>
            <a:endParaRPr lang="en-US"/>
          </a:p>
        </p:txBody>
      </p:sp>
      <p:sp>
        <p:nvSpPr>
          <p:cNvPr id="5" name="Footer Placeholder 4">
            <a:extLst>
              <a:ext uri="{FF2B5EF4-FFF2-40B4-BE49-F238E27FC236}">
                <a16:creationId xmlns:a16="http://schemas.microsoft.com/office/drawing/2014/main" id="{8162FF4B-84E8-42E6-8A00-FE0C036BFA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840B52-8E4B-4A4B-A419-51CF9E775288}"/>
              </a:ext>
            </a:extLst>
          </p:cNvPr>
          <p:cNvSpPr>
            <a:spLocks noGrp="1"/>
          </p:cNvSpPr>
          <p:nvPr>
            <p:ph type="sldNum" sz="quarter" idx="12"/>
          </p:nvPr>
        </p:nvSpPr>
        <p:spPr/>
        <p:txBody>
          <a:bodyPr/>
          <a:lstStyle/>
          <a:p>
            <a:fld id="{0AA67FF1-19FA-4668-92E8-70E147C9C143}" type="slidenum">
              <a:rPr lang="en-US" smtClean="0"/>
              <a:t>‹#›</a:t>
            </a:fld>
            <a:endParaRPr lang="en-US"/>
          </a:p>
        </p:txBody>
      </p:sp>
    </p:spTree>
    <p:extLst>
      <p:ext uri="{BB962C8B-B14F-4D97-AF65-F5344CB8AC3E}">
        <p14:creationId xmlns:p14="http://schemas.microsoft.com/office/powerpoint/2010/main" val="41470921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E08C424-1978-4AB5-8D66-2E43DF5A42C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9CF190F-8476-477A-96AA-4EF37C28F2E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1F9D3A-6AD6-45BF-AEB9-452E7B7D283E}"/>
              </a:ext>
            </a:extLst>
          </p:cNvPr>
          <p:cNvSpPr>
            <a:spLocks noGrp="1"/>
          </p:cNvSpPr>
          <p:nvPr>
            <p:ph type="dt" sz="half" idx="10"/>
          </p:nvPr>
        </p:nvSpPr>
        <p:spPr/>
        <p:txBody>
          <a:bodyPr/>
          <a:lstStyle/>
          <a:p>
            <a:fld id="{D4098132-D2CD-4BA6-871D-D20197CD8420}" type="datetimeFigureOut">
              <a:rPr lang="en-US" smtClean="0"/>
              <a:t>3/17/2025</a:t>
            </a:fld>
            <a:endParaRPr lang="en-US"/>
          </a:p>
        </p:txBody>
      </p:sp>
      <p:sp>
        <p:nvSpPr>
          <p:cNvPr id="5" name="Footer Placeholder 4">
            <a:extLst>
              <a:ext uri="{FF2B5EF4-FFF2-40B4-BE49-F238E27FC236}">
                <a16:creationId xmlns:a16="http://schemas.microsoft.com/office/drawing/2014/main" id="{88412050-A0A6-48D1-9AE3-C496B0F18B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F92F2E-354A-4B14-9FB0-E56DA5E6EBFC}"/>
              </a:ext>
            </a:extLst>
          </p:cNvPr>
          <p:cNvSpPr>
            <a:spLocks noGrp="1"/>
          </p:cNvSpPr>
          <p:nvPr>
            <p:ph type="sldNum" sz="quarter" idx="12"/>
          </p:nvPr>
        </p:nvSpPr>
        <p:spPr/>
        <p:txBody>
          <a:bodyPr/>
          <a:lstStyle/>
          <a:p>
            <a:fld id="{0AA67FF1-19FA-4668-92E8-70E147C9C143}" type="slidenum">
              <a:rPr lang="en-US" smtClean="0"/>
              <a:t>‹#›</a:t>
            </a:fld>
            <a:endParaRPr lang="en-US"/>
          </a:p>
        </p:txBody>
      </p:sp>
    </p:spTree>
    <p:extLst>
      <p:ext uri="{BB962C8B-B14F-4D97-AF65-F5344CB8AC3E}">
        <p14:creationId xmlns:p14="http://schemas.microsoft.com/office/powerpoint/2010/main" val="41725440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DC324C-E0A5-434F-9539-73E1074D6FA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26FA5A7-EC82-44F4-94CA-070338EA1F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12BAFF-9E09-4BBF-BBD9-1CD3D0A12D6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098132-D2CD-4BA6-871D-D20197CD8420}" type="datetimeFigureOut">
              <a:rPr lang="en-US" smtClean="0"/>
              <a:t>3/17/2025</a:t>
            </a:fld>
            <a:endParaRPr lang="en-US"/>
          </a:p>
        </p:txBody>
      </p:sp>
      <p:sp>
        <p:nvSpPr>
          <p:cNvPr id="5" name="Footer Placeholder 4">
            <a:extLst>
              <a:ext uri="{FF2B5EF4-FFF2-40B4-BE49-F238E27FC236}">
                <a16:creationId xmlns:a16="http://schemas.microsoft.com/office/drawing/2014/main" id="{8EAC9FB8-5CBA-4B7E-96D0-A1E1F5D06C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135C33F-0E5A-428E-B6A4-92F5E33E50F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A67FF1-19FA-4668-92E8-70E147C9C143}" type="slidenum">
              <a:rPr lang="en-US" smtClean="0"/>
              <a:t>‹#›</a:t>
            </a:fld>
            <a:endParaRPr lang="en-US"/>
          </a:p>
        </p:txBody>
      </p:sp>
    </p:spTree>
    <p:extLst>
      <p:ext uri="{BB962C8B-B14F-4D97-AF65-F5344CB8AC3E}">
        <p14:creationId xmlns:p14="http://schemas.microsoft.com/office/powerpoint/2010/main" val="37547472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customXml" Target="../ink/ink5.xml"/><Relationship Id="rId3" Type="http://schemas.openxmlformats.org/officeDocument/2006/relationships/image" Target="../media/image2.png"/><Relationship Id="rId7" Type="http://schemas.openxmlformats.org/officeDocument/2006/relationships/customXml" Target="../ink/ink2.xml"/><Relationship Id="rId12"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customXml" Target="../ink/ink4.xml"/><Relationship Id="rId5" Type="http://schemas.openxmlformats.org/officeDocument/2006/relationships/customXml" Target="../ink/ink1.xml"/><Relationship Id="rId10" Type="http://schemas.openxmlformats.org/officeDocument/2006/relationships/image" Target="../media/image6.png"/><Relationship Id="rId4" Type="http://schemas.openxmlformats.org/officeDocument/2006/relationships/image" Target="../media/image3.png"/><Relationship Id="rId9" Type="http://schemas.openxmlformats.org/officeDocument/2006/relationships/customXml" Target="../ink/ink3.xml"/><Relationship Id="rId14"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3.png"/><Relationship Id="rId3" Type="http://schemas.openxmlformats.org/officeDocument/2006/relationships/image" Target="../media/image2.png"/><Relationship Id="rId7" Type="http://schemas.openxmlformats.org/officeDocument/2006/relationships/customXml" Target="../ink/ink7.xml"/><Relationship Id="rId12"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1.png"/><Relationship Id="rId5" Type="http://schemas.openxmlformats.org/officeDocument/2006/relationships/customXml" Target="../ink/ink6.xml"/><Relationship Id="rId10" Type="http://schemas.openxmlformats.org/officeDocument/2006/relationships/image" Target="../media/image10.png"/><Relationship Id="rId4" Type="http://schemas.openxmlformats.org/officeDocument/2006/relationships/image" Target="../media/image3.png"/><Relationship Id="rId9" Type="http://schemas.openxmlformats.org/officeDocument/2006/relationships/image" Target="../media/image9.png"/><Relationship Id="rId14" Type="http://schemas.openxmlformats.org/officeDocument/2006/relationships/image" Target="../media/image14.png"/></Relationships>
</file>

<file path=ppt/slides/_rels/slide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1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1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117" Type="http://schemas.openxmlformats.org/officeDocument/2006/relationships/customXml" Target="../ink/ink64.xml"/><Relationship Id="rId21" Type="http://schemas.openxmlformats.org/officeDocument/2006/relationships/customXml" Target="../ink/ink16.xml"/><Relationship Id="rId42" Type="http://schemas.openxmlformats.org/officeDocument/2006/relationships/image" Target="../media/image59.png"/><Relationship Id="rId63" Type="http://schemas.openxmlformats.org/officeDocument/2006/relationships/customXml" Target="../ink/ink37.xml"/><Relationship Id="rId84" Type="http://schemas.openxmlformats.org/officeDocument/2006/relationships/image" Target="../media/image80.png"/><Relationship Id="rId138" Type="http://schemas.openxmlformats.org/officeDocument/2006/relationships/image" Target="../media/image107.png"/><Relationship Id="rId159" Type="http://schemas.openxmlformats.org/officeDocument/2006/relationships/customXml" Target="../ink/ink85.xml"/><Relationship Id="rId170" Type="http://schemas.openxmlformats.org/officeDocument/2006/relationships/image" Target="../media/image123.png"/><Relationship Id="rId191" Type="http://schemas.openxmlformats.org/officeDocument/2006/relationships/customXml" Target="../ink/ink101.xml"/><Relationship Id="rId205" Type="http://schemas.openxmlformats.org/officeDocument/2006/relationships/customXml" Target="../ink/ink108.xml"/><Relationship Id="rId107" Type="http://schemas.openxmlformats.org/officeDocument/2006/relationships/customXml" Target="../ink/ink59.xml"/><Relationship Id="rId11" Type="http://schemas.openxmlformats.org/officeDocument/2006/relationships/customXml" Target="../ink/ink11.xml"/><Relationship Id="rId32" Type="http://schemas.openxmlformats.org/officeDocument/2006/relationships/image" Target="../media/image54.png"/><Relationship Id="rId53" Type="http://schemas.openxmlformats.org/officeDocument/2006/relationships/customXml" Target="../ink/ink32.xml"/><Relationship Id="rId74" Type="http://schemas.openxmlformats.org/officeDocument/2006/relationships/image" Target="../media/image75.png"/><Relationship Id="rId128" Type="http://schemas.openxmlformats.org/officeDocument/2006/relationships/image" Target="../media/image102.png"/><Relationship Id="rId149" Type="http://schemas.openxmlformats.org/officeDocument/2006/relationships/customXml" Target="../ink/ink80.xml"/><Relationship Id="rId5" Type="http://schemas.openxmlformats.org/officeDocument/2006/relationships/customXml" Target="../ink/ink8.xml"/><Relationship Id="rId95" Type="http://schemas.openxmlformats.org/officeDocument/2006/relationships/customXml" Target="../ink/ink53.xml"/><Relationship Id="rId160" Type="http://schemas.openxmlformats.org/officeDocument/2006/relationships/image" Target="../media/image118.png"/><Relationship Id="rId181" Type="http://schemas.openxmlformats.org/officeDocument/2006/relationships/customXml" Target="../ink/ink96.xml"/><Relationship Id="rId22" Type="http://schemas.openxmlformats.org/officeDocument/2006/relationships/image" Target="../media/image49.png"/><Relationship Id="rId43" Type="http://schemas.openxmlformats.org/officeDocument/2006/relationships/customXml" Target="../ink/ink27.xml"/><Relationship Id="rId64" Type="http://schemas.openxmlformats.org/officeDocument/2006/relationships/image" Target="../media/image70.png"/><Relationship Id="rId118" Type="http://schemas.openxmlformats.org/officeDocument/2006/relationships/image" Target="../media/image97.png"/><Relationship Id="rId139" Type="http://schemas.openxmlformats.org/officeDocument/2006/relationships/customXml" Target="../ink/ink75.xml"/><Relationship Id="rId85" Type="http://schemas.openxmlformats.org/officeDocument/2006/relationships/customXml" Target="../ink/ink48.xml"/><Relationship Id="rId150" Type="http://schemas.openxmlformats.org/officeDocument/2006/relationships/image" Target="../media/image113.png"/><Relationship Id="rId171" Type="http://schemas.openxmlformats.org/officeDocument/2006/relationships/customXml" Target="../ink/ink91.xml"/><Relationship Id="rId192" Type="http://schemas.openxmlformats.org/officeDocument/2006/relationships/image" Target="../media/image134.png"/><Relationship Id="rId206" Type="http://schemas.openxmlformats.org/officeDocument/2006/relationships/image" Target="../media/image141.png"/><Relationship Id="rId12" Type="http://schemas.openxmlformats.org/officeDocument/2006/relationships/image" Target="../media/image44.png"/><Relationship Id="rId33" Type="http://schemas.openxmlformats.org/officeDocument/2006/relationships/customXml" Target="../ink/ink22.xml"/><Relationship Id="rId108" Type="http://schemas.openxmlformats.org/officeDocument/2006/relationships/image" Target="../media/image92.png"/><Relationship Id="rId129" Type="http://schemas.openxmlformats.org/officeDocument/2006/relationships/customXml" Target="../ink/ink70.xml"/><Relationship Id="rId54" Type="http://schemas.openxmlformats.org/officeDocument/2006/relationships/image" Target="../media/image65.png"/><Relationship Id="rId75" Type="http://schemas.openxmlformats.org/officeDocument/2006/relationships/customXml" Target="../ink/ink43.xml"/><Relationship Id="rId96" Type="http://schemas.openxmlformats.org/officeDocument/2006/relationships/image" Target="../media/image86.png"/><Relationship Id="rId140" Type="http://schemas.openxmlformats.org/officeDocument/2006/relationships/image" Target="../media/image108.png"/><Relationship Id="rId161" Type="http://schemas.openxmlformats.org/officeDocument/2006/relationships/customXml" Target="../ink/ink86.xml"/><Relationship Id="rId182" Type="http://schemas.openxmlformats.org/officeDocument/2006/relationships/image" Target="../media/image129.png"/><Relationship Id="rId6" Type="http://schemas.openxmlformats.org/officeDocument/2006/relationships/image" Target="../media/image41.png"/><Relationship Id="rId23" Type="http://schemas.openxmlformats.org/officeDocument/2006/relationships/customXml" Target="../ink/ink17.xml"/><Relationship Id="rId119" Type="http://schemas.openxmlformats.org/officeDocument/2006/relationships/customXml" Target="../ink/ink65.xml"/><Relationship Id="rId44" Type="http://schemas.openxmlformats.org/officeDocument/2006/relationships/image" Target="../media/image60.png"/><Relationship Id="rId65" Type="http://schemas.openxmlformats.org/officeDocument/2006/relationships/customXml" Target="../ink/ink38.xml"/><Relationship Id="rId86" Type="http://schemas.openxmlformats.org/officeDocument/2006/relationships/image" Target="../media/image81.png"/><Relationship Id="rId130" Type="http://schemas.openxmlformats.org/officeDocument/2006/relationships/image" Target="../media/image103.png"/><Relationship Id="rId151" Type="http://schemas.openxmlformats.org/officeDocument/2006/relationships/customXml" Target="../ink/ink81.xml"/><Relationship Id="rId172" Type="http://schemas.openxmlformats.org/officeDocument/2006/relationships/image" Target="../media/image124.png"/><Relationship Id="rId193" Type="http://schemas.openxmlformats.org/officeDocument/2006/relationships/customXml" Target="../ink/ink102.xml"/><Relationship Id="rId207" Type="http://schemas.openxmlformats.org/officeDocument/2006/relationships/customXml" Target="../ink/ink109.xml"/><Relationship Id="rId13" Type="http://schemas.openxmlformats.org/officeDocument/2006/relationships/customXml" Target="../ink/ink12.xml"/><Relationship Id="rId109" Type="http://schemas.openxmlformats.org/officeDocument/2006/relationships/customXml" Target="../ink/ink60.xml"/><Relationship Id="rId34" Type="http://schemas.openxmlformats.org/officeDocument/2006/relationships/image" Target="../media/image55.png"/><Relationship Id="rId55" Type="http://schemas.openxmlformats.org/officeDocument/2006/relationships/customXml" Target="../ink/ink33.xml"/><Relationship Id="rId76" Type="http://schemas.openxmlformats.org/officeDocument/2006/relationships/image" Target="../media/image76.png"/><Relationship Id="rId97" Type="http://schemas.openxmlformats.org/officeDocument/2006/relationships/customXml" Target="../ink/ink54.xml"/><Relationship Id="rId120" Type="http://schemas.openxmlformats.org/officeDocument/2006/relationships/image" Target="../media/image98.png"/><Relationship Id="rId141" Type="http://schemas.openxmlformats.org/officeDocument/2006/relationships/customXml" Target="../ink/ink76.xml"/><Relationship Id="rId7" Type="http://schemas.openxmlformats.org/officeDocument/2006/relationships/customXml" Target="../ink/ink9.xml"/><Relationship Id="rId162" Type="http://schemas.openxmlformats.org/officeDocument/2006/relationships/image" Target="../media/image119.png"/><Relationship Id="rId183" Type="http://schemas.openxmlformats.org/officeDocument/2006/relationships/customXml" Target="../ink/ink97.xml"/><Relationship Id="rId24" Type="http://schemas.openxmlformats.org/officeDocument/2006/relationships/image" Target="../media/image50.png"/><Relationship Id="rId45" Type="http://schemas.openxmlformats.org/officeDocument/2006/relationships/customXml" Target="../ink/ink28.xml"/><Relationship Id="rId66" Type="http://schemas.openxmlformats.org/officeDocument/2006/relationships/image" Target="../media/image71.png"/><Relationship Id="rId87" Type="http://schemas.openxmlformats.org/officeDocument/2006/relationships/customXml" Target="../ink/ink49.xml"/><Relationship Id="rId110" Type="http://schemas.openxmlformats.org/officeDocument/2006/relationships/image" Target="../media/image93.png"/><Relationship Id="rId131" Type="http://schemas.openxmlformats.org/officeDocument/2006/relationships/customXml" Target="../ink/ink71.xml"/><Relationship Id="rId61" Type="http://schemas.openxmlformats.org/officeDocument/2006/relationships/customXml" Target="../ink/ink36.xml"/><Relationship Id="rId82" Type="http://schemas.openxmlformats.org/officeDocument/2006/relationships/image" Target="../media/image79.png"/><Relationship Id="rId152" Type="http://schemas.openxmlformats.org/officeDocument/2006/relationships/image" Target="../media/image114.png"/><Relationship Id="rId173" Type="http://schemas.openxmlformats.org/officeDocument/2006/relationships/customXml" Target="../ink/ink92.xml"/><Relationship Id="rId194" Type="http://schemas.openxmlformats.org/officeDocument/2006/relationships/image" Target="../media/image135.png"/><Relationship Id="rId199" Type="http://schemas.openxmlformats.org/officeDocument/2006/relationships/customXml" Target="../ink/ink105.xml"/><Relationship Id="rId203" Type="http://schemas.openxmlformats.org/officeDocument/2006/relationships/customXml" Target="../ink/ink107.xml"/><Relationship Id="rId208" Type="http://schemas.openxmlformats.org/officeDocument/2006/relationships/image" Target="../media/image142.png"/><Relationship Id="rId19" Type="http://schemas.openxmlformats.org/officeDocument/2006/relationships/customXml" Target="../ink/ink15.xml"/><Relationship Id="rId14" Type="http://schemas.openxmlformats.org/officeDocument/2006/relationships/image" Target="../media/image45.png"/><Relationship Id="rId30" Type="http://schemas.openxmlformats.org/officeDocument/2006/relationships/image" Target="../media/image53.png"/><Relationship Id="rId35" Type="http://schemas.openxmlformats.org/officeDocument/2006/relationships/customXml" Target="../ink/ink23.xml"/><Relationship Id="rId56" Type="http://schemas.openxmlformats.org/officeDocument/2006/relationships/image" Target="../media/image66.png"/><Relationship Id="rId77" Type="http://schemas.openxmlformats.org/officeDocument/2006/relationships/customXml" Target="../ink/ink44.xml"/><Relationship Id="rId100" Type="http://schemas.openxmlformats.org/officeDocument/2006/relationships/image" Target="../media/image88.png"/><Relationship Id="rId105" Type="http://schemas.openxmlformats.org/officeDocument/2006/relationships/customXml" Target="../ink/ink58.xml"/><Relationship Id="rId126" Type="http://schemas.openxmlformats.org/officeDocument/2006/relationships/image" Target="../media/image101.png"/><Relationship Id="rId147" Type="http://schemas.openxmlformats.org/officeDocument/2006/relationships/customXml" Target="../ink/ink79.xml"/><Relationship Id="rId168" Type="http://schemas.openxmlformats.org/officeDocument/2006/relationships/image" Target="../media/image122.png"/><Relationship Id="rId8" Type="http://schemas.openxmlformats.org/officeDocument/2006/relationships/image" Target="../media/image42.png"/><Relationship Id="rId51" Type="http://schemas.openxmlformats.org/officeDocument/2006/relationships/customXml" Target="../ink/ink31.xml"/><Relationship Id="rId72" Type="http://schemas.openxmlformats.org/officeDocument/2006/relationships/image" Target="../media/image74.png"/><Relationship Id="rId93" Type="http://schemas.openxmlformats.org/officeDocument/2006/relationships/customXml" Target="../ink/ink52.xml"/><Relationship Id="rId98" Type="http://schemas.openxmlformats.org/officeDocument/2006/relationships/image" Target="../media/image87.png"/><Relationship Id="rId121" Type="http://schemas.openxmlformats.org/officeDocument/2006/relationships/customXml" Target="../ink/ink66.xml"/><Relationship Id="rId142" Type="http://schemas.openxmlformats.org/officeDocument/2006/relationships/image" Target="../media/image109.png"/><Relationship Id="rId163" Type="http://schemas.openxmlformats.org/officeDocument/2006/relationships/customXml" Target="../ink/ink87.xml"/><Relationship Id="rId184" Type="http://schemas.openxmlformats.org/officeDocument/2006/relationships/image" Target="../media/image130.png"/><Relationship Id="rId189" Type="http://schemas.openxmlformats.org/officeDocument/2006/relationships/customXml" Target="../ink/ink100.xml"/><Relationship Id="rId3" Type="http://schemas.openxmlformats.org/officeDocument/2006/relationships/image" Target="../media/image39.png"/><Relationship Id="rId25" Type="http://schemas.openxmlformats.org/officeDocument/2006/relationships/customXml" Target="../ink/ink18.xml"/><Relationship Id="rId46" Type="http://schemas.openxmlformats.org/officeDocument/2006/relationships/image" Target="../media/image61.png"/><Relationship Id="rId67" Type="http://schemas.openxmlformats.org/officeDocument/2006/relationships/customXml" Target="../ink/ink39.xml"/><Relationship Id="rId116" Type="http://schemas.openxmlformats.org/officeDocument/2006/relationships/image" Target="../media/image96.png"/><Relationship Id="rId137" Type="http://schemas.openxmlformats.org/officeDocument/2006/relationships/customXml" Target="../ink/ink74.xml"/><Relationship Id="rId158" Type="http://schemas.openxmlformats.org/officeDocument/2006/relationships/image" Target="../media/image117.png"/><Relationship Id="rId20" Type="http://schemas.openxmlformats.org/officeDocument/2006/relationships/image" Target="../media/image48.png"/><Relationship Id="rId41" Type="http://schemas.openxmlformats.org/officeDocument/2006/relationships/customXml" Target="../ink/ink26.xml"/><Relationship Id="rId62" Type="http://schemas.openxmlformats.org/officeDocument/2006/relationships/image" Target="../media/image69.png"/><Relationship Id="rId83" Type="http://schemas.openxmlformats.org/officeDocument/2006/relationships/customXml" Target="../ink/ink47.xml"/><Relationship Id="rId88" Type="http://schemas.openxmlformats.org/officeDocument/2006/relationships/image" Target="../media/image82.png"/><Relationship Id="rId111" Type="http://schemas.openxmlformats.org/officeDocument/2006/relationships/customXml" Target="../ink/ink61.xml"/><Relationship Id="rId132" Type="http://schemas.openxmlformats.org/officeDocument/2006/relationships/image" Target="../media/image104.png"/><Relationship Id="rId153" Type="http://schemas.openxmlformats.org/officeDocument/2006/relationships/customXml" Target="../ink/ink82.xml"/><Relationship Id="rId174" Type="http://schemas.openxmlformats.org/officeDocument/2006/relationships/image" Target="../media/image125.png"/><Relationship Id="rId179" Type="http://schemas.openxmlformats.org/officeDocument/2006/relationships/customXml" Target="../ink/ink95.xml"/><Relationship Id="rId195" Type="http://schemas.openxmlformats.org/officeDocument/2006/relationships/customXml" Target="../ink/ink103.xml"/><Relationship Id="rId209" Type="http://schemas.openxmlformats.org/officeDocument/2006/relationships/customXml" Target="../ink/ink110.xml"/><Relationship Id="rId190" Type="http://schemas.openxmlformats.org/officeDocument/2006/relationships/image" Target="../media/image133.png"/><Relationship Id="rId204" Type="http://schemas.openxmlformats.org/officeDocument/2006/relationships/image" Target="../media/image140.png"/><Relationship Id="rId15" Type="http://schemas.openxmlformats.org/officeDocument/2006/relationships/customXml" Target="../ink/ink13.xml"/><Relationship Id="rId36" Type="http://schemas.openxmlformats.org/officeDocument/2006/relationships/image" Target="../media/image56.png"/><Relationship Id="rId57" Type="http://schemas.openxmlformats.org/officeDocument/2006/relationships/customXml" Target="../ink/ink34.xml"/><Relationship Id="rId106" Type="http://schemas.openxmlformats.org/officeDocument/2006/relationships/image" Target="../media/image91.png"/><Relationship Id="rId127" Type="http://schemas.openxmlformats.org/officeDocument/2006/relationships/customXml" Target="../ink/ink69.xml"/><Relationship Id="rId10" Type="http://schemas.openxmlformats.org/officeDocument/2006/relationships/image" Target="../media/image43.png"/><Relationship Id="rId31" Type="http://schemas.openxmlformats.org/officeDocument/2006/relationships/customXml" Target="../ink/ink21.xml"/><Relationship Id="rId52" Type="http://schemas.openxmlformats.org/officeDocument/2006/relationships/image" Target="../media/image64.png"/><Relationship Id="rId73" Type="http://schemas.openxmlformats.org/officeDocument/2006/relationships/customXml" Target="../ink/ink42.xml"/><Relationship Id="rId78" Type="http://schemas.openxmlformats.org/officeDocument/2006/relationships/image" Target="../media/image77.png"/><Relationship Id="rId94" Type="http://schemas.openxmlformats.org/officeDocument/2006/relationships/image" Target="../media/image85.png"/><Relationship Id="rId99" Type="http://schemas.openxmlformats.org/officeDocument/2006/relationships/customXml" Target="../ink/ink55.xml"/><Relationship Id="rId101" Type="http://schemas.openxmlformats.org/officeDocument/2006/relationships/customXml" Target="../ink/ink56.xml"/><Relationship Id="rId122" Type="http://schemas.openxmlformats.org/officeDocument/2006/relationships/image" Target="../media/image99.png"/><Relationship Id="rId143" Type="http://schemas.openxmlformats.org/officeDocument/2006/relationships/customXml" Target="../ink/ink77.xml"/><Relationship Id="rId148" Type="http://schemas.openxmlformats.org/officeDocument/2006/relationships/image" Target="../media/image112.png"/><Relationship Id="rId164" Type="http://schemas.openxmlformats.org/officeDocument/2006/relationships/image" Target="../media/image120.png"/><Relationship Id="rId169" Type="http://schemas.openxmlformats.org/officeDocument/2006/relationships/customXml" Target="../ink/ink90.xml"/><Relationship Id="rId185" Type="http://schemas.openxmlformats.org/officeDocument/2006/relationships/customXml" Target="../ink/ink98.xml"/><Relationship Id="rId4" Type="http://schemas.openxmlformats.org/officeDocument/2006/relationships/image" Target="../media/image40.png"/><Relationship Id="rId9" Type="http://schemas.openxmlformats.org/officeDocument/2006/relationships/customXml" Target="../ink/ink10.xml"/><Relationship Id="rId180" Type="http://schemas.openxmlformats.org/officeDocument/2006/relationships/image" Target="../media/image128.png"/><Relationship Id="rId210" Type="http://schemas.openxmlformats.org/officeDocument/2006/relationships/image" Target="../media/image143.png"/><Relationship Id="rId26" Type="http://schemas.openxmlformats.org/officeDocument/2006/relationships/image" Target="../media/image51.png"/><Relationship Id="rId47" Type="http://schemas.openxmlformats.org/officeDocument/2006/relationships/customXml" Target="../ink/ink29.xml"/><Relationship Id="rId68" Type="http://schemas.openxmlformats.org/officeDocument/2006/relationships/image" Target="../media/image72.png"/><Relationship Id="rId89" Type="http://schemas.openxmlformats.org/officeDocument/2006/relationships/customXml" Target="../ink/ink50.xml"/><Relationship Id="rId112" Type="http://schemas.openxmlformats.org/officeDocument/2006/relationships/image" Target="../media/image94.png"/><Relationship Id="rId133" Type="http://schemas.openxmlformats.org/officeDocument/2006/relationships/customXml" Target="../ink/ink72.xml"/><Relationship Id="rId154" Type="http://schemas.openxmlformats.org/officeDocument/2006/relationships/image" Target="../media/image115.png"/><Relationship Id="rId175" Type="http://schemas.openxmlformats.org/officeDocument/2006/relationships/customXml" Target="../ink/ink93.xml"/><Relationship Id="rId196" Type="http://schemas.openxmlformats.org/officeDocument/2006/relationships/image" Target="../media/image136.png"/><Relationship Id="rId200" Type="http://schemas.openxmlformats.org/officeDocument/2006/relationships/image" Target="../media/image138.png"/><Relationship Id="rId16" Type="http://schemas.openxmlformats.org/officeDocument/2006/relationships/image" Target="../media/image46.png"/><Relationship Id="rId37" Type="http://schemas.openxmlformats.org/officeDocument/2006/relationships/customXml" Target="../ink/ink24.xml"/><Relationship Id="rId58" Type="http://schemas.openxmlformats.org/officeDocument/2006/relationships/image" Target="../media/image67.png"/><Relationship Id="rId79" Type="http://schemas.openxmlformats.org/officeDocument/2006/relationships/customXml" Target="../ink/ink45.xml"/><Relationship Id="rId102" Type="http://schemas.openxmlformats.org/officeDocument/2006/relationships/image" Target="../media/image89.png"/><Relationship Id="rId123" Type="http://schemas.openxmlformats.org/officeDocument/2006/relationships/customXml" Target="../ink/ink67.xml"/><Relationship Id="rId144" Type="http://schemas.openxmlformats.org/officeDocument/2006/relationships/image" Target="../media/image110.png"/><Relationship Id="rId90" Type="http://schemas.openxmlformats.org/officeDocument/2006/relationships/image" Target="../media/image83.png"/><Relationship Id="rId165" Type="http://schemas.openxmlformats.org/officeDocument/2006/relationships/customXml" Target="../ink/ink88.xml"/><Relationship Id="rId186" Type="http://schemas.openxmlformats.org/officeDocument/2006/relationships/image" Target="../media/image131.png"/><Relationship Id="rId211" Type="http://schemas.openxmlformats.org/officeDocument/2006/relationships/customXml" Target="../ink/ink111.xml"/><Relationship Id="rId27" Type="http://schemas.openxmlformats.org/officeDocument/2006/relationships/customXml" Target="../ink/ink19.xml"/><Relationship Id="rId48" Type="http://schemas.openxmlformats.org/officeDocument/2006/relationships/image" Target="../media/image62.png"/><Relationship Id="rId69" Type="http://schemas.openxmlformats.org/officeDocument/2006/relationships/customXml" Target="../ink/ink40.xml"/><Relationship Id="rId113" Type="http://schemas.openxmlformats.org/officeDocument/2006/relationships/customXml" Target="../ink/ink62.xml"/><Relationship Id="rId134" Type="http://schemas.openxmlformats.org/officeDocument/2006/relationships/image" Target="../media/image105.png"/><Relationship Id="rId80" Type="http://schemas.openxmlformats.org/officeDocument/2006/relationships/image" Target="../media/image78.png"/><Relationship Id="rId155" Type="http://schemas.openxmlformats.org/officeDocument/2006/relationships/customXml" Target="../ink/ink83.xml"/><Relationship Id="rId176" Type="http://schemas.openxmlformats.org/officeDocument/2006/relationships/image" Target="../media/image126.png"/><Relationship Id="rId197" Type="http://schemas.openxmlformats.org/officeDocument/2006/relationships/customXml" Target="../ink/ink104.xml"/><Relationship Id="rId201" Type="http://schemas.openxmlformats.org/officeDocument/2006/relationships/customXml" Target="../ink/ink106.xml"/><Relationship Id="rId17" Type="http://schemas.openxmlformats.org/officeDocument/2006/relationships/customXml" Target="../ink/ink14.xml"/><Relationship Id="rId38" Type="http://schemas.openxmlformats.org/officeDocument/2006/relationships/image" Target="../media/image57.png"/><Relationship Id="rId59" Type="http://schemas.openxmlformats.org/officeDocument/2006/relationships/customXml" Target="../ink/ink35.xml"/><Relationship Id="rId103" Type="http://schemas.openxmlformats.org/officeDocument/2006/relationships/customXml" Target="../ink/ink57.xml"/><Relationship Id="rId124" Type="http://schemas.openxmlformats.org/officeDocument/2006/relationships/image" Target="../media/image100.png"/><Relationship Id="rId70" Type="http://schemas.openxmlformats.org/officeDocument/2006/relationships/image" Target="../media/image73.png"/><Relationship Id="rId91" Type="http://schemas.openxmlformats.org/officeDocument/2006/relationships/customXml" Target="../ink/ink51.xml"/><Relationship Id="rId145" Type="http://schemas.openxmlformats.org/officeDocument/2006/relationships/customXml" Target="../ink/ink78.xml"/><Relationship Id="rId166" Type="http://schemas.openxmlformats.org/officeDocument/2006/relationships/image" Target="../media/image121.png"/><Relationship Id="rId187" Type="http://schemas.openxmlformats.org/officeDocument/2006/relationships/customXml" Target="../ink/ink99.xml"/><Relationship Id="rId1" Type="http://schemas.openxmlformats.org/officeDocument/2006/relationships/slideLayout" Target="../slideLayouts/slideLayout2.xml"/><Relationship Id="rId212" Type="http://schemas.openxmlformats.org/officeDocument/2006/relationships/customXml" Target="../ink/ink112.xml"/><Relationship Id="rId28" Type="http://schemas.openxmlformats.org/officeDocument/2006/relationships/image" Target="../media/image52.png"/><Relationship Id="rId49" Type="http://schemas.openxmlformats.org/officeDocument/2006/relationships/customXml" Target="../ink/ink30.xml"/><Relationship Id="rId114" Type="http://schemas.openxmlformats.org/officeDocument/2006/relationships/image" Target="../media/image95.png"/><Relationship Id="rId60" Type="http://schemas.openxmlformats.org/officeDocument/2006/relationships/image" Target="../media/image68.png"/><Relationship Id="rId81" Type="http://schemas.openxmlformats.org/officeDocument/2006/relationships/customXml" Target="../ink/ink46.xml"/><Relationship Id="rId135" Type="http://schemas.openxmlformats.org/officeDocument/2006/relationships/customXml" Target="../ink/ink73.xml"/><Relationship Id="rId156" Type="http://schemas.openxmlformats.org/officeDocument/2006/relationships/image" Target="../media/image116.png"/><Relationship Id="rId177" Type="http://schemas.openxmlformats.org/officeDocument/2006/relationships/customXml" Target="../ink/ink94.xml"/><Relationship Id="rId198" Type="http://schemas.openxmlformats.org/officeDocument/2006/relationships/image" Target="../media/image137.png"/><Relationship Id="rId202" Type="http://schemas.openxmlformats.org/officeDocument/2006/relationships/image" Target="../media/image139.png"/><Relationship Id="rId18" Type="http://schemas.openxmlformats.org/officeDocument/2006/relationships/image" Target="../media/image47.png"/><Relationship Id="rId39" Type="http://schemas.openxmlformats.org/officeDocument/2006/relationships/customXml" Target="../ink/ink25.xml"/><Relationship Id="rId50" Type="http://schemas.openxmlformats.org/officeDocument/2006/relationships/image" Target="../media/image63.png"/><Relationship Id="rId104" Type="http://schemas.openxmlformats.org/officeDocument/2006/relationships/image" Target="../media/image90.png"/><Relationship Id="rId125" Type="http://schemas.openxmlformats.org/officeDocument/2006/relationships/customXml" Target="../ink/ink68.xml"/><Relationship Id="rId146" Type="http://schemas.openxmlformats.org/officeDocument/2006/relationships/image" Target="../media/image111.png"/><Relationship Id="rId167" Type="http://schemas.openxmlformats.org/officeDocument/2006/relationships/customXml" Target="../ink/ink89.xml"/><Relationship Id="rId188" Type="http://schemas.openxmlformats.org/officeDocument/2006/relationships/image" Target="../media/image132.png"/><Relationship Id="rId71" Type="http://schemas.openxmlformats.org/officeDocument/2006/relationships/customXml" Target="../ink/ink41.xml"/><Relationship Id="rId92" Type="http://schemas.openxmlformats.org/officeDocument/2006/relationships/image" Target="../media/image84.png"/><Relationship Id="rId2" Type="http://schemas.openxmlformats.org/officeDocument/2006/relationships/image" Target="../media/image38.png"/><Relationship Id="rId29" Type="http://schemas.openxmlformats.org/officeDocument/2006/relationships/customXml" Target="../ink/ink20.xml"/><Relationship Id="rId40" Type="http://schemas.openxmlformats.org/officeDocument/2006/relationships/image" Target="../media/image58.png"/><Relationship Id="rId115" Type="http://schemas.openxmlformats.org/officeDocument/2006/relationships/customXml" Target="../ink/ink63.xml"/><Relationship Id="rId136" Type="http://schemas.openxmlformats.org/officeDocument/2006/relationships/image" Target="../media/image106.png"/><Relationship Id="rId157" Type="http://schemas.openxmlformats.org/officeDocument/2006/relationships/customXml" Target="../ink/ink84.xml"/><Relationship Id="rId178" Type="http://schemas.openxmlformats.org/officeDocument/2006/relationships/image" Target="../media/image1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592CC-1E75-4167-8EFB-620C12B15322}"/>
              </a:ext>
            </a:extLst>
          </p:cNvPr>
          <p:cNvSpPr>
            <a:spLocks noGrp="1"/>
          </p:cNvSpPr>
          <p:nvPr>
            <p:ph type="ctrTitle"/>
          </p:nvPr>
        </p:nvSpPr>
        <p:spPr>
          <a:xfrm>
            <a:off x="1045827" y="1608924"/>
            <a:ext cx="9144000" cy="2387600"/>
          </a:xfrm>
        </p:spPr>
        <p:txBody>
          <a:bodyPr/>
          <a:lstStyle/>
          <a:p>
            <a:r>
              <a:rPr lang="en-US" altLang="zh-CN" dirty="0"/>
              <a:t>Tutorial 4 -  Supplements for Lecture 4 notes</a:t>
            </a:r>
            <a:endParaRPr lang="en-US" dirty="0"/>
          </a:p>
        </p:txBody>
      </p:sp>
    </p:spTree>
    <p:extLst>
      <p:ext uri="{BB962C8B-B14F-4D97-AF65-F5344CB8AC3E}">
        <p14:creationId xmlns:p14="http://schemas.microsoft.com/office/powerpoint/2010/main" val="12061703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974C921-8720-497A-9206-E6CF7634F45B}"/>
                  </a:ext>
                </a:extLst>
              </p:cNvPr>
              <p:cNvSpPr>
                <a:spLocks noGrp="1"/>
              </p:cNvSpPr>
              <p:nvPr>
                <p:ph type="title"/>
              </p:nvPr>
            </p:nvSpPr>
            <p:spPr>
              <a:xfrm>
                <a:off x="393583" y="172179"/>
                <a:ext cx="10515600" cy="775778"/>
              </a:xfrm>
            </p:spPr>
            <p:txBody>
              <a:bodyPr/>
              <a:lstStyle/>
              <a:p>
                <a:r>
                  <a:rPr lang="en-US" dirty="0"/>
                  <a:t>Example: The Operation of </a:t>
                </a:r>
                <a14:m>
                  <m:oMath xmlns:m="http://schemas.openxmlformats.org/officeDocument/2006/math">
                    <m:r>
                      <a:rPr lang="en-US" i="1" dirty="0" smtClean="0">
                        <a:latin typeface="Cambria Math" panose="02040503050406030204" pitchFamily="18" charset="0"/>
                      </a:rPr>
                      <m:t>𝑃𝑎𝑟𝑡𝑖𝑡𝑖𝑜𝑛</m:t>
                    </m:r>
                    <m:r>
                      <a:rPr lang="en-US" i="1" dirty="0" smtClean="0">
                        <a:latin typeface="Cambria Math" panose="02040503050406030204" pitchFamily="18" charset="0"/>
                      </a:rPr>
                      <m:t>(</m:t>
                    </m:r>
                    <m:r>
                      <a:rPr lang="en-US" i="1" dirty="0" err="1" smtClean="0">
                        <a:latin typeface="Cambria Math" panose="02040503050406030204" pitchFamily="18" charset="0"/>
                      </a:rPr>
                      <m:t>𝐴</m:t>
                    </m:r>
                    <m:r>
                      <a:rPr lang="en-US" i="1" dirty="0" err="1" smtClean="0">
                        <a:latin typeface="Cambria Math" panose="02040503050406030204" pitchFamily="18" charset="0"/>
                      </a:rPr>
                      <m:t>, </m:t>
                    </m:r>
                    <m:r>
                      <a:rPr lang="en-US" i="1" dirty="0" err="1" smtClean="0">
                        <a:latin typeface="Cambria Math" panose="02040503050406030204" pitchFamily="18" charset="0"/>
                      </a:rPr>
                      <m:t>𝑝</m:t>
                    </m:r>
                    <m:r>
                      <a:rPr lang="en-US" i="1" dirty="0" err="1" smtClean="0">
                        <a:latin typeface="Cambria Math" panose="02040503050406030204" pitchFamily="18" charset="0"/>
                      </a:rPr>
                      <m:t>, </m:t>
                    </m:r>
                    <m:r>
                      <a:rPr lang="en-US" i="1" dirty="0" err="1" smtClean="0">
                        <a:latin typeface="Cambria Math" panose="02040503050406030204" pitchFamily="18" charset="0"/>
                      </a:rPr>
                      <m:t>𝑟</m:t>
                    </m:r>
                    <m:r>
                      <a:rPr lang="en-US" i="1" dirty="0" smtClean="0">
                        <a:latin typeface="Cambria Math" panose="02040503050406030204" pitchFamily="18" charset="0"/>
                      </a:rPr>
                      <m:t>)</m:t>
                    </m:r>
                  </m:oMath>
                </a14:m>
                <a:endParaRPr lang="en-US" dirty="0"/>
              </a:p>
            </p:txBody>
          </p:sp>
        </mc:Choice>
        <mc:Fallback xmlns="">
          <p:sp>
            <p:nvSpPr>
              <p:cNvPr id="2" name="Title 1">
                <a:extLst>
                  <a:ext uri="{FF2B5EF4-FFF2-40B4-BE49-F238E27FC236}">
                    <a16:creationId xmlns:a16="http://schemas.microsoft.com/office/drawing/2014/main" id="{D974C921-8720-497A-9206-E6CF7634F45B}"/>
                  </a:ext>
                </a:extLst>
              </p:cNvPr>
              <p:cNvSpPr>
                <a:spLocks noGrp="1" noRot="1" noChangeAspect="1" noMove="1" noResize="1" noEditPoints="1" noAdjustHandles="1" noChangeArrowheads="1" noChangeShapeType="1" noTextEdit="1"/>
              </p:cNvSpPr>
              <p:nvPr>
                <p:ph type="title"/>
              </p:nvPr>
            </p:nvSpPr>
            <p:spPr>
              <a:xfrm>
                <a:off x="393583" y="172179"/>
                <a:ext cx="10515600" cy="775778"/>
              </a:xfrm>
              <a:blipFill>
                <a:blip r:embed="rId2"/>
                <a:stretch>
                  <a:fillRect l="-2377" t="-19531" b="-32031"/>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8214D54B-B577-4620-869E-3933ACE9E549}"/>
              </a:ext>
            </a:extLst>
          </p:cNvPr>
          <p:cNvPicPr>
            <a:picLocks noChangeAspect="1"/>
          </p:cNvPicPr>
          <p:nvPr/>
        </p:nvPicPr>
        <p:blipFill>
          <a:blip r:embed="rId3"/>
          <a:stretch>
            <a:fillRect/>
          </a:stretch>
        </p:blipFill>
        <p:spPr>
          <a:xfrm>
            <a:off x="3811492" y="746727"/>
            <a:ext cx="3426466" cy="5729370"/>
          </a:xfrm>
          <a:prstGeom prst="rect">
            <a:avLst/>
          </a:prstGeom>
        </p:spPr>
      </p:pic>
      <p:pic>
        <p:nvPicPr>
          <p:cNvPr id="9" name="Picture 8">
            <a:extLst>
              <a:ext uri="{FF2B5EF4-FFF2-40B4-BE49-F238E27FC236}">
                <a16:creationId xmlns:a16="http://schemas.microsoft.com/office/drawing/2014/main" id="{098030AD-94C9-4C9B-964B-E84E231F250A}"/>
              </a:ext>
            </a:extLst>
          </p:cNvPr>
          <p:cNvPicPr>
            <a:picLocks noChangeAspect="1"/>
          </p:cNvPicPr>
          <p:nvPr/>
        </p:nvPicPr>
        <p:blipFill>
          <a:blip r:embed="rId4"/>
          <a:stretch>
            <a:fillRect/>
          </a:stretch>
        </p:blipFill>
        <p:spPr>
          <a:xfrm>
            <a:off x="190601" y="947957"/>
            <a:ext cx="3527226" cy="3446450"/>
          </a:xfrm>
          <a:prstGeom prst="rect">
            <a:avLst/>
          </a:prstGeom>
          <a:ln>
            <a:solidFill>
              <a:srgbClr val="0070C0"/>
            </a:solidFill>
          </a:ln>
        </p:spPr>
      </p:pic>
      <mc:AlternateContent xmlns:mc="http://schemas.openxmlformats.org/markup-compatibility/2006" xmlns:p14="http://schemas.microsoft.com/office/powerpoint/2010/main">
        <mc:Choice Requires="p14">
          <p:contentPart p14:bwMode="auto" r:id="rId5">
            <p14:nvContentPartPr>
              <p14:cNvPr id="10" name="Ink 9">
                <a:extLst>
                  <a:ext uri="{FF2B5EF4-FFF2-40B4-BE49-F238E27FC236}">
                    <a16:creationId xmlns:a16="http://schemas.microsoft.com/office/drawing/2014/main" id="{1471A389-82EA-450B-93C7-C6EA0F7C80DA}"/>
                  </a:ext>
                </a:extLst>
              </p14:cNvPr>
              <p14:cNvContentPartPr/>
              <p14:nvPr/>
            </p14:nvContentPartPr>
            <p14:xfrm>
              <a:off x="7197160" y="3061387"/>
              <a:ext cx="360" cy="360"/>
            </p14:xfrm>
          </p:contentPart>
        </mc:Choice>
        <mc:Fallback xmlns="">
          <p:pic>
            <p:nvPicPr>
              <p:cNvPr id="10" name="Ink 9">
                <a:extLst>
                  <a:ext uri="{FF2B5EF4-FFF2-40B4-BE49-F238E27FC236}">
                    <a16:creationId xmlns:a16="http://schemas.microsoft.com/office/drawing/2014/main" id="{1471A389-82EA-450B-93C7-C6EA0F7C80DA}"/>
                  </a:ext>
                </a:extLst>
              </p:cNvPr>
              <p:cNvPicPr/>
              <p:nvPr/>
            </p:nvPicPr>
            <p:blipFill>
              <a:blip r:embed="rId6"/>
              <a:stretch>
                <a:fillRect/>
              </a:stretch>
            </p:blipFill>
            <p:spPr>
              <a:xfrm>
                <a:off x="7188520" y="3052747"/>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1" name="Ink 10">
                <a:extLst>
                  <a:ext uri="{FF2B5EF4-FFF2-40B4-BE49-F238E27FC236}">
                    <a16:creationId xmlns:a16="http://schemas.microsoft.com/office/drawing/2014/main" id="{DF8B6F73-3956-4452-B7B8-8C6F01CFF17A}"/>
                  </a:ext>
                </a:extLst>
              </p14:cNvPr>
              <p14:cNvContentPartPr/>
              <p14:nvPr/>
            </p14:nvContentPartPr>
            <p14:xfrm>
              <a:off x="6647080" y="2783467"/>
              <a:ext cx="861840" cy="1186560"/>
            </p14:xfrm>
          </p:contentPart>
        </mc:Choice>
        <mc:Fallback xmlns="">
          <p:pic>
            <p:nvPicPr>
              <p:cNvPr id="11" name="Ink 10">
                <a:extLst>
                  <a:ext uri="{FF2B5EF4-FFF2-40B4-BE49-F238E27FC236}">
                    <a16:creationId xmlns:a16="http://schemas.microsoft.com/office/drawing/2014/main" id="{DF8B6F73-3956-4452-B7B8-8C6F01CFF17A}"/>
                  </a:ext>
                </a:extLst>
              </p:cNvPr>
              <p:cNvPicPr/>
              <p:nvPr/>
            </p:nvPicPr>
            <p:blipFill>
              <a:blip r:embed="rId8"/>
              <a:stretch>
                <a:fillRect/>
              </a:stretch>
            </p:blipFill>
            <p:spPr>
              <a:xfrm>
                <a:off x="6638440" y="2774467"/>
                <a:ext cx="879480" cy="12042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2" name="Ink 11">
                <a:extLst>
                  <a:ext uri="{FF2B5EF4-FFF2-40B4-BE49-F238E27FC236}">
                    <a16:creationId xmlns:a16="http://schemas.microsoft.com/office/drawing/2014/main" id="{2A3579A7-023D-43A9-B67E-CF81BA9120CE}"/>
                  </a:ext>
                </a:extLst>
              </p14:cNvPr>
              <p14:cNvContentPartPr/>
              <p14:nvPr/>
            </p14:nvContentPartPr>
            <p14:xfrm>
              <a:off x="6660400" y="3807667"/>
              <a:ext cx="155160" cy="124560"/>
            </p14:xfrm>
          </p:contentPart>
        </mc:Choice>
        <mc:Fallback xmlns="">
          <p:pic>
            <p:nvPicPr>
              <p:cNvPr id="12" name="Ink 11">
                <a:extLst>
                  <a:ext uri="{FF2B5EF4-FFF2-40B4-BE49-F238E27FC236}">
                    <a16:creationId xmlns:a16="http://schemas.microsoft.com/office/drawing/2014/main" id="{2A3579A7-023D-43A9-B67E-CF81BA9120CE}"/>
                  </a:ext>
                </a:extLst>
              </p:cNvPr>
              <p:cNvPicPr/>
              <p:nvPr/>
            </p:nvPicPr>
            <p:blipFill>
              <a:blip r:embed="rId10"/>
              <a:stretch>
                <a:fillRect/>
              </a:stretch>
            </p:blipFill>
            <p:spPr>
              <a:xfrm>
                <a:off x="6651760" y="3798667"/>
                <a:ext cx="17280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3" name="Ink 12">
                <a:extLst>
                  <a:ext uri="{FF2B5EF4-FFF2-40B4-BE49-F238E27FC236}">
                    <a16:creationId xmlns:a16="http://schemas.microsoft.com/office/drawing/2014/main" id="{8EFA2ECD-B5A7-450E-B1C6-910F3C3C0D35}"/>
                  </a:ext>
                </a:extLst>
              </p14:cNvPr>
              <p14:cNvContentPartPr/>
              <p14:nvPr/>
            </p14:nvContentPartPr>
            <p14:xfrm>
              <a:off x="6676960" y="3794707"/>
              <a:ext cx="120600" cy="104400"/>
            </p14:xfrm>
          </p:contentPart>
        </mc:Choice>
        <mc:Fallback xmlns="">
          <p:pic>
            <p:nvPicPr>
              <p:cNvPr id="13" name="Ink 12">
                <a:extLst>
                  <a:ext uri="{FF2B5EF4-FFF2-40B4-BE49-F238E27FC236}">
                    <a16:creationId xmlns:a16="http://schemas.microsoft.com/office/drawing/2014/main" id="{8EFA2ECD-B5A7-450E-B1C6-910F3C3C0D35}"/>
                  </a:ext>
                </a:extLst>
              </p:cNvPr>
              <p:cNvPicPr/>
              <p:nvPr/>
            </p:nvPicPr>
            <p:blipFill>
              <a:blip r:embed="rId12"/>
              <a:stretch>
                <a:fillRect/>
              </a:stretch>
            </p:blipFill>
            <p:spPr>
              <a:xfrm>
                <a:off x="6668320" y="3786067"/>
                <a:ext cx="138240" cy="1220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4" name="Ink 13">
                <a:extLst>
                  <a:ext uri="{FF2B5EF4-FFF2-40B4-BE49-F238E27FC236}">
                    <a16:creationId xmlns:a16="http://schemas.microsoft.com/office/drawing/2014/main" id="{E5264210-4EB2-4E36-A6BD-3E5C3F63B424}"/>
                  </a:ext>
                </a:extLst>
              </p14:cNvPr>
              <p14:cNvContentPartPr/>
              <p14:nvPr/>
            </p14:nvContentPartPr>
            <p14:xfrm>
              <a:off x="6733840" y="2919187"/>
              <a:ext cx="28080" cy="38880"/>
            </p14:xfrm>
          </p:contentPart>
        </mc:Choice>
        <mc:Fallback xmlns="">
          <p:pic>
            <p:nvPicPr>
              <p:cNvPr id="14" name="Ink 13">
                <a:extLst>
                  <a:ext uri="{FF2B5EF4-FFF2-40B4-BE49-F238E27FC236}">
                    <a16:creationId xmlns:a16="http://schemas.microsoft.com/office/drawing/2014/main" id="{E5264210-4EB2-4E36-A6BD-3E5C3F63B424}"/>
                  </a:ext>
                </a:extLst>
              </p:cNvPr>
              <p:cNvPicPr/>
              <p:nvPr/>
            </p:nvPicPr>
            <p:blipFill>
              <a:blip r:embed="rId14"/>
              <a:stretch>
                <a:fillRect/>
              </a:stretch>
            </p:blipFill>
            <p:spPr>
              <a:xfrm>
                <a:off x="6724840" y="2910187"/>
                <a:ext cx="45720" cy="56520"/>
              </a:xfrm>
              <a:prstGeom prst="rect">
                <a:avLst/>
              </a:prstGeom>
            </p:spPr>
          </p:pic>
        </mc:Fallback>
      </mc:AlternateContent>
      <p:sp>
        <p:nvSpPr>
          <p:cNvPr id="15" name="TextBox 14">
            <a:extLst>
              <a:ext uri="{FF2B5EF4-FFF2-40B4-BE49-F238E27FC236}">
                <a16:creationId xmlns:a16="http://schemas.microsoft.com/office/drawing/2014/main" id="{7F171A1A-51E7-4080-A25E-B603682AE797}"/>
              </a:ext>
            </a:extLst>
          </p:cNvPr>
          <p:cNvSpPr txBox="1"/>
          <p:nvPr/>
        </p:nvSpPr>
        <p:spPr>
          <a:xfrm>
            <a:off x="7562749" y="3158029"/>
            <a:ext cx="3540156" cy="369332"/>
          </a:xfrm>
          <a:prstGeom prst="rect">
            <a:avLst/>
          </a:prstGeom>
          <a:noFill/>
        </p:spPr>
        <p:txBody>
          <a:bodyPr wrap="square" rtlCol="0">
            <a:spAutoFit/>
          </a:bodyPr>
          <a:lstStyle/>
          <a:p>
            <a:r>
              <a:rPr lang="en-US" dirty="0">
                <a:solidFill>
                  <a:srgbClr val="00B050"/>
                </a:solidFill>
              </a:rPr>
              <a:t>The detailed intermediate steps?</a:t>
            </a:r>
          </a:p>
        </p:txBody>
      </p:sp>
    </p:spTree>
    <p:extLst>
      <p:ext uri="{BB962C8B-B14F-4D97-AF65-F5344CB8AC3E}">
        <p14:creationId xmlns:p14="http://schemas.microsoft.com/office/powerpoint/2010/main" val="27973503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974C921-8720-497A-9206-E6CF7634F45B}"/>
                  </a:ext>
                </a:extLst>
              </p:cNvPr>
              <p:cNvSpPr>
                <a:spLocks noGrp="1"/>
              </p:cNvSpPr>
              <p:nvPr>
                <p:ph type="title"/>
              </p:nvPr>
            </p:nvSpPr>
            <p:spPr>
              <a:xfrm>
                <a:off x="393583" y="172179"/>
                <a:ext cx="10515600" cy="775778"/>
              </a:xfrm>
            </p:spPr>
            <p:txBody>
              <a:bodyPr/>
              <a:lstStyle/>
              <a:p>
                <a:r>
                  <a:rPr lang="en-US" dirty="0"/>
                  <a:t>Example: The Operation of </a:t>
                </a:r>
                <a14:m>
                  <m:oMath xmlns:m="http://schemas.openxmlformats.org/officeDocument/2006/math">
                    <m:r>
                      <a:rPr lang="en-US" i="1" dirty="0" smtClean="0">
                        <a:latin typeface="Cambria Math" panose="02040503050406030204" pitchFamily="18" charset="0"/>
                      </a:rPr>
                      <m:t>𝑃𝑎𝑟𝑡𝑖𝑡𝑖𝑜𝑛</m:t>
                    </m:r>
                    <m:r>
                      <a:rPr lang="en-US" i="1" dirty="0" smtClean="0">
                        <a:latin typeface="Cambria Math" panose="02040503050406030204" pitchFamily="18" charset="0"/>
                      </a:rPr>
                      <m:t>(</m:t>
                    </m:r>
                    <m:r>
                      <a:rPr lang="en-US" i="1" dirty="0" err="1" smtClean="0">
                        <a:latin typeface="Cambria Math" panose="02040503050406030204" pitchFamily="18" charset="0"/>
                      </a:rPr>
                      <m:t>𝐴</m:t>
                    </m:r>
                    <m:r>
                      <a:rPr lang="en-US" i="1" dirty="0" err="1" smtClean="0">
                        <a:latin typeface="Cambria Math" panose="02040503050406030204" pitchFamily="18" charset="0"/>
                      </a:rPr>
                      <m:t>, </m:t>
                    </m:r>
                    <m:r>
                      <a:rPr lang="en-US" i="1" dirty="0" err="1" smtClean="0">
                        <a:latin typeface="Cambria Math" panose="02040503050406030204" pitchFamily="18" charset="0"/>
                      </a:rPr>
                      <m:t>𝑝</m:t>
                    </m:r>
                    <m:r>
                      <a:rPr lang="en-US" i="1" dirty="0" err="1" smtClean="0">
                        <a:latin typeface="Cambria Math" panose="02040503050406030204" pitchFamily="18" charset="0"/>
                      </a:rPr>
                      <m:t>, </m:t>
                    </m:r>
                    <m:r>
                      <a:rPr lang="en-US" i="1" dirty="0" err="1" smtClean="0">
                        <a:latin typeface="Cambria Math" panose="02040503050406030204" pitchFamily="18" charset="0"/>
                      </a:rPr>
                      <m:t>𝑟</m:t>
                    </m:r>
                    <m:r>
                      <a:rPr lang="en-US" i="1" dirty="0" smtClean="0">
                        <a:latin typeface="Cambria Math" panose="02040503050406030204" pitchFamily="18" charset="0"/>
                      </a:rPr>
                      <m:t>)</m:t>
                    </m:r>
                  </m:oMath>
                </a14:m>
                <a:endParaRPr lang="en-US" dirty="0"/>
              </a:p>
            </p:txBody>
          </p:sp>
        </mc:Choice>
        <mc:Fallback xmlns="">
          <p:sp>
            <p:nvSpPr>
              <p:cNvPr id="2" name="Title 1">
                <a:extLst>
                  <a:ext uri="{FF2B5EF4-FFF2-40B4-BE49-F238E27FC236}">
                    <a16:creationId xmlns:a16="http://schemas.microsoft.com/office/drawing/2014/main" id="{D974C921-8720-497A-9206-E6CF7634F45B}"/>
                  </a:ext>
                </a:extLst>
              </p:cNvPr>
              <p:cNvSpPr>
                <a:spLocks noGrp="1" noRot="1" noChangeAspect="1" noMove="1" noResize="1" noEditPoints="1" noAdjustHandles="1" noChangeArrowheads="1" noChangeShapeType="1" noTextEdit="1"/>
              </p:cNvSpPr>
              <p:nvPr>
                <p:ph type="title"/>
              </p:nvPr>
            </p:nvSpPr>
            <p:spPr>
              <a:xfrm>
                <a:off x="393583" y="172179"/>
                <a:ext cx="10515600" cy="775778"/>
              </a:xfrm>
              <a:blipFill>
                <a:blip r:embed="rId2"/>
                <a:stretch>
                  <a:fillRect l="-2377" t="-19531" b="-32031"/>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8214D54B-B577-4620-869E-3933ACE9E549}"/>
              </a:ext>
            </a:extLst>
          </p:cNvPr>
          <p:cNvPicPr>
            <a:picLocks noChangeAspect="1"/>
          </p:cNvPicPr>
          <p:nvPr/>
        </p:nvPicPr>
        <p:blipFill>
          <a:blip r:embed="rId3"/>
          <a:stretch>
            <a:fillRect/>
          </a:stretch>
        </p:blipFill>
        <p:spPr>
          <a:xfrm>
            <a:off x="3383207" y="1080307"/>
            <a:ext cx="3010172" cy="5033288"/>
          </a:xfrm>
          <a:prstGeom prst="rect">
            <a:avLst/>
          </a:prstGeom>
        </p:spPr>
      </p:pic>
      <p:pic>
        <p:nvPicPr>
          <p:cNvPr id="9" name="Picture 8">
            <a:extLst>
              <a:ext uri="{FF2B5EF4-FFF2-40B4-BE49-F238E27FC236}">
                <a16:creationId xmlns:a16="http://schemas.microsoft.com/office/drawing/2014/main" id="{098030AD-94C9-4C9B-964B-E84E231F250A}"/>
              </a:ext>
            </a:extLst>
          </p:cNvPr>
          <p:cNvPicPr>
            <a:picLocks noChangeAspect="1"/>
          </p:cNvPicPr>
          <p:nvPr/>
        </p:nvPicPr>
        <p:blipFill>
          <a:blip r:embed="rId4"/>
          <a:stretch>
            <a:fillRect/>
          </a:stretch>
        </p:blipFill>
        <p:spPr>
          <a:xfrm>
            <a:off x="393583" y="1256370"/>
            <a:ext cx="3098690" cy="3027728"/>
          </a:xfrm>
          <a:prstGeom prst="rect">
            <a:avLst/>
          </a:prstGeom>
          <a:ln>
            <a:solidFill>
              <a:srgbClr val="0070C0"/>
            </a:solidFill>
          </a:ln>
        </p:spPr>
      </p:pic>
      <p:sp>
        <p:nvSpPr>
          <p:cNvPr id="16" name="Rectangle 15">
            <a:extLst>
              <a:ext uri="{FF2B5EF4-FFF2-40B4-BE49-F238E27FC236}">
                <a16:creationId xmlns:a16="http://schemas.microsoft.com/office/drawing/2014/main" id="{B3AA6F74-3469-4468-9315-82A878456B35}"/>
              </a:ext>
            </a:extLst>
          </p:cNvPr>
          <p:cNvSpPr/>
          <p:nvPr/>
        </p:nvSpPr>
        <p:spPr>
          <a:xfrm>
            <a:off x="439486" y="2114929"/>
            <a:ext cx="3027620" cy="1569763"/>
          </a:xfrm>
          <a:prstGeom prst="rect">
            <a:avLst/>
          </a:prstGeom>
          <a:solidFill>
            <a:schemeClr val="accent4">
              <a:alpha val="50000"/>
            </a:schemeClr>
          </a:solidFill>
          <a:ln>
            <a:solidFill>
              <a:schemeClr val="accent4">
                <a:lumMod val="40000"/>
                <a:lumOff val="60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highlight>
                <a:srgbClr val="FFFF00"/>
              </a:highlight>
            </a:endParaRPr>
          </a:p>
        </p:txBody>
      </p:sp>
      <mc:AlternateContent xmlns:mc="http://schemas.openxmlformats.org/markup-compatibility/2006" xmlns:p14="http://schemas.microsoft.com/office/powerpoint/2010/main">
        <mc:Choice Requires="p14">
          <p:contentPart p14:bwMode="auto" r:id="rId5">
            <p14:nvContentPartPr>
              <p14:cNvPr id="17" name="Ink 16">
                <a:extLst>
                  <a:ext uri="{FF2B5EF4-FFF2-40B4-BE49-F238E27FC236}">
                    <a16:creationId xmlns:a16="http://schemas.microsoft.com/office/drawing/2014/main" id="{D656CAB2-3E8D-4207-95CF-386BA8A24AFB}"/>
                  </a:ext>
                </a:extLst>
              </p14:cNvPr>
              <p14:cNvContentPartPr/>
              <p14:nvPr/>
            </p14:nvContentPartPr>
            <p14:xfrm>
              <a:off x="5844334" y="3113441"/>
              <a:ext cx="331243" cy="550570"/>
            </p14:xfrm>
          </p:contentPart>
        </mc:Choice>
        <mc:Fallback xmlns="">
          <p:pic>
            <p:nvPicPr>
              <p:cNvPr id="17" name="Ink 16">
                <a:extLst>
                  <a:ext uri="{FF2B5EF4-FFF2-40B4-BE49-F238E27FC236}">
                    <a16:creationId xmlns:a16="http://schemas.microsoft.com/office/drawing/2014/main" id="{D656CAB2-3E8D-4207-95CF-386BA8A24AFB}"/>
                  </a:ext>
                </a:extLst>
              </p:cNvPr>
              <p:cNvPicPr/>
              <p:nvPr/>
            </p:nvPicPr>
            <p:blipFill>
              <a:blip r:embed="rId6"/>
              <a:stretch>
                <a:fillRect/>
              </a:stretch>
            </p:blipFill>
            <p:spPr>
              <a:xfrm>
                <a:off x="5835343" y="3104445"/>
                <a:ext cx="348866" cy="568203"/>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8" name="Ink 17">
                <a:extLst>
                  <a:ext uri="{FF2B5EF4-FFF2-40B4-BE49-F238E27FC236}">
                    <a16:creationId xmlns:a16="http://schemas.microsoft.com/office/drawing/2014/main" id="{D329B35A-536E-4200-91BD-84FFA8ABB75A}"/>
                  </a:ext>
                </a:extLst>
              </p14:cNvPr>
              <p14:cNvContentPartPr/>
              <p14:nvPr/>
            </p14:nvContentPartPr>
            <p14:xfrm>
              <a:off x="5844334" y="3583004"/>
              <a:ext cx="93577" cy="81007"/>
            </p14:xfrm>
          </p:contentPart>
        </mc:Choice>
        <mc:Fallback xmlns="">
          <p:pic>
            <p:nvPicPr>
              <p:cNvPr id="18" name="Ink 17">
                <a:extLst>
                  <a:ext uri="{FF2B5EF4-FFF2-40B4-BE49-F238E27FC236}">
                    <a16:creationId xmlns:a16="http://schemas.microsoft.com/office/drawing/2014/main" id="{D329B35A-536E-4200-91BD-84FFA8ABB75A}"/>
                  </a:ext>
                </a:extLst>
              </p:cNvPr>
              <p:cNvPicPr/>
              <p:nvPr/>
            </p:nvPicPr>
            <p:blipFill>
              <a:blip r:embed="rId8"/>
              <a:stretch>
                <a:fillRect/>
              </a:stretch>
            </p:blipFill>
            <p:spPr>
              <a:xfrm>
                <a:off x="5835336" y="3574363"/>
                <a:ext cx="111213" cy="98649"/>
              </a:xfrm>
              <a:prstGeom prst="rect">
                <a:avLst/>
              </a:prstGeom>
            </p:spPr>
          </p:pic>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8649C63-3D00-43E6-B829-79019286D172}"/>
                  </a:ext>
                </a:extLst>
              </p:cNvPr>
              <p:cNvSpPr txBox="1"/>
              <p:nvPr/>
            </p:nvSpPr>
            <p:spPr>
              <a:xfrm>
                <a:off x="6393380" y="1365426"/>
                <a:ext cx="5805494" cy="738664"/>
              </a:xfrm>
              <a:prstGeom prst="rect">
                <a:avLst/>
              </a:prstGeom>
              <a:noFill/>
            </p:spPr>
            <p:txBody>
              <a:bodyPr wrap="square" rtlCol="0">
                <a:spAutoFit/>
              </a:bodyPr>
              <a:lstStyle/>
              <a:p>
                <a:r>
                  <a:rPr lang="en-US" sz="1400" dirty="0">
                    <a:solidFill>
                      <a:srgbClr val="009644"/>
                    </a:solidFill>
                  </a:rPr>
                  <a:t>At First, </a:t>
                </a:r>
                <a14:m>
                  <m:oMath xmlns:m="http://schemas.openxmlformats.org/officeDocument/2006/math">
                    <m:r>
                      <a:rPr lang="en-US" sz="1400" b="0" i="1" smtClean="0">
                        <a:solidFill>
                          <a:srgbClr val="009644"/>
                        </a:solidFill>
                        <a:latin typeface="Cambria Math" panose="02040503050406030204" pitchFamily="18" charset="0"/>
                      </a:rPr>
                      <m:t>𝑝</m:t>
                    </m:r>
                    <m:r>
                      <a:rPr lang="en-US" sz="1400" b="0" i="1" smtClean="0">
                        <a:solidFill>
                          <a:srgbClr val="009644"/>
                        </a:solidFill>
                        <a:latin typeface="Cambria Math" panose="02040503050406030204" pitchFamily="18" charset="0"/>
                      </a:rPr>
                      <m:t>=</m:t>
                    </m:r>
                    <m:r>
                      <a:rPr lang="en-US" sz="1400" b="0" i="1" smtClean="0">
                        <a:solidFill>
                          <a:srgbClr val="009644"/>
                        </a:solidFill>
                        <a:latin typeface="Cambria Math" panose="02040503050406030204" pitchFamily="18" charset="0"/>
                      </a:rPr>
                      <m:t>𝑖</m:t>
                    </m:r>
                    <m:r>
                      <a:rPr lang="en-US" sz="1400" b="0" i="1" smtClean="0">
                        <a:solidFill>
                          <a:srgbClr val="009644"/>
                        </a:solidFill>
                        <a:latin typeface="Cambria Math" panose="02040503050406030204" pitchFamily="18" charset="0"/>
                      </a:rPr>
                      <m:t>=0</m:t>
                    </m:r>
                    <m:r>
                      <a:rPr lang="en-US" sz="1400" b="0" i="0" smtClean="0">
                        <a:solidFill>
                          <a:srgbClr val="009644"/>
                        </a:solidFill>
                        <a:latin typeface="Cambria Math" panose="02040503050406030204" pitchFamily="18" charset="0"/>
                      </a:rPr>
                      <m:t>,</m:t>
                    </m:r>
                  </m:oMath>
                </a14:m>
                <a:r>
                  <a:rPr lang="en-US" sz="1400" dirty="0">
                    <a:solidFill>
                      <a:srgbClr val="009644"/>
                    </a:solidFill>
                  </a:rPr>
                  <a:t> </a:t>
                </a:r>
                <a14:m>
                  <m:oMath xmlns:m="http://schemas.openxmlformats.org/officeDocument/2006/math">
                    <m:r>
                      <a:rPr lang="en-US" sz="1400" b="0" i="1" dirty="0" smtClean="0">
                        <a:solidFill>
                          <a:srgbClr val="009644"/>
                        </a:solidFill>
                        <a:latin typeface="Cambria Math" panose="02040503050406030204" pitchFamily="18" charset="0"/>
                      </a:rPr>
                      <m:t>𝑗</m:t>
                    </m:r>
                    <m:r>
                      <a:rPr lang="en-US" sz="1400" b="0" i="1" dirty="0" smtClean="0">
                        <a:solidFill>
                          <a:srgbClr val="009644"/>
                        </a:solidFill>
                        <a:latin typeface="Cambria Math" panose="02040503050406030204" pitchFamily="18" charset="0"/>
                      </a:rPr>
                      <m:t>=3</m:t>
                    </m:r>
                  </m:oMath>
                </a14:m>
                <a:r>
                  <a:rPr lang="en-US" sz="1400" dirty="0">
                    <a:solidFill>
                      <a:srgbClr val="009644"/>
                    </a:solidFill>
                  </a:rPr>
                  <a:t>, and </a:t>
                </a:r>
                <a14:m>
                  <m:oMath xmlns:m="http://schemas.openxmlformats.org/officeDocument/2006/math">
                    <m:r>
                      <a:rPr lang="en-US" sz="1400" b="0" i="1" smtClean="0">
                        <a:solidFill>
                          <a:srgbClr val="009644"/>
                        </a:solidFill>
                        <a:latin typeface="Cambria Math" panose="02040503050406030204" pitchFamily="18" charset="0"/>
                      </a:rPr>
                      <m:t>𝐴</m:t>
                    </m:r>
                    <m:d>
                      <m:dPr>
                        <m:begChr m:val="["/>
                        <m:endChr m:val="]"/>
                        <m:ctrlPr>
                          <a:rPr lang="en-US" sz="1400" b="0" i="1" smtClean="0">
                            <a:solidFill>
                              <a:srgbClr val="009644"/>
                            </a:solidFill>
                            <a:latin typeface="Cambria Math" panose="02040503050406030204" pitchFamily="18" charset="0"/>
                          </a:rPr>
                        </m:ctrlPr>
                      </m:dPr>
                      <m:e>
                        <m:r>
                          <a:rPr lang="en-US" sz="1400" b="0" i="1" smtClean="0">
                            <a:solidFill>
                              <a:srgbClr val="009644"/>
                            </a:solidFill>
                            <a:latin typeface="Cambria Math" panose="02040503050406030204" pitchFamily="18" charset="0"/>
                          </a:rPr>
                          <m:t>𝑖</m:t>
                        </m:r>
                      </m:e>
                    </m:d>
                    <m:r>
                      <a:rPr lang="en-US" sz="1400" b="0" i="1" smtClean="0">
                        <a:solidFill>
                          <a:srgbClr val="009644"/>
                        </a:solidFill>
                        <a:latin typeface="Cambria Math" panose="02040503050406030204" pitchFamily="18" charset="0"/>
                      </a:rPr>
                      <m:t>=</m:t>
                    </m:r>
                    <m:r>
                      <a:rPr lang="en-US" sz="1400" b="0" i="1" smtClean="0">
                        <a:solidFill>
                          <a:srgbClr val="009644"/>
                        </a:solidFill>
                        <a:latin typeface="Cambria Math" panose="02040503050406030204" pitchFamily="18" charset="0"/>
                      </a:rPr>
                      <m:t>𝐴</m:t>
                    </m:r>
                    <m:d>
                      <m:dPr>
                        <m:begChr m:val="["/>
                        <m:endChr m:val="]"/>
                        <m:ctrlPr>
                          <a:rPr lang="en-US" sz="1400" b="0" i="1" smtClean="0">
                            <a:solidFill>
                              <a:srgbClr val="009644"/>
                            </a:solidFill>
                            <a:latin typeface="Cambria Math" panose="02040503050406030204" pitchFamily="18" charset="0"/>
                          </a:rPr>
                        </m:ctrlPr>
                      </m:dPr>
                      <m:e>
                        <m:r>
                          <a:rPr lang="en-US" sz="1400" b="0" i="1" smtClean="0">
                            <a:solidFill>
                              <a:srgbClr val="009644"/>
                            </a:solidFill>
                            <a:latin typeface="Cambria Math" panose="02040503050406030204" pitchFamily="18" charset="0"/>
                          </a:rPr>
                          <m:t>𝑝</m:t>
                        </m:r>
                      </m:e>
                    </m:d>
                    <m:r>
                      <a:rPr lang="en-US" sz="1400" b="0" i="1" smtClean="0">
                        <a:solidFill>
                          <a:srgbClr val="009644"/>
                        </a:solidFill>
                        <a:latin typeface="Cambria Math" panose="02040503050406030204" pitchFamily="18" charset="0"/>
                      </a:rPr>
                      <m:t>=2, </m:t>
                    </m:r>
                    <m:r>
                      <a:rPr lang="en-US" sz="1400" b="0" i="1" smtClean="0">
                        <a:solidFill>
                          <a:srgbClr val="009644"/>
                        </a:solidFill>
                        <a:latin typeface="Cambria Math" panose="02040503050406030204" pitchFamily="18" charset="0"/>
                      </a:rPr>
                      <m:t>𝐴</m:t>
                    </m:r>
                    <m:d>
                      <m:dPr>
                        <m:begChr m:val="["/>
                        <m:endChr m:val="]"/>
                        <m:ctrlPr>
                          <a:rPr lang="en-US" sz="1400" b="0" i="1" smtClean="0">
                            <a:solidFill>
                              <a:srgbClr val="009644"/>
                            </a:solidFill>
                            <a:latin typeface="Cambria Math" panose="02040503050406030204" pitchFamily="18" charset="0"/>
                          </a:rPr>
                        </m:ctrlPr>
                      </m:dPr>
                      <m:e>
                        <m:r>
                          <a:rPr lang="en-US" sz="1400" b="0" i="1" smtClean="0">
                            <a:solidFill>
                              <a:srgbClr val="009644"/>
                            </a:solidFill>
                            <a:latin typeface="Cambria Math" panose="02040503050406030204" pitchFamily="18" charset="0"/>
                          </a:rPr>
                          <m:t>𝑗</m:t>
                        </m:r>
                      </m:e>
                    </m:d>
                    <m:r>
                      <a:rPr lang="en-US" sz="1400" b="0" i="1" smtClean="0">
                        <a:solidFill>
                          <a:srgbClr val="009644"/>
                        </a:solidFill>
                        <a:latin typeface="Cambria Math" panose="02040503050406030204" pitchFamily="18" charset="0"/>
                      </a:rPr>
                      <m:t>=1</m:t>
                    </m:r>
                  </m:oMath>
                </a14:m>
                <a:r>
                  <a:rPr lang="en-US" sz="1400" dirty="0">
                    <a:solidFill>
                      <a:srgbClr val="009644"/>
                    </a:solidFill>
                  </a:rPr>
                  <a:t>, </a:t>
                </a:r>
                <a14:m>
                  <m:oMath xmlns:m="http://schemas.openxmlformats.org/officeDocument/2006/math">
                    <m:r>
                      <a:rPr lang="en-US" sz="1400" b="0" i="1" smtClean="0">
                        <a:solidFill>
                          <a:srgbClr val="009644"/>
                        </a:solidFill>
                        <a:latin typeface="Cambria Math" panose="02040503050406030204" pitchFamily="18" charset="0"/>
                      </a:rPr>
                      <m:t>𝑥</m:t>
                    </m:r>
                    <m:r>
                      <a:rPr lang="en-US" sz="1400" b="0" i="1" smtClean="0">
                        <a:solidFill>
                          <a:srgbClr val="009644"/>
                        </a:solidFill>
                        <a:latin typeface="Cambria Math" panose="02040503050406030204" pitchFamily="18" charset="0"/>
                      </a:rPr>
                      <m:t>=</m:t>
                    </m:r>
                    <m:r>
                      <a:rPr lang="en-US" sz="1400" b="0" i="1" smtClean="0">
                        <a:solidFill>
                          <a:srgbClr val="009644"/>
                        </a:solidFill>
                        <a:latin typeface="Cambria Math" panose="02040503050406030204" pitchFamily="18" charset="0"/>
                      </a:rPr>
                      <m:t>𝐴</m:t>
                    </m:r>
                    <m:d>
                      <m:dPr>
                        <m:begChr m:val="["/>
                        <m:endChr m:val="]"/>
                        <m:ctrlPr>
                          <a:rPr lang="en-US" sz="1400" b="0" i="1" smtClean="0">
                            <a:solidFill>
                              <a:srgbClr val="009644"/>
                            </a:solidFill>
                            <a:latin typeface="Cambria Math" panose="02040503050406030204" pitchFamily="18" charset="0"/>
                          </a:rPr>
                        </m:ctrlPr>
                      </m:dPr>
                      <m:e>
                        <m:r>
                          <a:rPr lang="en-US" sz="1400" b="0" i="1" smtClean="0">
                            <a:solidFill>
                              <a:srgbClr val="009644"/>
                            </a:solidFill>
                            <a:latin typeface="Cambria Math" panose="02040503050406030204" pitchFamily="18" charset="0"/>
                          </a:rPr>
                          <m:t>𝑟</m:t>
                        </m:r>
                      </m:e>
                    </m:d>
                    <m:r>
                      <a:rPr lang="en-US" sz="1400" b="0" i="1" smtClean="0">
                        <a:solidFill>
                          <a:srgbClr val="009644"/>
                        </a:solidFill>
                        <a:latin typeface="Cambria Math" panose="02040503050406030204" pitchFamily="18" charset="0"/>
                      </a:rPr>
                      <m:t>=4</m:t>
                    </m:r>
                  </m:oMath>
                </a14:m>
                <a:r>
                  <a:rPr lang="en-US" sz="1400" dirty="0">
                    <a:solidFill>
                      <a:srgbClr val="009644"/>
                    </a:solidFill>
                  </a:rPr>
                  <a:t>;</a:t>
                </a:r>
              </a:p>
              <a:p>
                <a:r>
                  <a:rPr lang="en-US" sz="1400" dirty="0">
                    <a:solidFill>
                      <a:srgbClr val="009644"/>
                    </a:solidFill>
                  </a:rPr>
                  <a:t>Step 1, </a:t>
                </a:r>
                <a:r>
                  <a:rPr lang="en-US" altLang="zh-CN" sz="1400" dirty="0">
                    <a:solidFill>
                      <a:srgbClr val="009644"/>
                    </a:solidFill>
                  </a:rPr>
                  <a:t>execute line 4, </a:t>
                </a:r>
                <a:r>
                  <a:rPr lang="en-US" sz="1400" dirty="0">
                    <a:solidFill>
                      <a:srgbClr val="009644"/>
                    </a:solidFill>
                  </a:rPr>
                  <a:t>judge whether </a:t>
                </a:r>
                <a14:m>
                  <m:oMath xmlns:m="http://schemas.openxmlformats.org/officeDocument/2006/math">
                    <m:r>
                      <a:rPr lang="en-US" sz="1400" b="0" i="1" smtClean="0">
                        <a:solidFill>
                          <a:srgbClr val="009644"/>
                        </a:solidFill>
                        <a:latin typeface="Cambria Math" panose="02040503050406030204" pitchFamily="18" charset="0"/>
                      </a:rPr>
                      <m:t>𝐴</m:t>
                    </m:r>
                    <m:d>
                      <m:dPr>
                        <m:begChr m:val="["/>
                        <m:endChr m:val="]"/>
                        <m:ctrlPr>
                          <a:rPr lang="en-US" sz="1400" b="0" i="1" smtClean="0">
                            <a:solidFill>
                              <a:srgbClr val="009644"/>
                            </a:solidFill>
                            <a:latin typeface="Cambria Math" panose="02040503050406030204" pitchFamily="18" charset="0"/>
                          </a:rPr>
                        </m:ctrlPr>
                      </m:dPr>
                      <m:e>
                        <m:r>
                          <a:rPr lang="en-US" sz="1400" b="0" i="1" smtClean="0">
                            <a:solidFill>
                              <a:srgbClr val="009644"/>
                            </a:solidFill>
                            <a:latin typeface="Cambria Math" panose="02040503050406030204" pitchFamily="18" charset="0"/>
                          </a:rPr>
                          <m:t>𝑗</m:t>
                        </m:r>
                      </m:e>
                    </m:d>
                    <m:r>
                      <a:rPr lang="en-US" sz="1400" b="0" i="1" smtClean="0">
                        <a:solidFill>
                          <a:srgbClr val="009644"/>
                        </a:solidFill>
                        <a:latin typeface="Cambria Math" panose="02040503050406030204" pitchFamily="18" charset="0"/>
                      </a:rPr>
                      <m:t>≤</m:t>
                    </m:r>
                    <m:r>
                      <a:rPr lang="en-US" sz="1400" b="0" i="1" smtClean="0">
                        <a:solidFill>
                          <a:srgbClr val="009644"/>
                        </a:solidFill>
                        <a:latin typeface="Cambria Math" panose="02040503050406030204" pitchFamily="18" charset="0"/>
                      </a:rPr>
                      <m:t>𝑥</m:t>
                    </m:r>
                  </m:oMath>
                </a14:m>
                <a:r>
                  <a:rPr lang="en-US" sz="1400" dirty="0">
                    <a:solidFill>
                      <a:srgbClr val="009644"/>
                    </a:solidFill>
                  </a:rPr>
                  <a:t> (Yes, because </a:t>
                </a:r>
                <a14:m>
                  <m:oMath xmlns:m="http://schemas.openxmlformats.org/officeDocument/2006/math">
                    <m:r>
                      <a:rPr lang="en-US" sz="1400" b="0" i="1" smtClean="0">
                        <a:solidFill>
                          <a:srgbClr val="009644"/>
                        </a:solidFill>
                        <a:latin typeface="Cambria Math" panose="02040503050406030204" pitchFamily="18" charset="0"/>
                      </a:rPr>
                      <m:t>1&lt;4</m:t>
                    </m:r>
                  </m:oMath>
                </a14:m>
                <a:r>
                  <a:rPr lang="en-US" sz="1400" dirty="0">
                    <a:solidFill>
                      <a:srgbClr val="009644"/>
                    </a:solidFill>
                  </a:rPr>
                  <a:t>);</a:t>
                </a:r>
              </a:p>
              <a:p>
                <a:r>
                  <a:rPr lang="en-US" sz="1400" dirty="0">
                    <a:solidFill>
                      <a:srgbClr val="009644"/>
                    </a:solidFill>
                  </a:rPr>
                  <a:t>Step 2, execute line 5, </a:t>
                </a:r>
                <a14:m>
                  <m:oMath xmlns:m="http://schemas.openxmlformats.org/officeDocument/2006/math">
                    <m:r>
                      <a:rPr lang="en-US" sz="1400" b="0" i="1" smtClean="0">
                        <a:solidFill>
                          <a:srgbClr val="009644"/>
                        </a:solidFill>
                        <a:latin typeface="Cambria Math" panose="02040503050406030204" pitchFamily="18" charset="0"/>
                      </a:rPr>
                      <m:t>𝑖</m:t>
                    </m:r>
                    <m:r>
                      <a:rPr lang="en-US" sz="1400" b="0" i="1" smtClean="0">
                        <a:solidFill>
                          <a:srgbClr val="009644"/>
                        </a:solidFill>
                        <a:latin typeface="Cambria Math" panose="02040503050406030204" pitchFamily="18" charset="0"/>
                      </a:rPr>
                      <m:t>=</m:t>
                    </m:r>
                    <m:r>
                      <a:rPr lang="en-US" sz="1400" b="0" i="1" smtClean="0">
                        <a:solidFill>
                          <a:srgbClr val="009644"/>
                        </a:solidFill>
                        <a:latin typeface="Cambria Math" panose="02040503050406030204" pitchFamily="18" charset="0"/>
                      </a:rPr>
                      <m:t>𝑖</m:t>
                    </m:r>
                    <m:r>
                      <a:rPr lang="en-US" sz="1400" b="0" i="1" smtClean="0">
                        <a:solidFill>
                          <a:srgbClr val="009644"/>
                        </a:solidFill>
                        <a:latin typeface="Cambria Math" panose="02040503050406030204" pitchFamily="18" charset="0"/>
                      </a:rPr>
                      <m:t>+1</m:t>
                    </m:r>
                  </m:oMath>
                </a14:m>
                <a:r>
                  <a:rPr lang="en-US" sz="1400" dirty="0">
                    <a:solidFill>
                      <a:srgbClr val="009644"/>
                    </a:solidFill>
                  </a:rPr>
                  <a:t>, thus, </a:t>
                </a:r>
                <a14:m>
                  <m:oMath xmlns:m="http://schemas.openxmlformats.org/officeDocument/2006/math">
                    <m:r>
                      <a:rPr lang="en-US" sz="1400" b="0" i="1" smtClean="0">
                        <a:solidFill>
                          <a:srgbClr val="009644"/>
                        </a:solidFill>
                        <a:latin typeface="Cambria Math" panose="02040503050406030204" pitchFamily="18" charset="0"/>
                      </a:rPr>
                      <m:t>𝑖</m:t>
                    </m:r>
                    <m:r>
                      <a:rPr lang="en-US" sz="1400" b="0" i="1" smtClean="0">
                        <a:solidFill>
                          <a:srgbClr val="009644"/>
                        </a:solidFill>
                        <a:latin typeface="Cambria Math" panose="02040503050406030204" pitchFamily="18" charset="0"/>
                      </a:rPr>
                      <m:t>=1</m:t>
                    </m:r>
                  </m:oMath>
                </a14:m>
                <a:r>
                  <a:rPr lang="en-US" sz="1400" dirty="0">
                    <a:solidFill>
                      <a:srgbClr val="009644"/>
                    </a:solidFill>
                  </a:rPr>
                  <a:t>, and </a:t>
                </a:r>
                <a14:m>
                  <m:oMath xmlns:m="http://schemas.openxmlformats.org/officeDocument/2006/math">
                    <m:r>
                      <a:rPr lang="en-US" sz="1400" b="0" i="1" smtClean="0">
                        <a:solidFill>
                          <a:srgbClr val="009644"/>
                        </a:solidFill>
                        <a:latin typeface="Cambria Math" panose="02040503050406030204" pitchFamily="18" charset="0"/>
                      </a:rPr>
                      <m:t>𝐴</m:t>
                    </m:r>
                    <m:d>
                      <m:dPr>
                        <m:begChr m:val="["/>
                        <m:endChr m:val="]"/>
                        <m:ctrlPr>
                          <a:rPr lang="en-US" sz="1400" b="0" i="1" smtClean="0">
                            <a:solidFill>
                              <a:srgbClr val="009644"/>
                            </a:solidFill>
                            <a:latin typeface="Cambria Math" panose="02040503050406030204" pitchFamily="18" charset="0"/>
                          </a:rPr>
                        </m:ctrlPr>
                      </m:dPr>
                      <m:e>
                        <m:r>
                          <a:rPr lang="en-US" sz="1400" b="0" i="1" smtClean="0">
                            <a:solidFill>
                              <a:srgbClr val="009644"/>
                            </a:solidFill>
                            <a:latin typeface="Cambria Math" panose="02040503050406030204" pitchFamily="18" charset="0"/>
                          </a:rPr>
                          <m:t>𝑖</m:t>
                        </m:r>
                      </m:e>
                    </m:d>
                    <m:r>
                      <a:rPr lang="en-US" sz="1400" b="0" i="0" smtClean="0">
                        <a:solidFill>
                          <a:srgbClr val="009644"/>
                        </a:solidFill>
                        <a:latin typeface="Cambria Math" panose="02040503050406030204" pitchFamily="18" charset="0"/>
                      </a:rPr>
                      <m:t>=8</m:t>
                    </m:r>
                  </m:oMath>
                </a14:m>
                <a:r>
                  <a:rPr lang="en-US" sz="1400" dirty="0">
                    <a:solidFill>
                      <a:srgbClr val="009644"/>
                    </a:solidFill>
                  </a:rPr>
                  <a:t>, the array is like:</a:t>
                </a:r>
              </a:p>
            </p:txBody>
          </p:sp>
        </mc:Choice>
        <mc:Fallback xmlns="">
          <p:sp>
            <p:nvSpPr>
              <p:cNvPr id="5" name="TextBox 4">
                <a:extLst>
                  <a:ext uri="{FF2B5EF4-FFF2-40B4-BE49-F238E27FC236}">
                    <a16:creationId xmlns:a16="http://schemas.microsoft.com/office/drawing/2014/main" id="{B8649C63-3D00-43E6-B829-79019286D172}"/>
                  </a:ext>
                </a:extLst>
              </p:cNvPr>
              <p:cNvSpPr txBox="1">
                <a:spLocks noRot="1" noChangeAspect="1" noMove="1" noResize="1" noEditPoints="1" noAdjustHandles="1" noChangeArrowheads="1" noChangeShapeType="1" noTextEdit="1"/>
              </p:cNvSpPr>
              <p:nvPr/>
            </p:nvSpPr>
            <p:spPr>
              <a:xfrm>
                <a:off x="6393380" y="1365426"/>
                <a:ext cx="5805494" cy="738664"/>
              </a:xfrm>
              <a:prstGeom prst="rect">
                <a:avLst/>
              </a:prstGeom>
              <a:blipFill>
                <a:blip r:embed="rId9"/>
                <a:stretch>
                  <a:fillRect l="-315" t="-1653" b="-7438"/>
                </a:stretch>
              </a:blipFill>
            </p:spPr>
            <p:txBody>
              <a:bodyPr/>
              <a:lstStyle/>
              <a:p>
                <a:r>
                  <a:rPr lang="en-US">
                    <a:noFill/>
                  </a:rPr>
                  <a:t> </a:t>
                </a:r>
              </a:p>
            </p:txBody>
          </p:sp>
        </mc:Fallback>
      </mc:AlternateContent>
      <p:graphicFrame>
        <p:nvGraphicFramePr>
          <p:cNvPr id="8" name="Table 18">
            <a:extLst>
              <a:ext uri="{FF2B5EF4-FFF2-40B4-BE49-F238E27FC236}">
                <a16:creationId xmlns:a16="http://schemas.microsoft.com/office/drawing/2014/main" id="{70B78C36-0AF5-482F-B1CC-FA27BF957ACC}"/>
              </a:ext>
            </a:extLst>
          </p:cNvPr>
          <p:cNvGraphicFramePr>
            <a:graphicFrameLocks noGrp="1"/>
          </p:cNvGraphicFramePr>
          <p:nvPr>
            <p:extLst>
              <p:ext uri="{D42A27DB-BD31-4B8C-83A1-F6EECF244321}">
                <p14:modId xmlns:p14="http://schemas.microsoft.com/office/powerpoint/2010/main" val="1726564679"/>
              </p:ext>
            </p:extLst>
          </p:nvPr>
        </p:nvGraphicFramePr>
        <p:xfrm>
          <a:off x="6873784" y="2397427"/>
          <a:ext cx="2867272" cy="365760"/>
        </p:xfrm>
        <a:graphic>
          <a:graphicData uri="http://schemas.openxmlformats.org/drawingml/2006/table">
            <a:tbl>
              <a:tblPr firstRow="1" bandRow="1">
                <a:tableStyleId>{5C22544A-7EE6-4342-B048-85BDC9FD1C3A}</a:tableStyleId>
              </a:tblPr>
              <a:tblGrid>
                <a:gridCol w="358409">
                  <a:extLst>
                    <a:ext uri="{9D8B030D-6E8A-4147-A177-3AD203B41FA5}">
                      <a16:colId xmlns:a16="http://schemas.microsoft.com/office/drawing/2014/main" val="1406380209"/>
                    </a:ext>
                  </a:extLst>
                </a:gridCol>
                <a:gridCol w="358409">
                  <a:extLst>
                    <a:ext uri="{9D8B030D-6E8A-4147-A177-3AD203B41FA5}">
                      <a16:colId xmlns:a16="http://schemas.microsoft.com/office/drawing/2014/main" val="141556990"/>
                    </a:ext>
                  </a:extLst>
                </a:gridCol>
                <a:gridCol w="358409">
                  <a:extLst>
                    <a:ext uri="{9D8B030D-6E8A-4147-A177-3AD203B41FA5}">
                      <a16:colId xmlns:a16="http://schemas.microsoft.com/office/drawing/2014/main" val="1493153863"/>
                    </a:ext>
                  </a:extLst>
                </a:gridCol>
                <a:gridCol w="358409">
                  <a:extLst>
                    <a:ext uri="{9D8B030D-6E8A-4147-A177-3AD203B41FA5}">
                      <a16:colId xmlns:a16="http://schemas.microsoft.com/office/drawing/2014/main" val="543636830"/>
                    </a:ext>
                  </a:extLst>
                </a:gridCol>
                <a:gridCol w="358409">
                  <a:extLst>
                    <a:ext uri="{9D8B030D-6E8A-4147-A177-3AD203B41FA5}">
                      <a16:colId xmlns:a16="http://schemas.microsoft.com/office/drawing/2014/main" val="3064293422"/>
                    </a:ext>
                  </a:extLst>
                </a:gridCol>
                <a:gridCol w="358409">
                  <a:extLst>
                    <a:ext uri="{9D8B030D-6E8A-4147-A177-3AD203B41FA5}">
                      <a16:colId xmlns:a16="http://schemas.microsoft.com/office/drawing/2014/main" val="3538834075"/>
                    </a:ext>
                  </a:extLst>
                </a:gridCol>
                <a:gridCol w="358409">
                  <a:extLst>
                    <a:ext uri="{9D8B030D-6E8A-4147-A177-3AD203B41FA5}">
                      <a16:colId xmlns:a16="http://schemas.microsoft.com/office/drawing/2014/main" val="3300904193"/>
                    </a:ext>
                  </a:extLst>
                </a:gridCol>
                <a:gridCol w="358409">
                  <a:extLst>
                    <a:ext uri="{9D8B030D-6E8A-4147-A177-3AD203B41FA5}">
                      <a16:colId xmlns:a16="http://schemas.microsoft.com/office/drawing/2014/main" val="3296869174"/>
                    </a:ext>
                  </a:extLst>
                </a:gridCol>
              </a:tblGrid>
              <a:tr h="349455">
                <a:tc>
                  <a:txBody>
                    <a:bodyPr/>
                    <a:lstStyle/>
                    <a:p>
                      <a:r>
                        <a:rPr lang="en-US"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r>
                        <a:rPr lang="en-US" b="0"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333FF"/>
                    </a:solidFill>
                  </a:tcPr>
                </a:tc>
                <a:tc>
                  <a:txBody>
                    <a:bodyPr/>
                    <a:lstStyle/>
                    <a:p>
                      <a:r>
                        <a:rPr lang="en-US" b="0" dirty="0">
                          <a:solidFill>
                            <a:schemeClr val="bg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333FF"/>
                    </a:solidFill>
                  </a:tcPr>
                </a:tc>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76056490"/>
                  </a:ext>
                </a:extLst>
              </a:tr>
            </a:tbl>
          </a:graphicData>
        </a:graphic>
      </p:graphicFrame>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C26B2C0A-8328-4BD5-864F-0A8AB0AB8A88}"/>
                  </a:ext>
                </a:extLst>
              </p:cNvPr>
              <p:cNvSpPr txBox="1"/>
              <p:nvPr/>
            </p:nvSpPr>
            <p:spPr>
              <a:xfrm>
                <a:off x="6873784" y="2062569"/>
                <a:ext cx="3340360"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𝑝</m:t>
                    </m:r>
                  </m:oMath>
                </a14:m>
                <a:r>
                  <a:rPr lang="en-US" dirty="0"/>
                  <a:t>    </a:t>
                </a:r>
                <a14:m>
                  <m:oMath xmlns:m="http://schemas.openxmlformats.org/officeDocument/2006/math">
                    <m:r>
                      <a:rPr lang="en-US" b="0" i="1" dirty="0" smtClean="0">
                        <a:latin typeface="Cambria Math" panose="02040503050406030204" pitchFamily="18" charset="0"/>
                      </a:rPr>
                      <m:t>𝑖</m:t>
                    </m:r>
                  </m:oMath>
                </a14:m>
                <a:r>
                  <a:rPr lang="en-US" dirty="0"/>
                  <a:t>             </a:t>
                </a:r>
                <a14:m>
                  <m:oMath xmlns:m="http://schemas.openxmlformats.org/officeDocument/2006/math">
                    <m:r>
                      <a:rPr lang="en-US" b="0" i="1" dirty="0" smtClean="0">
                        <a:latin typeface="Cambria Math" panose="02040503050406030204" pitchFamily="18" charset="0"/>
                      </a:rPr>
                      <m:t>𝑗</m:t>
                    </m:r>
                  </m:oMath>
                </a14:m>
                <a:endParaRPr lang="en-US" dirty="0"/>
              </a:p>
            </p:txBody>
          </p:sp>
        </mc:Choice>
        <mc:Fallback xmlns="">
          <p:sp>
            <p:nvSpPr>
              <p:cNvPr id="19" name="TextBox 18">
                <a:extLst>
                  <a:ext uri="{FF2B5EF4-FFF2-40B4-BE49-F238E27FC236}">
                    <a16:creationId xmlns:a16="http://schemas.microsoft.com/office/drawing/2014/main" id="{C26B2C0A-8328-4BD5-864F-0A8AB0AB8A88}"/>
                  </a:ext>
                </a:extLst>
              </p:cNvPr>
              <p:cNvSpPr txBox="1">
                <a:spLocks noRot="1" noChangeAspect="1" noMove="1" noResize="1" noEditPoints="1" noAdjustHandles="1" noChangeArrowheads="1" noChangeShapeType="1" noTextEdit="1"/>
              </p:cNvSpPr>
              <p:nvPr/>
            </p:nvSpPr>
            <p:spPr>
              <a:xfrm>
                <a:off x="6873784" y="2062569"/>
                <a:ext cx="3340360" cy="369332"/>
              </a:xfrm>
              <a:prstGeom prst="rect">
                <a:avLst/>
              </a:prstGeom>
              <a:blipFill>
                <a:blip r:embed="rId10"/>
                <a:stretch>
                  <a:fillRect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D7E8D012-DFE3-4225-A25B-0EA7DC274F78}"/>
                  </a:ext>
                </a:extLst>
              </p:cNvPr>
              <p:cNvSpPr txBox="1"/>
              <p:nvPr/>
            </p:nvSpPr>
            <p:spPr>
              <a:xfrm>
                <a:off x="6448221" y="3041570"/>
                <a:ext cx="5805494" cy="523220"/>
              </a:xfrm>
              <a:prstGeom prst="rect">
                <a:avLst/>
              </a:prstGeom>
              <a:noFill/>
            </p:spPr>
            <p:txBody>
              <a:bodyPr wrap="square" rtlCol="0">
                <a:spAutoFit/>
              </a:bodyPr>
              <a:lstStyle/>
              <a:p>
                <a:r>
                  <a:rPr lang="en-US" sz="1400" dirty="0">
                    <a:solidFill>
                      <a:srgbClr val="009644"/>
                    </a:solidFill>
                  </a:rPr>
                  <a:t>Step 3, </a:t>
                </a:r>
                <a:r>
                  <a:rPr lang="en-US" altLang="zh-CN" sz="1400" dirty="0">
                    <a:solidFill>
                      <a:srgbClr val="009644"/>
                    </a:solidFill>
                  </a:rPr>
                  <a:t>execute line 6, exchange </a:t>
                </a:r>
                <a14:m>
                  <m:oMath xmlns:m="http://schemas.openxmlformats.org/officeDocument/2006/math">
                    <m:r>
                      <a:rPr lang="en-US" altLang="zh-CN" sz="1400">
                        <a:solidFill>
                          <a:srgbClr val="009644"/>
                        </a:solidFill>
                        <a:latin typeface="Cambria Math" panose="02040503050406030204" pitchFamily="18" charset="0"/>
                      </a:rPr>
                      <m:t>𝐴</m:t>
                    </m:r>
                    <m:r>
                      <a:rPr lang="en-US" altLang="zh-CN" sz="1400">
                        <a:solidFill>
                          <a:srgbClr val="009644"/>
                        </a:solidFill>
                        <a:latin typeface="Cambria Math" panose="02040503050406030204" pitchFamily="18" charset="0"/>
                      </a:rPr>
                      <m:t>[</m:t>
                    </m:r>
                    <m:r>
                      <a:rPr lang="en-US" altLang="zh-CN" sz="1400">
                        <a:solidFill>
                          <a:srgbClr val="009644"/>
                        </a:solidFill>
                        <a:latin typeface="Cambria Math" panose="02040503050406030204" pitchFamily="18" charset="0"/>
                      </a:rPr>
                      <m:t>𝑖</m:t>
                    </m:r>
                    <m:r>
                      <a:rPr lang="en-US" altLang="zh-CN" sz="1400">
                        <a:solidFill>
                          <a:srgbClr val="009644"/>
                        </a:solidFill>
                        <a:latin typeface="Cambria Math" panose="02040503050406030204" pitchFamily="18" charset="0"/>
                      </a:rPr>
                      <m:t>]</m:t>
                    </m:r>
                  </m:oMath>
                </a14:m>
                <a:r>
                  <a:rPr lang="en-US" sz="1400" dirty="0">
                    <a:solidFill>
                      <a:srgbClr val="009644"/>
                    </a:solidFill>
                  </a:rPr>
                  <a:t> and </a:t>
                </a:r>
                <a14:m>
                  <m:oMath xmlns:m="http://schemas.openxmlformats.org/officeDocument/2006/math">
                    <m:r>
                      <a:rPr lang="en-US" sz="1400">
                        <a:solidFill>
                          <a:srgbClr val="009644"/>
                        </a:solidFill>
                        <a:latin typeface="Cambria Math" panose="02040503050406030204" pitchFamily="18" charset="0"/>
                      </a:rPr>
                      <m:t>𝐴</m:t>
                    </m:r>
                    <m:r>
                      <a:rPr lang="en-US" sz="1400">
                        <a:solidFill>
                          <a:srgbClr val="009644"/>
                        </a:solidFill>
                        <a:latin typeface="Cambria Math" panose="02040503050406030204" pitchFamily="18" charset="0"/>
                      </a:rPr>
                      <m:t>[</m:t>
                    </m:r>
                    <m:r>
                      <a:rPr lang="en-US" sz="1400">
                        <a:solidFill>
                          <a:srgbClr val="009644"/>
                        </a:solidFill>
                        <a:latin typeface="Cambria Math" panose="02040503050406030204" pitchFamily="18" charset="0"/>
                      </a:rPr>
                      <m:t>𝑗</m:t>
                    </m:r>
                    <m:r>
                      <a:rPr lang="en-US" sz="1400">
                        <a:solidFill>
                          <a:srgbClr val="009644"/>
                        </a:solidFill>
                        <a:latin typeface="Cambria Math" panose="02040503050406030204" pitchFamily="18" charset="0"/>
                      </a:rPr>
                      <m:t>]</m:t>
                    </m:r>
                  </m:oMath>
                </a14:m>
                <a:r>
                  <a:rPr lang="en-US" sz="1400" dirty="0">
                    <a:solidFill>
                      <a:srgbClr val="009644"/>
                    </a:solidFill>
                  </a:rPr>
                  <a:t>, that is to exchange the element </a:t>
                </a:r>
                <a14:m>
                  <m:oMath xmlns:m="http://schemas.openxmlformats.org/officeDocument/2006/math">
                    <m:r>
                      <a:rPr lang="en-US" sz="1400">
                        <a:solidFill>
                          <a:srgbClr val="009644"/>
                        </a:solidFill>
                        <a:latin typeface="Cambria Math" panose="02040503050406030204" pitchFamily="18" charset="0"/>
                      </a:rPr>
                      <m:t>8</m:t>
                    </m:r>
                  </m:oMath>
                </a14:m>
                <a:r>
                  <a:rPr lang="en-US" sz="1400" dirty="0">
                    <a:solidFill>
                      <a:srgbClr val="009644"/>
                    </a:solidFill>
                  </a:rPr>
                  <a:t> and </a:t>
                </a:r>
                <a14:m>
                  <m:oMath xmlns:m="http://schemas.openxmlformats.org/officeDocument/2006/math">
                    <m:r>
                      <a:rPr lang="en-US" sz="1400">
                        <a:solidFill>
                          <a:srgbClr val="009644"/>
                        </a:solidFill>
                        <a:latin typeface="Cambria Math" panose="02040503050406030204" pitchFamily="18" charset="0"/>
                      </a:rPr>
                      <m:t>1</m:t>
                    </m:r>
                  </m:oMath>
                </a14:m>
                <a:r>
                  <a:rPr lang="en-US" sz="1400" dirty="0">
                    <a:solidFill>
                      <a:srgbClr val="009644"/>
                    </a:solidFill>
                  </a:rPr>
                  <a:t>, the array will be like:</a:t>
                </a:r>
              </a:p>
            </p:txBody>
          </p:sp>
        </mc:Choice>
        <mc:Fallback xmlns="">
          <p:sp>
            <p:nvSpPr>
              <p:cNvPr id="20" name="TextBox 19">
                <a:extLst>
                  <a:ext uri="{FF2B5EF4-FFF2-40B4-BE49-F238E27FC236}">
                    <a16:creationId xmlns:a16="http://schemas.microsoft.com/office/drawing/2014/main" id="{D7E8D012-DFE3-4225-A25B-0EA7DC274F78}"/>
                  </a:ext>
                </a:extLst>
              </p:cNvPr>
              <p:cNvSpPr txBox="1">
                <a:spLocks noRot="1" noChangeAspect="1" noMove="1" noResize="1" noEditPoints="1" noAdjustHandles="1" noChangeArrowheads="1" noChangeShapeType="1" noTextEdit="1"/>
              </p:cNvSpPr>
              <p:nvPr/>
            </p:nvSpPr>
            <p:spPr>
              <a:xfrm>
                <a:off x="6448221" y="3041570"/>
                <a:ext cx="5805494" cy="523220"/>
              </a:xfrm>
              <a:prstGeom prst="rect">
                <a:avLst/>
              </a:prstGeom>
              <a:blipFill>
                <a:blip r:embed="rId11"/>
                <a:stretch>
                  <a:fillRect l="-315" t="-2326" b="-10465"/>
                </a:stretch>
              </a:blipFill>
            </p:spPr>
            <p:txBody>
              <a:bodyPr/>
              <a:lstStyle/>
              <a:p>
                <a:r>
                  <a:rPr lang="en-US">
                    <a:noFill/>
                  </a:rPr>
                  <a:t> </a:t>
                </a:r>
              </a:p>
            </p:txBody>
          </p:sp>
        </mc:Fallback>
      </mc:AlternateContent>
      <p:graphicFrame>
        <p:nvGraphicFramePr>
          <p:cNvPr id="21" name="Table 18">
            <a:extLst>
              <a:ext uri="{FF2B5EF4-FFF2-40B4-BE49-F238E27FC236}">
                <a16:creationId xmlns:a16="http://schemas.microsoft.com/office/drawing/2014/main" id="{1B639EB6-4846-4A34-AC4F-814A3CE24D2A}"/>
              </a:ext>
            </a:extLst>
          </p:cNvPr>
          <p:cNvGraphicFramePr>
            <a:graphicFrameLocks noGrp="1"/>
          </p:cNvGraphicFramePr>
          <p:nvPr>
            <p:extLst>
              <p:ext uri="{D42A27DB-BD31-4B8C-83A1-F6EECF244321}">
                <p14:modId xmlns:p14="http://schemas.microsoft.com/office/powerpoint/2010/main" val="3396009322"/>
              </p:ext>
            </p:extLst>
          </p:nvPr>
        </p:nvGraphicFramePr>
        <p:xfrm>
          <a:off x="6856336" y="3848784"/>
          <a:ext cx="2867272" cy="365760"/>
        </p:xfrm>
        <a:graphic>
          <a:graphicData uri="http://schemas.openxmlformats.org/drawingml/2006/table">
            <a:tbl>
              <a:tblPr firstRow="1" bandRow="1">
                <a:tableStyleId>{5C22544A-7EE6-4342-B048-85BDC9FD1C3A}</a:tableStyleId>
              </a:tblPr>
              <a:tblGrid>
                <a:gridCol w="358409">
                  <a:extLst>
                    <a:ext uri="{9D8B030D-6E8A-4147-A177-3AD203B41FA5}">
                      <a16:colId xmlns:a16="http://schemas.microsoft.com/office/drawing/2014/main" val="1406380209"/>
                    </a:ext>
                  </a:extLst>
                </a:gridCol>
                <a:gridCol w="358409">
                  <a:extLst>
                    <a:ext uri="{9D8B030D-6E8A-4147-A177-3AD203B41FA5}">
                      <a16:colId xmlns:a16="http://schemas.microsoft.com/office/drawing/2014/main" val="141556990"/>
                    </a:ext>
                  </a:extLst>
                </a:gridCol>
                <a:gridCol w="358409">
                  <a:extLst>
                    <a:ext uri="{9D8B030D-6E8A-4147-A177-3AD203B41FA5}">
                      <a16:colId xmlns:a16="http://schemas.microsoft.com/office/drawing/2014/main" val="1493153863"/>
                    </a:ext>
                  </a:extLst>
                </a:gridCol>
                <a:gridCol w="358409">
                  <a:extLst>
                    <a:ext uri="{9D8B030D-6E8A-4147-A177-3AD203B41FA5}">
                      <a16:colId xmlns:a16="http://schemas.microsoft.com/office/drawing/2014/main" val="543636830"/>
                    </a:ext>
                  </a:extLst>
                </a:gridCol>
                <a:gridCol w="358409">
                  <a:extLst>
                    <a:ext uri="{9D8B030D-6E8A-4147-A177-3AD203B41FA5}">
                      <a16:colId xmlns:a16="http://schemas.microsoft.com/office/drawing/2014/main" val="3064293422"/>
                    </a:ext>
                  </a:extLst>
                </a:gridCol>
                <a:gridCol w="358409">
                  <a:extLst>
                    <a:ext uri="{9D8B030D-6E8A-4147-A177-3AD203B41FA5}">
                      <a16:colId xmlns:a16="http://schemas.microsoft.com/office/drawing/2014/main" val="3538834075"/>
                    </a:ext>
                  </a:extLst>
                </a:gridCol>
                <a:gridCol w="358409">
                  <a:extLst>
                    <a:ext uri="{9D8B030D-6E8A-4147-A177-3AD203B41FA5}">
                      <a16:colId xmlns:a16="http://schemas.microsoft.com/office/drawing/2014/main" val="3300904193"/>
                    </a:ext>
                  </a:extLst>
                </a:gridCol>
                <a:gridCol w="358409">
                  <a:extLst>
                    <a:ext uri="{9D8B030D-6E8A-4147-A177-3AD203B41FA5}">
                      <a16:colId xmlns:a16="http://schemas.microsoft.com/office/drawing/2014/main" val="3296869174"/>
                    </a:ext>
                  </a:extLst>
                </a:gridCol>
              </a:tblGrid>
              <a:tr h="349455">
                <a:tc>
                  <a:txBody>
                    <a:bodyPr/>
                    <a:lstStyle/>
                    <a:p>
                      <a:r>
                        <a:rPr lang="en-US"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r>
                        <a:rPr lang="en-US" b="0" dirty="0">
                          <a:solidFill>
                            <a:schemeClr val="bg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333FF"/>
                    </a:solidFill>
                  </a:tcPr>
                </a:tc>
                <a:tc>
                  <a:txBody>
                    <a:bodyPr/>
                    <a:lstStyle/>
                    <a:p>
                      <a:r>
                        <a:rPr lang="en-US" b="0"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333FF"/>
                    </a:solidFill>
                  </a:tcPr>
                </a:tc>
                <a:tc>
                  <a:txBody>
                    <a:bodyPr/>
                    <a:lstStyle/>
                    <a:p>
                      <a:r>
                        <a:rPr lang="en-US"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76056490"/>
                  </a:ext>
                </a:extLst>
              </a:tr>
            </a:tbl>
          </a:graphicData>
        </a:graphic>
      </p:graphicFrame>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785B1875-8220-4E3A-9879-448B48738837}"/>
                  </a:ext>
                </a:extLst>
              </p:cNvPr>
              <p:cNvSpPr txBox="1"/>
              <p:nvPr/>
            </p:nvSpPr>
            <p:spPr>
              <a:xfrm>
                <a:off x="6856336" y="3513926"/>
                <a:ext cx="3340360"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𝑝</m:t>
                    </m:r>
                  </m:oMath>
                </a14:m>
                <a:r>
                  <a:rPr lang="en-US" dirty="0"/>
                  <a:t>    </a:t>
                </a:r>
                <a14:m>
                  <m:oMath xmlns:m="http://schemas.openxmlformats.org/officeDocument/2006/math">
                    <m:r>
                      <a:rPr lang="en-US" b="0" i="1" dirty="0" smtClean="0">
                        <a:latin typeface="Cambria Math" panose="02040503050406030204" pitchFamily="18" charset="0"/>
                      </a:rPr>
                      <m:t>𝑖</m:t>
                    </m:r>
                  </m:oMath>
                </a14:m>
                <a:r>
                  <a:rPr lang="en-US" dirty="0"/>
                  <a:t>             </a:t>
                </a:r>
                <a14:m>
                  <m:oMath xmlns:m="http://schemas.openxmlformats.org/officeDocument/2006/math">
                    <m:r>
                      <a:rPr lang="en-US" b="0" i="1" dirty="0" smtClean="0">
                        <a:latin typeface="Cambria Math" panose="02040503050406030204" pitchFamily="18" charset="0"/>
                      </a:rPr>
                      <m:t>𝑗</m:t>
                    </m:r>
                  </m:oMath>
                </a14:m>
                <a:endParaRPr lang="en-US" dirty="0"/>
              </a:p>
            </p:txBody>
          </p:sp>
        </mc:Choice>
        <mc:Fallback xmlns="">
          <p:sp>
            <p:nvSpPr>
              <p:cNvPr id="22" name="TextBox 21">
                <a:extLst>
                  <a:ext uri="{FF2B5EF4-FFF2-40B4-BE49-F238E27FC236}">
                    <a16:creationId xmlns:a16="http://schemas.microsoft.com/office/drawing/2014/main" id="{785B1875-8220-4E3A-9879-448B48738837}"/>
                  </a:ext>
                </a:extLst>
              </p:cNvPr>
              <p:cNvSpPr txBox="1">
                <a:spLocks noRot="1" noChangeAspect="1" noMove="1" noResize="1" noEditPoints="1" noAdjustHandles="1" noChangeArrowheads="1" noChangeShapeType="1" noTextEdit="1"/>
              </p:cNvSpPr>
              <p:nvPr/>
            </p:nvSpPr>
            <p:spPr>
              <a:xfrm>
                <a:off x="6856336" y="3513926"/>
                <a:ext cx="3340360" cy="369332"/>
              </a:xfrm>
              <a:prstGeom prst="rect">
                <a:avLst/>
              </a:prstGeom>
              <a:blipFill>
                <a:blip r:embed="rId12"/>
                <a:stretch>
                  <a:fillRect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5F70021E-D758-4C6E-8017-2DBCAD1F99A4}"/>
                  </a:ext>
                </a:extLst>
              </p:cNvPr>
              <p:cNvSpPr txBox="1"/>
              <p:nvPr/>
            </p:nvSpPr>
            <p:spPr>
              <a:xfrm>
                <a:off x="6471747" y="4496757"/>
                <a:ext cx="5805494" cy="307777"/>
              </a:xfrm>
              <a:prstGeom prst="rect">
                <a:avLst/>
              </a:prstGeom>
              <a:noFill/>
            </p:spPr>
            <p:txBody>
              <a:bodyPr wrap="square" rtlCol="0">
                <a:spAutoFit/>
              </a:bodyPr>
              <a:lstStyle/>
              <a:p>
                <a:r>
                  <a:rPr lang="en-US" sz="1400" dirty="0">
                    <a:solidFill>
                      <a:srgbClr val="009644"/>
                    </a:solidFill>
                  </a:rPr>
                  <a:t>Step 4, </a:t>
                </a:r>
                <a:r>
                  <a:rPr lang="en-US" altLang="zh-CN" sz="1400" dirty="0">
                    <a:solidFill>
                      <a:srgbClr val="009644"/>
                    </a:solidFill>
                  </a:rPr>
                  <a:t>execute line 3, </a:t>
                </a:r>
                <a14:m>
                  <m:oMath xmlns:m="http://schemas.openxmlformats.org/officeDocument/2006/math">
                    <m:r>
                      <a:rPr lang="en-US" altLang="zh-CN" sz="1400">
                        <a:solidFill>
                          <a:srgbClr val="009644"/>
                        </a:solidFill>
                        <a:latin typeface="Cambria Math" panose="02040503050406030204" pitchFamily="18" charset="0"/>
                      </a:rPr>
                      <m:t>𝑗</m:t>
                    </m:r>
                    <m:r>
                      <a:rPr lang="en-US" altLang="zh-CN" sz="1400">
                        <a:solidFill>
                          <a:srgbClr val="009644"/>
                        </a:solidFill>
                        <a:latin typeface="Cambria Math" panose="02040503050406030204" pitchFamily="18" charset="0"/>
                      </a:rPr>
                      <m:t>++</m:t>
                    </m:r>
                  </m:oMath>
                </a14:m>
                <a:r>
                  <a:rPr lang="en-US" sz="1400" dirty="0">
                    <a:solidFill>
                      <a:srgbClr val="009644"/>
                    </a:solidFill>
                  </a:rPr>
                  <a:t>, then </a:t>
                </a:r>
                <a14:m>
                  <m:oMath xmlns:m="http://schemas.openxmlformats.org/officeDocument/2006/math">
                    <m:r>
                      <a:rPr lang="en-US" sz="1400">
                        <a:solidFill>
                          <a:srgbClr val="009644"/>
                        </a:solidFill>
                        <a:latin typeface="Cambria Math" panose="02040503050406030204" pitchFamily="18" charset="0"/>
                      </a:rPr>
                      <m:t>𝑗</m:t>
                    </m:r>
                    <m:r>
                      <a:rPr lang="en-US" sz="1400">
                        <a:solidFill>
                          <a:srgbClr val="009644"/>
                        </a:solidFill>
                        <a:latin typeface="Cambria Math" panose="02040503050406030204" pitchFamily="18" charset="0"/>
                      </a:rPr>
                      <m:t>=4</m:t>
                    </m:r>
                  </m:oMath>
                </a14:m>
                <a:r>
                  <a:rPr lang="en-US" sz="1400" dirty="0">
                    <a:solidFill>
                      <a:srgbClr val="009644"/>
                    </a:solidFill>
                  </a:rPr>
                  <a:t>, the array will be like:</a:t>
                </a:r>
              </a:p>
            </p:txBody>
          </p:sp>
        </mc:Choice>
        <mc:Fallback xmlns="">
          <p:sp>
            <p:nvSpPr>
              <p:cNvPr id="23" name="TextBox 22">
                <a:extLst>
                  <a:ext uri="{FF2B5EF4-FFF2-40B4-BE49-F238E27FC236}">
                    <a16:creationId xmlns:a16="http://schemas.microsoft.com/office/drawing/2014/main" id="{5F70021E-D758-4C6E-8017-2DBCAD1F99A4}"/>
                  </a:ext>
                </a:extLst>
              </p:cNvPr>
              <p:cNvSpPr txBox="1">
                <a:spLocks noRot="1" noChangeAspect="1" noMove="1" noResize="1" noEditPoints="1" noAdjustHandles="1" noChangeArrowheads="1" noChangeShapeType="1" noTextEdit="1"/>
              </p:cNvSpPr>
              <p:nvPr/>
            </p:nvSpPr>
            <p:spPr>
              <a:xfrm>
                <a:off x="6471747" y="4496757"/>
                <a:ext cx="5805494" cy="307777"/>
              </a:xfrm>
              <a:prstGeom prst="rect">
                <a:avLst/>
              </a:prstGeom>
              <a:blipFill>
                <a:blip r:embed="rId13"/>
                <a:stretch>
                  <a:fillRect l="-315" t="-4000" b="-20000"/>
                </a:stretch>
              </a:blipFill>
            </p:spPr>
            <p:txBody>
              <a:bodyPr/>
              <a:lstStyle/>
              <a:p>
                <a:r>
                  <a:rPr lang="en-US">
                    <a:noFill/>
                  </a:rPr>
                  <a:t> </a:t>
                </a:r>
              </a:p>
            </p:txBody>
          </p:sp>
        </mc:Fallback>
      </mc:AlternateContent>
      <p:graphicFrame>
        <p:nvGraphicFramePr>
          <p:cNvPr id="24" name="Table 18">
            <a:extLst>
              <a:ext uri="{FF2B5EF4-FFF2-40B4-BE49-F238E27FC236}">
                <a16:creationId xmlns:a16="http://schemas.microsoft.com/office/drawing/2014/main" id="{9F5E7E64-A79C-4A2C-BEC3-8403AA93B431}"/>
              </a:ext>
            </a:extLst>
          </p:cNvPr>
          <p:cNvGraphicFramePr>
            <a:graphicFrameLocks noGrp="1"/>
          </p:cNvGraphicFramePr>
          <p:nvPr>
            <p:extLst>
              <p:ext uri="{D42A27DB-BD31-4B8C-83A1-F6EECF244321}">
                <p14:modId xmlns:p14="http://schemas.microsoft.com/office/powerpoint/2010/main" val="2010112873"/>
              </p:ext>
            </p:extLst>
          </p:nvPr>
        </p:nvGraphicFramePr>
        <p:xfrm>
          <a:off x="6856336" y="5236939"/>
          <a:ext cx="2867272" cy="365760"/>
        </p:xfrm>
        <a:graphic>
          <a:graphicData uri="http://schemas.openxmlformats.org/drawingml/2006/table">
            <a:tbl>
              <a:tblPr firstRow="1" bandRow="1">
                <a:tableStyleId>{5C22544A-7EE6-4342-B048-85BDC9FD1C3A}</a:tableStyleId>
              </a:tblPr>
              <a:tblGrid>
                <a:gridCol w="358409">
                  <a:extLst>
                    <a:ext uri="{9D8B030D-6E8A-4147-A177-3AD203B41FA5}">
                      <a16:colId xmlns:a16="http://schemas.microsoft.com/office/drawing/2014/main" val="1406380209"/>
                    </a:ext>
                  </a:extLst>
                </a:gridCol>
                <a:gridCol w="358409">
                  <a:extLst>
                    <a:ext uri="{9D8B030D-6E8A-4147-A177-3AD203B41FA5}">
                      <a16:colId xmlns:a16="http://schemas.microsoft.com/office/drawing/2014/main" val="141556990"/>
                    </a:ext>
                  </a:extLst>
                </a:gridCol>
                <a:gridCol w="358409">
                  <a:extLst>
                    <a:ext uri="{9D8B030D-6E8A-4147-A177-3AD203B41FA5}">
                      <a16:colId xmlns:a16="http://schemas.microsoft.com/office/drawing/2014/main" val="1493153863"/>
                    </a:ext>
                  </a:extLst>
                </a:gridCol>
                <a:gridCol w="358409">
                  <a:extLst>
                    <a:ext uri="{9D8B030D-6E8A-4147-A177-3AD203B41FA5}">
                      <a16:colId xmlns:a16="http://schemas.microsoft.com/office/drawing/2014/main" val="543636830"/>
                    </a:ext>
                  </a:extLst>
                </a:gridCol>
                <a:gridCol w="358409">
                  <a:extLst>
                    <a:ext uri="{9D8B030D-6E8A-4147-A177-3AD203B41FA5}">
                      <a16:colId xmlns:a16="http://schemas.microsoft.com/office/drawing/2014/main" val="3064293422"/>
                    </a:ext>
                  </a:extLst>
                </a:gridCol>
                <a:gridCol w="358409">
                  <a:extLst>
                    <a:ext uri="{9D8B030D-6E8A-4147-A177-3AD203B41FA5}">
                      <a16:colId xmlns:a16="http://schemas.microsoft.com/office/drawing/2014/main" val="3538834075"/>
                    </a:ext>
                  </a:extLst>
                </a:gridCol>
                <a:gridCol w="358409">
                  <a:extLst>
                    <a:ext uri="{9D8B030D-6E8A-4147-A177-3AD203B41FA5}">
                      <a16:colId xmlns:a16="http://schemas.microsoft.com/office/drawing/2014/main" val="3300904193"/>
                    </a:ext>
                  </a:extLst>
                </a:gridCol>
                <a:gridCol w="358409">
                  <a:extLst>
                    <a:ext uri="{9D8B030D-6E8A-4147-A177-3AD203B41FA5}">
                      <a16:colId xmlns:a16="http://schemas.microsoft.com/office/drawing/2014/main" val="3296869174"/>
                    </a:ext>
                  </a:extLst>
                </a:gridCol>
              </a:tblGrid>
              <a:tr h="349455">
                <a:tc>
                  <a:txBody>
                    <a:bodyPr/>
                    <a:lstStyle/>
                    <a:p>
                      <a:r>
                        <a:rPr lang="en-US"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r>
                        <a:rPr lang="en-US" b="0" dirty="0">
                          <a:solidFill>
                            <a:schemeClr val="bg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333FF"/>
                    </a:solidFill>
                  </a:tcPr>
                </a:tc>
                <a:tc>
                  <a:txBody>
                    <a:bodyPr/>
                    <a:lstStyle/>
                    <a:p>
                      <a:r>
                        <a:rPr lang="en-US" b="0"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333FF"/>
                    </a:solidFill>
                  </a:tcPr>
                </a:tc>
                <a:tc>
                  <a:txBody>
                    <a:bodyPr/>
                    <a:lstStyle/>
                    <a:p>
                      <a:r>
                        <a:rPr lang="en-US"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76056490"/>
                  </a:ext>
                </a:extLst>
              </a:tr>
            </a:tbl>
          </a:graphicData>
        </a:graphic>
      </p:graphicFrame>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C6CB7DDC-0813-4A6A-B31F-865102576429}"/>
                  </a:ext>
                </a:extLst>
              </p:cNvPr>
              <p:cNvSpPr txBox="1"/>
              <p:nvPr/>
            </p:nvSpPr>
            <p:spPr>
              <a:xfrm>
                <a:off x="6856336" y="4902081"/>
                <a:ext cx="3340360"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𝑝</m:t>
                    </m:r>
                  </m:oMath>
                </a14:m>
                <a:r>
                  <a:rPr lang="en-US" dirty="0"/>
                  <a:t>    </a:t>
                </a:r>
                <a14:m>
                  <m:oMath xmlns:m="http://schemas.openxmlformats.org/officeDocument/2006/math">
                    <m:r>
                      <a:rPr lang="en-US" b="0" i="1" dirty="0" smtClean="0">
                        <a:latin typeface="Cambria Math" panose="02040503050406030204" pitchFamily="18" charset="0"/>
                      </a:rPr>
                      <m:t>𝑖</m:t>
                    </m:r>
                  </m:oMath>
                </a14:m>
                <a:r>
                  <a:rPr lang="en-US" dirty="0"/>
                  <a:t>                    </a:t>
                </a:r>
                <a14:m>
                  <m:oMath xmlns:m="http://schemas.openxmlformats.org/officeDocument/2006/math">
                    <m:r>
                      <a:rPr lang="en-US" b="0" i="1" dirty="0" smtClean="0">
                        <a:latin typeface="Cambria Math" panose="02040503050406030204" pitchFamily="18" charset="0"/>
                      </a:rPr>
                      <m:t>𝑗</m:t>
                    </m:r>
                  </m:oMath>
                </a14:m>
                <a:endParaRPr lang="en-US" dirty="0"/>
              </a:p>
            </p:txBody>
          </p:sp>
        </mc:Choice>
        <mc:Fallback xmlns="">
          <p:sp>
            <p:nvSpPr>
              <p:cNvPr id="25" name="TextBox 24">
                <a:extLst>
                  <a:ext uri="{FF2B5EF4-FFF2-40B4-BE49-F238E27FC236}">
                    <a16:creationId xmlns:a16="http://schemas.microsoft.com/office/drawing/2014/main" id="{C6CB7DDC-0813-4A6A-B31F-865102576429}"/>
                  </a:ext>
                </a:extLst>
              </p:cNvPr>
              <p:cNvSpPr txBox="1">
                <a:spLocks noRot="1" noChangeAspect="1" noMove="1" noResize="1" noEditPoints="1" noAdjustHandles="1" noChangeArrowheads="1" noChangeShapeType="1" noTextEdit="1"/>
              </p:cNvSpPr>
              <p:nvPr/>
            </p:nvSpPr>
            <p:spPr>
              <a:xfrm>
                <a:off x="6856336" y="4902081"/>
                <a:ext cx="3340360" cy="369332"/>
              </a:xfrm>
              <a:prstGeom prst="rect">
                <a:avLst/>
              </a:prstGeom>
              <a:blipFill>
                <a:blip r:embed="rId14"/>
                <a:stretch>
                  <a:fillRect b="-13115"/>
                </a:stretch>
              </a:blipFill>
            </p:spPr>
            <p:txBody>
              <a:bodyPr/>
              <a:lstStyle/>
              <a:p>
                <a:r>
                  <a:rPr lang="en-US">
                    <a:noFill/>
                  </a:rPr>
                  <a:t> </a:t>
                </a:r>
              </a:p>
            </p:txBody>
          </p:sp>
        </mc:Fallback>
      </mc:AlternateContent>
    </p:spTree>
    <p:extLst>
      <p:ext uri="{BB962C8B-B14F-4D97-AF65-F5344CB8AC3E}">
        <p14:creationId xmlns:p14="http://schemas.microsoft.com/office/powerpoint/2010/main" val="2400403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4C921-8720-497A-9206-E6CF7634F45B}"/>
              </a:ext>
            </a:extLst>
          </p:cNvPr>
          <p:cNvSpPr>
            <a:spLocks noGrp="1"/>
          </p:cNvSpPr>
          <p:nvPr>
            <p:ph type="title"/>
          </p:nvPr>
        </p:nvSpPr>
        <p:spPr>
          <a:xfrm>
            <a:off x="297025" y="313093"/>
            <a:ext cx="10515600" cy="735887"/>
          </a:xfrm>
        </p:spPr>
        <p:txBody>
          <a:bodyPr/>
          <a:lstStyle/>
          <a:p>
            <a:r>
              <a:rPr lang="en-US" dirty="0"/>
              <a:t>Time cost of Quick-Sort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4649E58-A4AE-4D27-BCE2-29C6F0DAC3C0}"/>
                  </a:ext>
                </a:extLst>
              </p:cNvPr>
              <p:cNvSpPr>
                <a:spLocks noGrp="1"/>
              </p:cNvSpPr>
              <p:nvPr>
                <p:ph idx="1"/>
              </p:nvPr>
            </p:nvSpPr>
            <p:spPr>
              <a:xfrm>
                <a:off x="297025" y="1253331"/>
                <a:ext cx="10515600" cy="4351338"/>
              </a:xfrm>
            </p:spPr>
            <p:txBody>
              <a:bodyPr/>
              <a:lstStyle/>
              <a:p>
                <a:r>
                  <a:rPr lang="en-US" b="0" i="0" dirty="0">
                    <a:solidFill>
                      <a:srgbClr val="2C2C36"/>
                    </a:solidFill>
                    <a:effectLst/>
                    <a:latin typeface="-apple-system"/>
                  </a:rPr>
                  <a:t>Best case:</a:t>
                </a:r>
              </a:p>
              <a:p>
                <a:pPr marL="457200" lvl="1" indent="0">
                  <a:buNone/>
                </a:pPr>
                <a:r>
                  <a:rPr lang="en-US" b="0" i="0" dirty="0">
                    <a:solidFill>
                      <a:srgbClr val="2C2C36"/>
                    </a:solidFill>
                    <a:effectLst/>
                    <a:latin typeface="-apple-system"/>
                  </a:rPr>
                  <a:t>Each time, the chosen pivot element can divide the array into two subarrays of nearly equal size. Thus,</a:t>
                </a:r>
              </a:p>
              <a:p>
                <a:pPr marL="457200" lvl="1" indent="0">
                  <a:buNone/>
                </a:pPr>
                <a:endParaRPr lang="en-US" b="0" i="0" dirty="0">
                  <a:solidFill>
                    <a:srgbClr val="2C2C36"/>
                  </a:solidFill>
                  <a:effectLst/>
                  <a:latin typeface="-apple-system"/>
                </a:endParaRPr>
              </a:p>
              <a:p>
                <a:pPr marL="457200" lvl="1" indent="0">
                  <a:buNone/>
                </a:pPr>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𝑚</m:t>
                        </m:r>
                      </m:e>
                    </m:d>
                    <m:r>
                      <a:rPr lang="en-US" b="0" i="1" smtClean="0">
                        <a:latin typeface="Cambria Math" panose="02040503050406030204" pitchFamily="18" charset="0"/>
                      </a:rPr>
                      <m:t>+</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𝑚</m:t>
                        </m:r>
                        <m:r>
                          <a:rPr lang="en-US" b="0" i="1" smtClean="0">
                            <a:latin typeface="Cambria Math" panose="02040503050406030204" pitchFamily="18" charset="0"/>
                          </a:rPr>
                          <m:t>−1</m:t>
                        </m:r>
                      </m:e>
                    </m:d>
                    <m:r>
                      <a:rPr lang="en-US" b="0" i="1" smtClean="0">
                        <a:latin typeface="Cambria Math" panose="02040503050406030204" pitchFamily="18" charset="0"/>
                      </a:rPr>
                      <m:t>+</m:t>
                    </m:r>
                    <m:r>
                      <a:rPr lang="en-US" b="0" i="1" smtClean="0">
                        <a:latin typeface="Cambria Math" panose="02040503050406030204" pitchFamily="18" charset="0"/>
                      </a:rPr>
                      <m:t>𝑐𝑛</m:t>
                    </m:r>
                  </m:oMath>
                </a14:m>
                <a:r>
                  <a:rPr lang="en-US" dirty="0"/>
                  <a:t> will be converted into:</a:t>
                </a:r>
              </a:p>
              <a:p>
                <a:pPr marL="457200" lvl="1" indent="0">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2</m:t>
                              </m:r>
                            </m:den>
                          </m:f>
                        </m:e>
                      </m:d>
                      <m:r>
                        <a:rPr lang="en-US" b="0" i="1" smtClean="0">
                          <a:latin typeface="Cambria Math" panose="02040503050406030204" pitchFamily="18" charset="0"/>
                        </a:rPr>
                        <m:t>+</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2</m:t>
                              </m:r>
                            </m:den>
                          </m:f>
                        </m:e>
                      </m:d>
                      <m:r>
                        <a:rPr lang="en-US" b="0" i="1" smtClean="0">
                          <a:latin typeface="Cambria Math" panose="02040503050406030204" pitchFamily="18" charset="0"/>
                        </a:rPr>
                        <m:t>+</m:t>
                      </m:r>
                      <m:r>
                        <a:rPr lang="en-US" b="0" i="1" smtClean="0">
                          <a:latin typeface="Cambria Math" panose="02040503050406030204" pitchFamily="18" charset="0"/>
                        </a:rPr>
                        <m:t>𝑐𝑛</m:t>
                      </m:r>
                    </m:oMath>
                  </m:oMathPara>
                </a14:m>
                <a:endParaRPr lang="en-US" b="0" i="1" dirty="0">
                  <a:latin typeface="Cambria Math" panose="02040503050406030204" pitchFamily="18" charset="0"/>
                </a:endParaRPr>
              </a:p>
              <a:p>
                <a:pPr marL="457200" lvl="1" indent="0">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           =2</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2</m:t>
                              </m:r>
                            </m:den>
                          </m:f>
                        </m:e>
                      </m:d>
                      <m:r>
                        <a:rPr lang="en-US" b="0" i="1" smtClean="0">
                          <a:latin typeface="Cambria Math" panose="02040503050406030204" pitchFamily="18" charset="0"/>
                        </a:rPr>
                        <m:t>+</m:t>
                      </m:r>
                      <m:r>
                        <a:rPr lang="en-US" b="0" i="1" smtClean="0">
                          <a:latin typeface="Cambria Math" panose="02040503050406030204" pitchFamily="18" charset="0"/>
                        </a:rPr>
                        <m:t>𝑐𝑛</m:t>
                      </m:r>
                    </m:oMath>
                  </m:oMathPara>
                </a14:m>
                <a:endParaRPr lang="en-US" b="0" i="1" dirty="0">
                  <a:latin typeface="Cambria Math" panose="02040503050406030204" pitchFamily="18" charset="0"/>
                </a:endParaRPr>
              </a:p>
              <a:p>
                <a:pPr marL="457200" lvl="1" indent="0">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           =</m:t>
                      </m:r>
                      <m:r>
                        <a:rPr lang="en-US" b="0" i="1" smtClean="0">
                          <a:latin typeface="Cambria Math" panose="02040503050406030204" pitchFamily="18" charset="0"/>
                        </a:rPr>
                        <m:t>𝑂</m:t>
                      </m:r>
                      <m:r>
                        <a:rPr lang="en-US" b="0" i="1" smtClean="0">
                          <a:latin typeface="Cambria Math" panose="02040503050406030204" pitchFamily="18" charset="0"/>
                        </a:rPr>
                        <m:t>(</m:t>
                      </m:r>
                      <m:r>
                        <a:rPr lang="en-US" b="0" i="1" smtClean="0">
                          <a:latin typeface="Cambria Math" panose="02040503050406030204" pitchFamily="18" charset="0"/>
                        </a:rPr>
                        <m:t>𝑛𝑙𝑜𝑔𝑛</m:t>
                      </m:r>
                      <m:r>
                        <a:rPr lang="en-US" b="0" i="1" smtClean="0">
                          <a:latin typeface="Cambria Math" panose="02040503050406030204" pitchFamily="18" charset="0"/>
                        </a:rPr>
                        <m:t>)</m:t>
                      </m:r>
                    </m:oMath>
                  </m:oMathPara>
                </a14:m>
                <a:endParaRPr lang="en-US" dirty="0"/>
              </a:p>
              <a:p>
                <a:endParaRPr lang="en-US" dirty="0"/>
              </a:p>
            </p:txBody>
          </p:sp>
        </mc:Choice>
        <mc:Fallback xmlns="">
          <p:sp>
            <p:nvSpPr>
              <p:cNvPr id="3" name="Content Placeholder 2">
                <a:extLst>
                  <a:ext uri="{FF2B5EF4-FFF2-40B4-BE49-F238E27FC236}">
                    <a16:creationId xmlns:a16="http://schemas.microsoft.com/office/drawing/2014/main" id="{E4649E58-A4AE-4D27-BCE2-29C6F0DAC3C0}"/>
                  </a:ext>
                </a:extLst>
              </p:cNvPr>
              <p:cNvSpPr>
                <a:spLocks noGrp="1" noRot="1" noChangeAspect="1" noMove="1" noResize="1" noEditPoints="1" noAdjustHandles="1" noChangeArrowheads="1" noChangeShapeType="1" noTextEdit="1"/>
              </p:cNvSpPr>
              <p:nvPr>
                <p:ph idx="1"/>
              </p:nvPr>
            </p:nvSpPr>
            <p:spPr>
              <a:xfrm>
                <a:off x="297025" y="1253331"/>
                <a:ext cx="10515600" cy="4351338"/>
              </a:xfrm>
              <a:blipFill>
                <a:blip r:embed="rId2"/>
                <a:stretch>
                  <a:fillRect l="-1043" t="-2384"/>
                </a:stretch>
              </a:blipFill>
            </p:spPr>
            <p:txBody>
              <a:bodyPr/>
              <a:lstStyle/>
              <a:p>
                <a:r>
                  <a:rPr lang="en-US">
                    <a:noFill/>
                  </a:rPr>
                  <a:t> </a:t>
                </a:r>
              </a:p>
            </p:txBody>
          </p:sp>
        </mc:Fallback>
      </mc:AlternateContent>
    </p:spTree>
    <p:extLst>
      <p:ext uri="{BB962C8B-B14F-4D97-AF65-F5344CB8AC3E}">
        <p14:creationId xmlns:p14="http://schemas.microsoft.com/office/powerpoint/2010/main" val="27021221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4C921-8720-497A-9206-E6CF7634F45B}"/>
              </a:ext>
            </a:extLst>
          </p:cNvPr>
          <p:cNvSpPr>
            <a:spLocks noGrp="1"/>
          </p:cNvSpPr>
          <p:nvPr>
            <p:ph type="title"/>
          </p:nvPr>
        </p:nvSpPr>
        <p:spPr>
          <a:xfrm>
            <a:off x="297025" y="313093"/>
            <a:ext cx="10515600" cy="735887"/>
          </a:xfrm>
        </p:spPr>
        <p:txBody>
          <a:bodyPr/>
          <a:lstStyle/>
          <a:p>
            <a:r>
              <a:rPr lang="en-US" dirty="0"/>
              <a:t>Time cost of Quick-Sort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4649E58-A4AE-4D27-BCE2-29C6F0DAC3C0}"/>
                  </a:ext>
                </a:extLst>
              </p:cNvPr>
              <p:cNvSpPr>
                <a:spLocks noGrp="1"/>
              </p:cNvSpPr>
              <p:nvPr>
                <p:ph idx="1"/>
              </p:nvPr>
            </p:nvSpPr>
            <p:spPr>
              <a:xfrm>
                <a:off x="297025" y="1253331"/>
                <a:ext cx="10515600" cy="4351338"/>
              </a:xfrm>
            </p:spPr>
            <p:txBody>
              <a:bodyPr/>
              <a:lstStyle/>
              <a:p>
                <a:r>
                  <a:rPr lang="en-US" dirty="0">
                    <a:solidFill>
                      <a:srgbClr val="2C2C36"/>
                    </a:solidFill>
                    <a:latin typeface="-apple-system"/>
                  </a:rPr>
                  <a:t>Worst</a:t>
                </a:r>
                <a:r>
                  <a:rPr lang="en-US" b="0" i="0" dirty="0">
                    <a:solidFill>
                      <a:srgbClr val="2C2C36"/>
                    </a:solidFill>
                    <a:effectLst/>
                    <a:latin typeface="-apple-system"/>
                  </a:rPr>
                  <a:t> case:</a:t>
                </a:r>
              </a:p>
              <a:p>
                <a:pPr marL="457200" lvl="1" indent="0">
                  <a:buNone/>
                </a:pPr>
                <a:r>
                  <a:rPr lang="en-US" b="0" i="0" dirty="0">
                    <a:solidFill>
                      <a:srgbClr val="2C2C36"/>
                    </a:solidFill>
                    <a:effectLst/>
                    <a:latin typeface="-apple-system"/>
                  </a:rPr>
                  <a:t>When each partition is extremely unbalanced, for example, when the chosen pivot element is always the smallest or largest value in the current array, this results in one subarray being empty after the partition, and the other subarray having only one less element than the original array. Thus,</a:t>
                </a:r>
              </a:p>
              <a:p>
                <a:pPr marL="457200" lvl="1" indent="0">
                  <a:buNone/>
                </a:pPr>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𝑚</m:t>
                        </m:r>
                      </m:e>
                    </m:d>
                    <m:r>
                      <a:rPr lang="en-US" b="0" i="1" smtClean="0">
                        <a:latin typeface="Cambria Math" panose="02040503050406030204" pitchFamily="18" charset="0"/>
                      </a:rPr>
                      <m:t>+</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𝑚</m:t>
                        </m:r>
                        <m:r>
                          <a:rPr lang="en-US" b="0" i="1" smtClean="0">
                            <a:latin typeface="Cambria Math" panose="02040503050406030204" pitchFamily="18" charset="0"/>
                          </a:rPr>
                          <m:t>−1</m:t>
                        </m:r>
                      </m:e>
                    </m:d>
                    <m:r>
                      <a:rPr lang="en-US" b="0" i="1" smtClean="0">
                        <a:latin typeface="Cambria Math" panose="02040503050406030204" pitchFamily="18" charset="0"/>
                      </a:rPr>
                      <m:t>+</m:t>
                    </m:r>
                    <m:r>
                      <a:rPr lang="en-US" b="0" i="1" smtClean="0">
                        <a:latin typeface="Cambria Math" panose="02040503050406030204" pitchFamily="18" charset="0"/>
                      </a:rPr>
                      <m:t>𝑐𝑛</m:t>
                    </m:r>
                  </m:oMath>
                </a14:m>
                <a:r>
                  <a:rPr lang="en-US" dirty="0"/>
                  <a:t> will be converted into:</a:t>
                </a:r>
              </a:p>
              <a:p>
                <a:pPr marL="457200" lvl="1" indent="0">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−1</m:t>
                          </m:r>
                        </m:e>
                      </m:d>
                      <m:r>
                        <a:rPr lang="en-US" b="0" i="1" smtClean="0">
                          <a:latin typeface="Cambria Math" panose="02040503050406030204" pitchFamily="18" charset="0"/>
                        </a:rPr>
                        <m:t>+</m:t>
                      </m:r>
                      <m:r>
                        <a:rPr lang="en-US" b="0" i="1" smtClean="0">
                          <a:latin typeface="Cambria Math" panose="02040503050406030204" pitchFamily="18" charset="0"/>
                        </a:rPr>
                        <m:t>𝑐𝑛</m:t>
                      </m:r>
                    </m:oMath>
                  </m:oMathPara>
                </a14:m>
                <a:endParaRPr lang="en-US" b="0" i="1" dirty="0">
                  <a:latin typeface="Cambria Math" panose="02040503050406030204" pitchFamily="18" charset="0"/>
                </a:endParaRPr>
              </a:p>
              <a:p>
                <a:pPr marL="457200" lvl="1" indent="0">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           =⋯</m:t>
                      </m:r>
                    </m:oMath>
                  </m:oMathPara>
                </a14:m>
                <a:endParaRPr lang="en-US" b="0" i="1" dirty="0">
                  <a:latin typeface="Cambria Math" panose="02040503050406030204" pitchFamily="18" charset="0"/>
                </a:endParaRPr>
              </a:p>
              <a:p>
                <a:pPr marL="457200" lvl="1" indent="0">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           =</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1</m:t>
                          </m:r>
                        </m:e>
                      </m:d>
                      <m:r>
                        <a:rPr lang="en-US" b="0" i="1" smtClean="0">
                          <a:latin typeface="Cambria Math" panose="02040503050406030204" pitchFamily="18" charset="0"/>
                        </a:rPr>
                        <m:t>+</m:t>
                      </m:r>
                      <m:r>
                        <a:rPr lang="en-US" b="0" i="1" smtClean="0">
                          <a:latin typeface="Cambria Math" panose="02040503050406030204" pitchFamily="18" charset="0"/>
                        </a:rPr>
                        <m:t>𝑐</m:t>
                      </m:r>
                      <m:nary>
                        <m:naryPr>
                          <m:chr m:val="∑"/>
                          <m:limLoc m:val="subSup"/>
                          <m:ctrlPr>
                            <a:rPr lang="en-US" b="0" i="1" smtClean="0">
                              <a:latin typeface="Cambria Math" panose="02040503050406030204" pitchFamily="18" charset="0"/>
                            </a:rPr>
                          </m:ctrlPr>
                        </m:naryPr>
                        <m:sub>
                          <m:r>
                            <m:rPr>
                              <m:brk m:alnAt="25"/>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e>
                          <m:r>
                            <a:rPr lang="en-US" b="0" i="1" smtClean="0">
                              <a:latin typeface="Cambria Math" panose="02040503050406030204" pitchFamily="18" charset="0"/>
                            </a:rPr>
                            <m:t>𝑖</m:t>
                          </m:r>
                        </m:e>
                      </m:nary>
                    </m:oMath>
                  </m:oMathPara>
                </a14:m>
                <a:endParaRPr lang="en-US" b="0" i="1" dirty="0">
                  <a:latin typeface="Cambria Math" panose="02040503050406030204" pitchFamily="18" charset="0"/>
                </a:endParaRPr>
              </a:p>
              <a:p>
                <a:pPr marL="457200" lvl="1" indent="0">
                  <a:buNone/>
                </a:pPr>
                <a:r>
                  <a:rPr lang="en-US" b="0" dirty="0"/>
                  <a:t>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𝑂</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e>
                    </m:d>
                  </m:oMath>
                </a14:m>
                <a:endParaRPr lang="en-US" b="0" i="1" dirty="0">
                  <a:latin typeface="Cambria Math" panose="02040503050406030204" pitchFamily="18" charset="0"/>
                </a:endParaRPr>
              </a:p>
              <a:p>
                <a:pPr marL="0" indent="0">
                  <a:buNone/>
                </a:pPr>
                <a:endParaRPr lang="en-US" dirty="0"/>
              </a:p>
            </p:txBody>
          </p:sp>
        </mc:Choice>
        <mc:Fallback xmlns="">
          <p:sp>
            <p:nvSpPr>
              <p:cNvPr id="3" name="Content Placeholder 2">
                <a:extLst>
                  <a:ext uri="{FF2B5EF4-FFF2-40B4-BE49-F238E27FC236}">
                    <a16:creationId xmlns:a16="http://schemas.microsoft.com/office/drawing/2014/main" id="{E4649E58-A4AE-4D27-BCE2-29C6F0DAC3C0}"/>
                  </a:ext>
                </a:extLst>
              </p:cNvPr>
              <p:cNvSpPr>
                <a:spLocks noGrp="1" noRot="1" noChangeAspect="1" noMove="1" noResize="1" noEditPoints="1" noAdjustHandles="1" noChangeArrowheads="1" noChangeShapeType="1" noTextEdit="1"/>
              </p:cNvSpPr>
              <p:nvPr>
                <p:ph idx="1"/>
              </p:nvPr>
            </p:nvSpPr>
            <p:spPr>
              <a:xfrm>
                <a:off x="297025" y="1253331"/>
                <a:ext cx="10515600" cy="4351338"/>
              </a:xfrm>
              <a:blipFill>
                <a:blip r:embed="rId2"/>
                <a:stretch>
                  <a:fillRect l="-1043" t="-2384"/>
                </a:stretch>
              </a:blipFill>
            </p:spPr>
            <p:txBody>
              <a:bodyPr/>
              <a:lstStyle/>
              <a:p>
                <a:r>
                  <a:rPr lang="en-US">
                    <a:noFill/>
                  </a:rPr>
                  <a:t> </a:t>
                </a:r>
              </a:p>
            </p:txBody>
          </p:sp>
        </mc:Fallback>
      </mc:AlternateContent>
    </p:spTree>
    <p:extLst>
      <p:ext uri="{BB962C8B-B14F-4D97-AF65-F5344CB8AC3E}">
        <p14:creationId xmlns:p14="http://schemas.microsoft.com/office/powerpoint/2010/main" val="29918598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4C921-8720-497A-9206-E6CF7634F45B}"/>
              </a:ext>
            </a:extLst>
          </p:cNvPr>
          <p:cNvSpPr>
            <a:spLocks noGrp="1"/>
          </p:cNvSpPr>
          <p:nvPr>
            <p:ph type="title"/>
          </p:nvPr>
        </p:nvSpPr>
        <p:spPr>
          <a:xfrm>
            <a:off x="297025" y="313093"/>
            <a:ext cx="10515600" cy="735887"/>
          </a:xfrm>
        </p:spPr>
        <p:txBody>
          <a:bodyPr/>
          <a:lstStyle/>
          <a:p>
            <a:r>
              <a:rPr lang="en-US" dirty="0"/>
              <a:t>Time cost of Quick-Sort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4649E58-A4AE-4D27-BCE2-29C6F0DAC3C0}"/>
                  </a:ext>
                </a:extLst>
              </p:cNvPr>
              <p:cNvSpPr>
                <a:spLocks noGrp="1"/>
              </p:cNvSpPr>
              <p:nvPr>
                <p:ph idx="1"/>
              </p:nvPr>
            </p:nvSpPr>
            <p:spPr>
              <a:xfrm>
                <a:off x="297025" y="1253331"/>
                <a:ext cx="10515600" cy="5399396"/>
              </a:xfrm>
            </p:spPr>
            <p:txBody>
              <a:bodyPr>
                <a:normAutofit/>
              </a:bodyPr>
              <a:lstStyle/>
              <a:p>
                <a:r>
                  <a:rPr lang="en-US" dirty="0">
                    <a:solidFill>
                      <a:srgbClr val="2C2C36"/>
                    </a:solidFill>
                    <a:latin typeface="-apple-system"/>
                  </a:rPr>
                  <a:t>Average case</a:t>
                </a:r>
                <a:r>
                  <a:rPr lang="en-US" b="0" i="0" dirty="0">
                    <a:solidFill>
                      <a:srgbClr val="2C2C36"/>
                    </a:solidFill>
                    <a:effectLst/>
                    <a:latin typeface="-apple-system"/>
                  </a:rPr>
                  <a:t>:</a:t>
                </a:r>
              </a:p>
              <a:p>
                <a:pPr marL="457200" lvl="1" indent="0">
                  <a:buNone/>
                </a:pPr>
                <a:r>
                  <a:rPr lang="en-US" dirty="0">
                    <a:solidFill>
                      <a:srgbClr val="2C2C36"/>
                    </a:solidFill>
                    <a:latin typeface="-apple-system"/>
                  </a:rPr>
                  <a:t>For the array </a:t>
                </a:r>
                <a14:m>
                  <m:oMath xmlns:m="http://schemas.openxmlformats.org/officeDocument/2006/math">
                    <m:r>
                      <a:rPr lang="en-US" i="1" dirty="0" smtClean="0">
                        <a:solidFill>
                          <a:srgbClr val="2C2C36"/>
                        </a:solidFill>
                        <a:latin typeface="Cambria Math" panose="02040503050406030204" pitchFamily="18" charset="0"/>
                      </a:rPr>
                      <m:t>𝐴</m:t>
                    </m:r>
                    <m:r>
                      <a:rPr lang="en-US" i="1" dirty="0" smtClean="0">
                        <a:solidFill>
                          <a:srgbClr val="2C2C36"/>
                        </a:solidFill>
                        <a:latin typeface="Cambria Math" panose="02040503050406030204" pitchFamily="18" charset="0"/>
                      </a:rPr>
                      <m:t>(</m:t>
                    </m:r>
                    <m:r>
                      <a:rPr lang="en-US" i="1" dirty="0" smtClean="0">
                        <a:solidFill>
                          <a:srgbClr val="2C2C36"/>
                        </a:solidFill>
                        <a:latin typeface="Cambria Math" panose="02040503050406030204" pitchFamily="18" charset="0"/>
                      </a:rPr>
                      <m:t>𝑛</m:t>
                    </m:r>
                    <m:r>
                      <a:rPr lang="en-US" i="1" dirty="0" smtClean="0">
                        <a:solidFill>
                          <a:srgbClr val="2C2C36"/>
                        </a:solidFill>
                        <a:latin typeface="Cambria Math" panose="02040503050406030204" pitchFamily="18" charset="0"/>
                      </a:rPr>
                      <m:t>)</m:t>
                    </m:r>
                  </m:oMath>
                </a14:m>
                <a:r>
                  <a:rPr lang="en-US" dirty="0">
                    <a:solidFill>
                      <a:srgbClr val="2C2C36"/>
                    </a:solidFill>
                    <a:latin typeface="-apple-system"/>
                  </a:rPr>
                  <a:t>, in the average case, </a:t>
                </a:r>
                <a:r>
                  <a:rPr lang="en-US" b="0" i="0" dirty="0">
                    <a:solidFill>
                      <a:srgbClr val="2C2C36"/>
                    </a:solidFill>
                    <a:effectLst/>
                    <a:latin typeface="-apple-system"/>
                  </a:rPr>
                  <a:t>we consider every possible position for selecting the pivot element. This means evaluating the effect on partitioning for each possible pivot choice across all positions in the array. The results of these partitions are then aggregated and averaged by dividing by n. This approach accounts for the randomness in pivot selection, providing an average-case analysis that considers all potential scenarios. (</a:t>
                </a:r>
                <a:r>
                  <a:rPr lang="zh-CN" altLang="en-US" b="0" i="0" dirty="0">
                    <a:solidFill>
                      <a:srgbClr val="3F3F3F"/>
                    </a:solidFill>
                    <a:effectLst/>
                    <a:latin typeface="-apple-system"/>
                  </a:rPr>
                  <a:t>假设数组长度为</a:t>
                </a:r>
                <a:r>
                  <a:rPr lang="en-US" altLang="zh-CN" b="0" i="0" dirty="0">
                    <a:solidFill>
                      <a:srgbClr val="3F3F3F"/>
                    </a:solidFill>
                    <a:effectLst/>
                    <a:latin typeface="-apple-system"/>
                  </a:rPr>
                  <a:t>n</a:t>
                </a:r>
                <a:r>
                  <a:rPr lang="zh-CN" altLang="en-US" b="0" i="0" dirty="0">
                    <a:solidFill>
                      <a:srgbClr val="3F3F3F"/>
                    </a:solidFill>
                    <a:effectLst/>
                    <a:latin typeface="-apple-system"/>
                  </a:rPr>
                  <a:t>，那么平均情况应该是</a:t>
                </a:r>
                <a:r>
                  <a:rPr lang="en-US" altLang="zh-CN" b="0" i="0" dirty="0">
                    <a:solidFill>
                      <a:srgbClr val="3F3F3F"/>
                    </a:solidFill>
                    <a:effectLst/>
                    <a:latin typeface="-apple-system"/>
                  </a:rPr>
                  <a:t>pivot</a:t>
                </a:r>
                <a:r>
                  <a:rPr lang="zh-CN" altLang="en-US" b="0" i="0" dirty="0">
                    <a:solidFill>
                      <a:srgbClr val="3F3F3F"/>
                    </a:solidFill>
                    <a:effectLst/>
                    <a:latin typeface="-apple-system"/>
                  </a:rPr>
                  <a:t>元素选在数组所有可能位置的情况的叠加然后除以</a:t>
                </a:r>
                <a:r>
                  <a:rPr lang="en-US" altLang="zh-CN" b="0" i="0" dirty="0">
                    <a:solidFill>
                      <a:srgbClr val="3F3F3F"/>
                    </a:solidFill>
                    <a:effectLst/>
                    <a:latin typeface="-apple-system"/>
                  </a:rPr>
                  <a:t>n</a:t>
                </a:r>
                <a:r>
                  <a:rPr lang="en-US" b="0" i="0" dirty="0">
                    <a:solidFill>
                      <a:srgbClr val="2C2C36"/>
                    </a:solidFill>
                    <a:effectLst/>
                    <a:latin typeface="-apple-system"/>
                  </a:rPr>
                  <a:t>). Thus,</a:t>
                </a:r>
              </a:p>
              <a:p>
                <a:pPr marL="457200" lvl="1" indent="0">
                  <a:buNone/>
                </a:pPr>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𝑚</m:t>
                        </m:r>
                      </m:e>
                    </m:d>
                    <m:r>
                      <a:rPr lang="en-US" b="0" i="1" smtClean="0">
                        <a:latin typeface="Cambria Math" panose="02040503050406030204" pitchFamily="18" charset="0"/>
                      </a:rPr>
                      <m:t>+</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𝑚</m:t>
                        </m:r>
                        <m:r>
                          <a:rPr lang="en-US" b="0" i="1" smtClean="0">
                            <a:latin typeface="Cambria Math" panose="02040503050406030204" pitchFamily="18" charset="0"/>
                          </a:rPr>
                          <m:t>−1</m:t>
                        </m:r>
                      </m:e>
                    </m:d>
                    <m:r>
                      <a:rPr lang="en-US" b="0" i="1" smtClean="0">
                        <a:latin typeface="Cambria Math" panose="02040503050406030204" pitchFamily="18" charset="0"/>
                      </a:rPr>
                      <m:t>+</m:t>
                    </m:r>
                    <m:r>
                      <a:rPr lang="en-US" b="0" i="1" smtClean="0">
                        <a:latin typeface="Cambria Math" panose="02040503050406030204" pitchFamily="18" charset="0"/>
                      </a:rPr>
                      <m:t>𝑐𝑛</m:t>
                    </m:r>
                  </m:oMath>
                </a14:m>
                <a:r>
                  <a:rPr lang="en-US" dirty="0"/>
                  <a:t> will be converted into:</a:t>
                </a:r>
              </a:p>
              <a:p>
                <a:pPr marL="457200" lvl="1" indent="0">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𝑛</m:t>
                          </m:r>
                        </m:den>
                      </m:f>
                      <m:nary>
                        <m:naryPr>
                          <m:chr m:val="∑"/>
                          <m:limLoc m:val="subSup"/>
                          <m:ctrlPr>
                            <a:rPr lang="en-US" b="0" i="1" smtClean="0">
                              <a:latin typeface="Cambria Math" panose="02040503050406030204" pitchFamily="18" charset="0"/>
                            </a:rPr>
                          </m:ctrlPr>
                        </m:naryPr>
                        <m:sub>
                          <m:r>
                            <m:rPr>
                              <m:brk m:alnAt="25"/>
                            </m:rPr>
                            <a:rPr lang="en-US" b="0" i="1" smtClean="0">
                              <a:latin typeface="Cambria Math" panose="02040503050406030204" pitchFamily="18" charset="0"/>
                            </a:rPr>
                            <m:t>𝑚</m:t>
                          </m:r>
                          <m:r>
                            <a:rPr lang="en-US" b="0" i="1" smtClean="0">
                              <a:latin typeface="Cambria Math" panose="02040503050406030204" pitchFamily="18" charset="0"/>
                            </a:rPr>
                            <m:t>=0</m:t>
                          </m:r>
                        </m:sub>
                        <m:sup>
                          <m:r>
                            <a:rPr lang="en-US" b="0" i="1" smtClean="0">
                              <a:latin typeface="Cambria Math" panose="02040503050406030204" pitchFamily="18" charset="0"/>
                            </a:rPr>
                            <m:t>𝑛</m:t>
                          </m:r>
                          <m:r>
                            <a:rPr lang="en-US" b="0" i="1" smtClean="0">
                              <a:latin typeface="Cambria Math" panose="02040503050406030204" pitchFamily="18" charset="0"/>
                            </a:rPr>
                            <m:t>−1</m:t>
                          </m:r>
                        </m:sup>
                        <m:e>
                          <m:r>
                            <a:rPr lang="en-US" b="0" i="1" smtClean="0">
                              <a:latin typeface="Cambria Math" panose="02040503050406030204" pitchFamily="18" charset="0"/>
                            </a:rPr>
                            <m:t>(</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𝑚</m:t>
                              </m:r>
                            </m:e>
                          </m:d>
                          <m:r>
                            <a:rPr lang="en-US" b="0" i="1" smtClean="0">
                              <a:latin typeface="Cambria Math" panose="02040503050406030204" pitchFamily="18" charset="0"/>
                            </a:rPr>
                            <m:t>+</m:t>
                          </m:r>
                          <m:r>
                            <a:rPr lang="en-US" b="0" i="1" smtClean="0">
                              <a:latin typeface="Cambria Math" panose="02040503050406030204" pitchFamily="18" charset="0"/>
                            </a:rPr>
                            <m:t>𝑇</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𝑚</m:t>
                          </m:r>
                          <m:r>
                            <a:rPr lang="en-US" b="0" i="1" smtClean="0">
                              <a:latin typeface="Cambria Math" panose="02040503050406030204" pitchFamily="18" charset="0"/>
                            </a:rPr>
                            <m:t>−1))</m:t>
                          </m:r>
                        </m:e>
                      </m:nary>
                      <m:r>
                        <a:rPr lang="en-US" b="0" i="1" smtClean="0">
                          <a:latin typeface="Cambria Math" panose="02040503050406030204" pitchFamily="18" charset="0"/>
                        </a:rPr>
                        <m:t>+</m:t>
                      </m:r>
                      <m:r>
                        <a:rPr lang="en-US" b="0" i="1" smtClean="0">
                          <a:latin typeface="Cambria Math" panose="02040503050406030204" pitchFamily="18" charset="0"/>
                        </a:rPr>
                        <m:t>𝑐𝑛</m:t>
                      </m:r>
                    </m:oMath>
                  </m:oMathPara>
                </a14:m>
                <a:endParaRPr lang="en-US" b="0" i="1" dirty="0">
                  <a:latin typeface="Cambria Math" panose="02040503050406030204" pitchFamily="18" charset="0"/>
                </a:endParaRPr>
              </a:p>
              <a:p>
                <a:pPr marL="457200" lvl="1" indent="0">
                  <a:buNone/>
                </a:pPr>
                <a:endParaRPr lang="en-US" b="0" i="1" dirty="0">
                  <a:latin typeface="Cambria Math" panose="02040503050406030204" pitchFamily="18" charset="0"/>
                </a:endParaRPr>
              </a:p>
              <a:p>
                <a:pPr marL="0" indent="0">
                  <a:buNone/>
                </a:pPr>
                <a:endParaRPr lang="en-US" dirty="0"/>
              </a:p>
            </p:txBody>
          </p:sp>
        </mc:Choice>
        <mc:Fallback xmlns="">
          <p:sp>
            <p:nvSpPr>
              <p:cNvPr id="3" name="Content Placeholder 2">
                <a:extLst>
                  <a:ext uri="{FF2B5EF4-FFF2-40B4-BE49-F238E27FC236}">
                    <a16:creationId xmlns:a16="http://schemas.microsoft.com/office/drawing/2014/main" id="{E4649E58-A4AE-4D27-BCE2-29C6F0DAC3C0}"/>
                  </a:ext>
                </a:extLst>
              </p:cNvPr>
              <p:cNvSpPr>
                <a:spLocks noGrp="1" noRot="1" noChangeAspect="1" noMove="1" noResize="1" noEditPoints="1" noAdjustHandles="1" noChangeArrowheads="1" noChangeShapeType="1" noTextEdit="1"/>
              </p:cNvSpPr>
              <p:nvPr>
                <p:ph idx="1"/>
              </p:nvPr>
            </p:nvSpPr>
            <p:spPr>
              <a:xfrm>
                <a:off x="297025" y="1253331"/>
                <a:ext cx="10515600" cy="5399396"/>
              </a:xfrm>
              <a:blipFill>
                <a:blip r:embed="rId2"/>
                <a:stretch>
                  <a:fillRect l="-1043" t="-1921" r="-1159"/>
                </a:stretch>
              </a:blipFill>
            </p:spPr>
            <p:txBody>
              <a:bodyPr/>
              <a:lstStyle/>
              <a:p>
                <a:r>
                  <a:rPr lang="en-US">
                    <a:noFill/>
                  </a:rPr>
                  <a:t> </a:t>
                </a:r>
              </a:p>
            </p:txBody>
          </p:sp>
        </mc:Fallback>
      </mc:AlternateContent>
    </p:spTree>
    <p:extLst>
      <p:ext uri="{BB962C8B-B14F-4D97-AF65-F5344CB8AC3E}">
        <p14:creationId xmlns:p14="http://schemas.microsoft.com/office/powerpoint/2010/main" val="37127177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4C921-8720-497A-9206-E6CF7634F45B}"/>
              </a:ext>
            </a:extLst>
          </p:cNvPr>
          <p:cNvSpPr>
            <a:spLocks noGrp="1"/>
          </p:cNvSpPr>
          <p:nvPr>
            <p:ph type="title"/>
          </p:nvPr>
        </p:nvSpPr>
        <p:spPr>
          <a:xfrm>
            <a:off x="297025" y="313093"/>
            <a:ext cx="10515600" cy="735887"/>
          </a:xfrm>
        </p:spPr>
        <p:txBody>
          <a:bodyPr/>
          <a:lstStyle/>
          <a:p>
            <a:r>
              <a:rPr lang="en-US" dirty="0"/>
              <a:t>Time cost of Quick-Sort</a:t>
            </a:r>
          </a:p>
        </p:txBody>
      </p:sp>
      <p:sp>
        <p:nvSpPr>
          <p:cNvPr id="3" name="Content Placeholder 2">
            <a:extLst>
              <a:ext uri="{FF2B5EF4-FFF2-40B4-BE49-F238E27FC236}">
                <a16:creationId xmlns:a16="http://schemas.microsoft.com/office/drawing/2014/main" id="{E4649E58-A4AE-4D27-BCE2-29C6F0DAC3C0}"/>
              </a:ext>
            </a:extLst>
          </p:cNvPr>
          <p:cNvSpPr>
            <a:spLocks noGrp="1"/>
          </p:cNvSpPr>
          <p:nvPr>
            <p:ph idx="1"/>
          </p:nvPr>
        </p:nvSpPr>
        <p:spPr>
          <a:xfrm>
            <a:off x="297025" y="1253332"/>
            <a:ext cx="10515600" cy="923330"/>
          </a:xfrm>
        </p:spPr>
        <p:txBody>
          <a:bodyPr>
            <a:normAutofit fontScale="92500"/>
          </a:bodyPr>
          <a:lstStyle/>
          <a:p>
            <a:r>
              <a:rPr lang="en-US" dirty="0">
                <a:solidFill>
                  <a:srgbClr val="2C2C36"/>
                </a:solidFill>
                <a:latin typeface="-apple-system"/>
              </a:rPr>
              <a:t>Average case</a:t>
            </a:r>
            <a:r>
              <a:rPr lang="en-US" b="0" i="0" dirty="0">
                <a:solidFill>
                  <a:srgbClr val="2C2C36"/>
                </a:solidFill>
                <a:effectLst/>
                <a:latin typeface="-apple-system"/>
              </a:rPr>
              <a:t>:</a:t>
            </a:r>
          </a:p>
          <a:p>
            <a:pPr marL="457200" lvl="1" indent="0">
              <a:buNone/>
            </a:pPr>
            <a:r>
              <a:rPr lang="en-US" dirty="0">
                <a:solidFill>
                  <a:srgbClr val="2C2C36"/>
                </a:solidFill>
                <a:latin typeface="-apple-system"/>
              </a:rPr>
              <a:t>No matter what the pivot is, the result after one iteration of partition will be like:</a:t>
            </a:r>
          </a:p>
          <a:p>
            <a:pPr marL="457200" lvl="1" indent="0">
              <a:buNone/>
            </a:pPr>
            <a:endParaRPr lang="en-US" dirty="0">
              <a:solidFill>
                <a:srgbClr val="2C2C36"/>
              </a:solidFill>
              <a:latin typeface="-apple-system"/>
            </a:endParaRPr>
          </a:p>
          <a:p>
            <a:pPr marL="457200" lvl="1" indent="0">
              <a:buNone/>
            </a:pPr>
            <a:endParaRPr lang="en-US" b="0" i="1" dirty="0">
              <a:latin typeface="Cambria Math" panose="02040503050406030204" pitchFamily="18" charset="0"/>
            </a:endParaRPr>
          </a:p>
          <a:p>
            <a:pPr marL="0" indent="0">
              <a:buNone/>
            </a:pPr>
            <a:endParaRPr lang="en-US" dirty="0"/>
          </a:p>
        </p:txBody>
      </p:sp>
      <p:pic>
        <p:nvPicPr>
          <p:cNvPr id="5" name="Picture 4">
            <a:extLst>
              <a:ext uri="{FF2B5EF4-FFF2-40B4-BE49-F238E27FC236}">
                <a16:creationId xmlns:a16="http://schemas.microsoft.com/office/drawing/2014/main" id="{EC3265F4-6130-4708-8C23-4F133664DB90}"/>
              </a:ext>
            </a:extLst>
          </p:cNvPr>
          <p:cNvPicPr>
            <a:picLocks noChangeAspect="1"/>
          </p:cNvPicPr>
          <p:nvPr/>
        </p:nvPicPr>
        <p:blipFill>
          <a:blip r:embed="rId2"/>
          <a:stretch>
            <a:fillRect/>
          </a:stretch>
        </p:blipFill>
        <p:spPr>
          <a:xfrm>
            <a:off x="1676594" y="2183736"/>
            <a:ext cx="7392761" cy="1246972"/>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5E46034-64CE-40C2-8150-88FB45237AB5}"/>
                  </a:ext>
                </a:extLst>
              </p:cNvPr>
              <p:cNvSpPr txBox="1"/>
              <p:nvPr/>
            </p:nvSpPr>
            <p:spPr>
              <a:xfrm>
                <a:off x="422987" y="3573624"/>
                <a:ext cx="11346025" cy="2031325"/>
              </a:xfrm>
              <a:prstGeom prst="rect">
                <a:avLst/>
              </a:prstGeom>
              <a:noFill/>
            </p:spPr>
            <p:txBody>
              <a:bodyPr wrap="square" rtlCol="0">
                <a:spAutoFit/>
              </a:bodyPr>
              <a:lstStyle/>
              <a:p>
                <a:pPr marL="285750" indent="-285750">
                  <a:buFont typeface="Arial" panose="020B0604020202020204" pitchFamily="34" charset="0"/>
                  <a:buChar char="•"/>
                </a:pPr>
                <a:r>
                  <a:rPr lang="en-US" dirty="0"/>
                  <a:t>The comparison will never happen between the elements in the left-hand side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𝑥</m:t>
                    </m:r>
                  </m:oMath>
                </a14:m>
                <a:r>
                  <a:rPr lang="en-US" dirty="0"/>
                  <a:t>) and the elements in the right-hand side (</a:t>
                </a:r>
                <a14:m>
                  <m:oMath xmlns:m="http://schemas.openxmlformats.org/officeDocument/2006/math">
                    <m:r>
                      <a:rPr lang="en-US" i="1" dirty="0" smtClean="0">
                        <a:latin typeface="Cambria Math" panose="02040503050406030204" pitchFamily="18" charset="0"/>
                      </a:rPr>
                      <m:t>≥</m:t>
                    </m:r>
                    <m:r>
                      <a:rPr lang="en-US" i="1">
                        <a:latin typeface="Cambria Math" panose="02040503050406030204" pitchFamily="18" charset="0"/>
                      </a:rPr>
                      <m:t>𝑥</m:t>
                    </m:r>
                  </m:oMath>
                </a14:m>
                <a:r>
                  <a:rPr lang="en-US" dirty="0"/>
                  <a:t>), they will be either remain in original position or move;</a:t>
                </a:r>
              </a:p>
              <a:p>
                <a:pPr marL="285750" indent="-285750">
                  <a:buFont typeface="Arial" panose="020B0604020202020204" pitchFamily="34" charset="0"/>
                  <a:buChar char="•"/>
                </a:pPr>
                <a:r>
                  <a:rPr lang="en-US" dirty="0"/>
                  <a:t>If one element </a:t>
                </a:r>
                <a14:m>
                  <m:oMath xmlns:m="http://schemas.openxmlformats.org/officeDocument/2006/math">
                    <m:r>
                      <a:rPr lang="en-US" i="1" dirty="0" smtClean="0">
                        <a:latin typeface="Cambria Math" panose="02040503050406030204" pitchFamily="18" charset="0"/>
                      </a:rPr>
                      <m:t>𝐴</m:t>
                    </m:r>
                    <m:r>
                      <a:rPr lang="en-US" i="1" dirty="0" smtClean="0">
                        <a:latin typeface="Cambria Math" panose="02040503050406030204" pitchFamily="18" charset="0"/>
                      </a:rPr>
                      <m:t>[</m:t>
                    </m:r>
                    <m:r>
                      <a:rPr lang="en-US" i="1" dirty="0" err="1" smtClean="0">
                        <a:latin typeface="Cambria Math" panose="02040503050406030204" pitchFamily="18" charset="0"/>
                      </a:rPr>
                      <m:t>𝑖</m:t>
                    </m:r>
                    <m:r>
                      <a:rPr lang="en-US" i="1" dirty="0" smtClean="0">
                        <a:latin typeface="Cambria Math" panose="02040503050406030204" pitchFamily="18" charset="0"/>
                      </a:rPr>
                      <m:t>] </m:t>
                    </m:r>
                  </m:oMath>
                </a14:m>
                <a:r>
                  <a:rPr lang="en-US" dirty="0"/>
                  <a:t>is chosen as the pivot, there will be </a:t>
                </a:r>
                <a14:m>
                  <m:oMath xmlns:m="http://schemas.openxmlformats.org/officeDocument/2006/math">
                    <m:r>
                      <a:rPr lang="en-US" i="1" dirty="0" smtClean="0">
                        <a:latin typeface="Cambria Math" panose="02040503050406030204" pitchFamily="18" charset="0"/>
                      </a:rPr>
                      <m:t>𝑛</m:t>
                    </m:r>
                    <m:r>
                      <a:rPr lang="en-US" i="1" dirty="0" smtClean="0">
                        <a:latin typeface="Cambria Math" panose="02040503050406030204" pitchFamily="18" charset="0"/>
                      </a:rPr>
                      <m:t>−1</m:t>
                    </m:r>
                  </m:oMath>
                </a14:m>
                <a:r>
                  <a:rPr lang="en-US" dirty="0"/>
                  <a:t> comparisons between it and other elements in the array.</a:t>
                </a:r>
              </a:p>
              <a:p>
                <a:pPr marL="285750" indent="-285750">
                  <a:buFont typeface="Arial" panose="020B0604020202020204" pitchFamily="34" charset="0"/>
                  <a:buChar char="•"/>
                </a:pPr>
                <a14:m>
                  <m:oMath xmlns:m="http://schemas.openxmlformats.org/officeDocument/2006/math">
                    <m:r>
                      <a:rPr lang="en-US" i="1" smtClean="0">
                        <a:latin typeface="Cambria Math" panose="02040503050406030204" pitchFamily="18" charset="0"/>
                      </a:rPr>
                      <m:t>⋯⋯</m:t>
                    </m:r>
                  </m:oMath>
                </a14:m>
                <a:endParaRPr lang="en-US" dirty="0"/>
              </a:p>
              <a:p>
                <a:pPr marL="285750" indent="-285750">
                  <a:buFont typeface="Arial" panose="020B0604020202020204" pitchFamily="34" charset="0"/>
                  <a:buChar char="•"/>
                </a:pPr>
                <a:r>
                  <a:rPr lang="en-US" dirty="0">
                    <a:solidFill>
                      <a:srgbClr val="2C2C36"/>
                    </a:solidFill>
                    <a:latin typeface="-apple-system"/>
                  </a:rPr>
                  <a:t>the average case can be transformed into the problem as shown in Page 16, Lecture note 4.</a:t>
                </a:r>
                <a:endParaRPr lang="en-US" b="0" i="1" dirty="0">
                  <a:latin typeface="Cambria Math" panose="02040503050406030204" pitchFamily="18" charset="0"/>
                </a:endParaRPr>
              </a:p>
              <a:p>
                <a:pPr marL="285750" indent="-285750">
                  <a:buFont typeface="Arial" panose="020B0604020202020204" pitchFamily="34" charset="0"/>
                  <a:buChar char="•"/>
                </a:pPr>
                <a:endParaRPr lang="en-US" dirty="0"/>
              </a:p>
            </p:txBody>
          </p:sp>
        </mc:Choice>
        <mc:Fallback xmlns="">
          <p:sp>
            <p:nvSpPr>
              <p:cNvPr id="6" name="TextBox 5">
                <a:extLst>
                  <a:ext uri="{FF2B5EF4-FFF2-40B4-BE49-F238E27FC236}">
                    <a16:creationId xmlns:a16="http://schemas.microsoft.com/office/drawing/2014/main" id="{05E46034-64CE-40C2-8150-88FB45237AB5}"/>
                  </a:ext>
                </a:extLst>
              </p:cNvPr>
              <p:cNvSpPr txBox="1">
                <a:spLocks noRot="1" noChangeAspect="1" noMove="1" noResize="1" noEditPoints="1" noAdjustHandles="1" noChangeArrowheads="1" noChangeShapeType="1" noTextEdit="1"/>
              </p:cNvSpPr>
              <p:nvPr/>
            </p:nvSpPr>
            <p:spPr>
              <a:xfrm>
                <a:off x="422987" y="3573624"/>
                <a:ext cx="11346025" cy="2031325"/>
              </a:xfrm>
              <a:prstGeom prst="rect">
                <a:avLst/>
              </a:prstGeom>
              <a:blipFill>
                <a:blip r:embed="rId3"/>
                <a:stretch>
                  <a:fillRect l="-322" t="-1502"/>
                </a:stretch>
              </a:blipFill>
            </p:spPr>
            <p:txBody>
              <a:bodyPr/>
              <a:lstStyle/>
              <a:p>
                <a:r>
                  <a:rPr lang="en-US">
                    <a:noFill/>
                  </a:rPr>
                  <a:t> </a:t>
                </a:r>
              </a:p>
            </p:txBody>
          </p:sp>
        </mc:Fallback>
      </mc:AlternateContent>
    </p:spTree>
    <p:extLst>
      <p:ext uri="{BB962C8B-B14F-4D97-AF65-F5344CB8AC3E}">
        <p14:creationId xmlns:p14="http://schemas.microsoft.com/office/powerpoint/2010/main" val="2243343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4C921-8720-497A-9206-E6CF7634F45B}"/>
              </a:ext>
            </a:extLst>
          </p:cNvPr>
          <p:cNvSpPr>
            <a:spLocks noGrp="1"/>
          </p:cNvSpPr>
          <p:nvPr>
            <p:ph type="title"/>
          </p:nvPr>
        </p:nvSpPr>
        <p:spPr>
          <a:xfrm>
            <a:off x="297025" y="313093"/>
            <a:ext cx="10515600" cy="735887"/>
          </a:xfrm>
        </p:spPr>
        <p:txBody>
          <a:bodyPr/>
          <a:lstStyle/>
          <a:p>
            <a:r>
              <a:rPr lang="en-US" dirty="0"/>
              <a:t>Time cost of Quick-Sort</a:t>
            </a:r>
          </a:p>
        </p:txBody>
      </p:sp>
      <p:sp>
        <p:nvSpPr>
          <p:cNvPr id="3" name="Content Placeholder 2">
            <a:extLst>
              <a:ext uri="{FF2B5EF4-FFF2-40B4-BE49-F238E27FC236}">
                <a16:creationId xmlns:a16="http://schemas.microsoft.com/office/drawing/2014/main" id="{E4649E58-A4AE-4D27-BCE2-29C6F0DAC3C0}"/>
              </a:ext>
            </a:extLst>
          </p:cNvPr>
          <p:cNvSpPr>
            <a:spLocks noGrp="1"/>
          </p:cNvSpPr>
          <p:nvPr>
            <p:ph idx="1"/>
          </p:nvPr>
        </p:nvSpPr>
        <p:spPr>
          <a:xfrm>
            <a:off x="297025" y="1253332"/>
            <a:ext cx="10515600" cy="463501"/>
          </a:xfrm>
        </p:spPr>
        <p:txBody>
          <a:bodyPr>
            <a:normAutofit lnSpcReduction="10000"/>
          </a:bodyPr>
          <a:lstStyle/>
          <a:p>
            <a:r>
              <a:rPr lang="en-US" dirty="0">
                <a:solidFill>
                  <a:srgbClr val="2C2C36"/>
                </a:solidFill>
                <a:latin typeface="-apple-system"/>
              </a:rPr>
              <a:t>Average case</a:t>
            </a:r>
            <a:r>
              <a:rPr lang="en-US" b="0" i="0" dirty="0">
                <a:solidFill>
                  <a:srgbClr val="2C2C36"/>
                </a:solidFill>
                <a:effectLst/>
                <a:latin typeface="-apple-system"/>
              </a:rPr>
              <a:t>:</a:t>
            </a:r>
            <a:endParaRPr lang="en-US" b="0" i="1" dirty="0">
              <a:latin typeface="Cambria Math" panose="02040503050406030204" pitchFamily="18" charset="0"/>
            </a:endParaRPr>
          </a:p>
          <a:p>
            <a:pPr marL="0" indent="0">
              <a:buNone/>
            </a:pPr>
            <a:endParaRPr lang="en-US" dirty="0"/>
          </a:p>
        </p:txBody>
      </p:sp>
      <p:pic>
        <p:nvPicPr>
          <p:cNvPr id="7" name="Picture 6">
            <a:extLst>
              <a:ext uri="{FF2B5EF4-FFF2-40B4-BE49-F238E27FC236}">
                <a16:creationId xmlns:a16="http://schemas.microsoft.com/office/drawing/2014/main" id="{722E2AD6-F750-4C1D-9EF7-E49C12828AE4}"/>
              </a:ext>
            </a:extLst>
          </p:cNvPr>
          <p:cNvPicPr>
            <a:picLocks noChangeAspect="1"/>
          </p:cNvPicPr>
          <p:nvPr/>
        </p:nvPicPr>
        <p:blipFill>
          <a:blip r:embed="rId2"/>
          <a:stretch>
            <a:fillRect/>
          </a:stretch>
        </p:blipFill>
        <p:spPr>
          <a:xfrm>
            <a:off x="2957296" y="1175460"/>
            <a:ext cx="6541268" cy="5025036"/>
          </a:xfrm>
          <a:prstGeom prst="rect">
            <a:avLst/>
          </a:prstGeom>
        </p:spPr>
      </p:pic>
    </p:spTree>
    <p:extLst>
      <p:ext uri="{BB962C8B-B14F-4D97-AF65-F5344CB8AC3E}">
        <p14:creationId xmlns:p14="http://schemas.microsoft.com/office/powerpoint/2010/main" val="5227216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4C921-8720-497A-9206-E6CF7634F45B}"/>
              </a:ext>
            </a:extLst>
          </p:cNvPr>
          <p:cNvSpPr>
            <a:spLocks noGrp="1"/>
          </p:cNvSpPr>
          <p:nvPr>
            <p:ph type="title"/>
          </p:nvPr>
        </p:nvSpPr>
        <p:spPr>
          <a:xfrm>
            <a:off x="297025" y="313093"/>
            <a:ext cx="5506616" cy="735887"/>
          </a:xfrm>
        </p:spPr>
        <p:txBody>
          <a:bodyPr/>
          <a:lstStyle/>
          <a:p>
            <a:r>
              <a:rPr lang="en-US" dirty="0"/>
              <a:t>Time cost of Quick-Sort</a:t>
            </a:r>
          </a:p>
        </p:txBody>
      </p:sp>
      <p:sp>
        <p:nvSpPr>
          <p:cNvPr id="3" name="Content Placeholder 2">
            <a:extLst>
              <a:ext uri="{FF2B5EF4-FFF2-40B4-BE49-F238E27FC236}">
                <a16:creationId xmlns:a16="http://schemas.microsoft.com/office/drawing/2014/main" id="{E4649E58-A4AE-4D27-BCE2-29C6F0DAC3C0}"/>
              </a:ext>
            </a:extLst>
          </p:cNvPr>
          <p:cNvSpPr>
            <a:spLocks noGrp="1"/>
          </p:cNvSpPr>
          <p:nvPr>
            <p:ph idx="1"/>
          </p:nvPr>
        </p:nvSpPr>
        <p:spPr>
          <a:xfrm>
            <a:off x="297025" y="1253332"/>
            <a:ext cx="2642118" cy="463501"/>
          </a:xfrm>
        </p:spPr>
        <p:txBody>
          <a:bodyPr>
            <a:normAutofit lnSpcReduction="10000"/>
          </a:bodyPr>
          <a:lstStyle/>
          <a:p>
            <a:r>
              <a:rPr lang="en-US" dirty="0">
                <a:solidFill>
                  <a:srgbClr val="2C2C36"/>
                </a:solidFill>
                <a:latin typeface="-apple-system"/>
              </a:rPr>
              <a:t>Average case</a:t>
            </a:r>
            <a:r>
              <a:rPr lang="en-US" b="0" i="0" dirty="0">
                <a:solidFill>
                  <a:srgbClr val="2C2C36"/>
                </a:solidFill>
                <a:effectLst/>
                <a:latin typeface="-apple-system"/>
              </a:rPr>
              <a:t>:</a:t>
            </a:r>
            <a:endParaRPr lang="en-US" b="0" i="1" dirty="0">
              <a:latin typeface="Cambria Math" panose="02040503050406030204" pitchFamily="18" charset="0"/>
            </a:endParaRPr>
          </a:p>
          <a:p>
            <a:pPr marL="0" indent="0">
              <a:buNone/>
            </a:pPr>
            <a:endParaRPr lang="en-US" dirty="0"/>
          </a:p>
        </p:txBody>
      </p:sp>
      <p:pic>
        <p:nvPicPr>
          <p:cNvPr id="5" name="Picture 4">
            <a:extLst>
              <a:ext uri="{FF2B5EF4-FFF2-40B4-BE49-F238E27FC236}">
                <a16:creationId xmlns:a16="http://schemas.microsoft.com/office/drawing/2014/main" id="{B6A39ACC-AE89-4C86-BC08-8B7261E53E45}"/>
              </a:ext>
            </a:extLst>
          </p:cNvPr>
          <p:cNvPicPr>
            <a:picLocks noChangeAspect="1"/>
          </p:cNvPicPr>
          <p:nvPr/>
        </p:nvPicPr>
        <p:blipFill>
          <a:blip r:embed="rId2"/>
          <a:stretch>
            <a:fillRect/>
          </a:stretch>
        </p:blipFill>
        <p:spPr>
          <a:xfrm>
            <a:off x="368002" y="1902523"/>
            <a:ext cx="5005258" cy="3881533"/>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7185D08-15E1-460D-8E0F-48A032DEBAD4}"/>
                  </a:ext>
                </a:extLst>
              </p:cNvPr>
              <p:cNvSpPr txBox="1"/>
              <p:nvPr/>
            </p:nvSpPr>
            <p:spPr>
              <a:xfrm>
                <a:off x="5881396" y="313093"/>
                <a:ext cx="5669902" cy="2289794"/>
              </a:xfrm>
              <a:prstGeom prst="rect">
                <a:avLst/>
              </a:prstGeom>
              <a:noFill/>
            </p:spPr>
            <p:txBody>
              <a:bodyPr wrap="square" rtlCol="0">
                <a:spAutoFit/>
              </a:bodyPr>
              <a:lstStyle/>
              <a:p>
                <a:r>
                  <a:rPr lang="en-US" sz="2000" b="1" dirty="0">
                    <a:solidFill>
                      <a:srgbClr val="00B050"/>
                    </a:solidFill>
                  </a:rPr>
                  <a:t>Explanation:</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    </m:t>
                      </m:r>
                      <m:r>
                        <a:rPr lang="en-US" b="0" i="1" smtClean="0">
                          <a:latin typeface="Cambria Math" panose="02040503050406030204" pitchFamily="18" charset="0"/>
                        </a:rPr>
                        <m:t>𝐸</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r>
                            <a:rPr lang="en-US" b="0" i="1" smtClean="0">
                              <a:latin typeface="Cambria Math" panose="02040503050406030204" pitchFamily="18" charset="0"/>
                            </a:rPr>
                            <m:t>−1</m:t>
                          </m:r>
                        </m:sup>
                        <m:e>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𝑗</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fName>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𝑖</m:t>
                                          </m:r>
                                        </m:sub>
                                      </m:sSub>
                                      <m:r>
                                        <a:rPr lang="en-US" b="0" i="1" smtClean="0">
                                          <a:latin typeface="Cambria Math" panose="02040503050406030204" pitchFamily="18" charset="0"/>
                                        </a:rPr>
                                        <m:t> </m:t>
                                      </m:r>
                                      <m:r>
                                        <a:rPr lang="en-US" b="0" i="1" smtClean="0">
                                          <a:latin typeface="Cambria Math" panose="02040503050406030204" pitchFamily="18" charset="0"/>
                                        </a:rPr>
                                        <m:t>𝑖𝑠</m:t>
                                      </m:r>
                                      <m:r>
                                        <a:rPr lang="en-US" b="0" i="1" smtClean="0">
                                          <a:latin typeface="Cambria Math" panose="02040503050406030204" pitchFamily="18" charset="0"/>
                                        </a:rPr>
                                        <m:t> </m:t>
                                      </m:r>
                                      <m:r>
                                        <a:rPr lang="en-US" b="0" i="1" smtClean="0">
                                          <a:latin typeface="Cambria Math" panose="02040503050406030204" pitchFamily="18" charset="0"/>
                                        </a:rPr>
                                        <m:t>𝑐𝑜𝑚𝑝𝑎𝑟𝑒𝑑</m:t>
                                      </m:r>
                                      <m:r>
                                        <a:rPr lang="en-US" b="0" i="1" smtClean="0">
                                          <a:latin typeface="Cambria Math" panose="02040503050406030204" pitchFamily="18" charset="0"/>
                                        </a:rPr>
                                        <m:t> </m:t>
                                      </m:r>
                                      <m:r>
                                        <a:rPr lang="en-US" b="0" i="1" smtClean="0">
                                          <a:latin typeface="Cambria Math" panose="02040503050406030204" pitchFamily="18" charset="0"/>
                                        </a:rPr>
                                        <m:t>𝑤𝑖𝑡h</m:t>
                                      </m:r>
                                      <m:r>
                                        <a:rPr lang="en-US" b="0" i="1" smtClean="0">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𝑧</m:t>
                                          </m:r>
                                        </m:e>
                                        <m:sub>
                                          <m:r>
                                            <a:rPr lang="en-US" b="0" i="1" smtClean="0">
                                              <a:latin typeface="Cambria Math" panose="02040503050406030204" pitchFamily="18" charset="0"/>
                                            </a:rPr>
                                            <m:t>𝑗</m:t>
                                          </m:r>
                                        </m:sub>
                                      </m:sSub>
                                    </m:e>
                                  </m:d>
                                </m:e>
                              </m:func>
                            </m:e>
                          </m:nary>
                        </m:e>
                      </m:nary>
                      <m:r>
                        <a:rPr lang="en-US" b="0" i="1" smtClean="0">
                          <a:latin typeface="Cambria Math" panose="02040503050406030204" pitchFamily="18" charset="0"/>
                        </a:rPr>
                        <m:t>                       =</m:t>
                      </m:r>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r>
                            <a:rPr lang="en-US" i="1">
                              <a:latin typeface="Cambria Math" panose="02040503050406030204" pitchFamily="18" charset="0"/>
                            </a:rPr>
                            <m:t>−1</m:t>
                          </m:r>
                        </m:sup>
                        <m:e>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𝑗</m:t>
                              </m:r>
                              <m:r>
                                <a:rPr lang="en-US" i="1">
                                  <a:latin typeface="Cambria Math" panose="02040503050406030204" pitchFamily="18" charset="0"/>
                                </a:rPr>
                                <m:t>=</m:t>
                              </m:r>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sup>
                            <m:e>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𝑗</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+1</m:t>
                                  </m:r>
                                </m:den>
                              </m:f>
                            </m:e>
                          </m:nary>
                        </m:e>
                      </m:nary>
                    </m:oMath>
                  </m:oMathPara>
                </a14:m>
                <a:endParaRPr lang="en-US" dirty="0"/>
              </a:p>
            </p:txBody>
          </p:sp>
        </mc:Choice>
        <mc:Fallback xmlns="">
          <p:sp>
            <p:nvSpPr>
              <p:cNvPr id="6" name="TextBox 5">
                <a:extLst>
                  <a:ext uri="{FF2B5EF4-FFF2-40B4-BE49-F238E27FC236}">
                    <a16:creationId xmlns:a16="http://schemas.microsoft.com/office/drawing/2014/main" id="{87185D08-15E1-460D-8E0F-48A032DEBAD4}"/>
                  </a:ext>
                </a:extLst>
              </p:cNvPr>
              <p:cNvSpPr txBox="1">
                <a:spLocks noRot="1" noChangeAspect="1" noMove="1" noResize="1" noEditPoints="1" noAdjustHandles="1" noChangeArrowheads="1" noChangeShapeType="1" noTextEdit="1"/>
              </p:cNvSpPr>
              <p:nvPr/>
            </p:nvSpPr>
            <p:spPr>
              <a:xfrm>
                <a:off x="5881396" y="313093"/>
                <a:ext cx="5669902" cy="2289794"/>
              </a:xfrm>
              <a:prstGeom prst="rect">
                <a:avLst/>
              </a:prstGeom>
              <a:blipFill>
                <a:blip r:embed="rId3"/>
                <a:stretch>
                  <a:fillRect l="-1183" t="-13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0CE96A1-3984-49F1-A0EF-C8C249DF9928}"/>
                  </a:ext>
                </a:extLst>
              </p:cNvPr>
              <p:cNvSpPr txBox="1"/>
              <p:nvPr/>
            </p:nvSpPr>
            <p:spPr>
              <a:xfrm>
                <a:off x="5803641" y="2780522"/>
                <a:ext cx="6388359" cy="1466171"/>
              </a:xfrm>
              <a:prstGeom prst="rect">
                <a:avLst/>
              </a:prstGeom>
              <a:noFill/>
            </p:spPr>
            <p:txBody>
              <a:bodyPr wrap="square" rtlCol="0">
                <a:spAutoFit/>
              </a:bodyPr>
              <a:lstStyle/>
              <a:p>
                <a:r>
                  <a:rPr lang="en-US" dirty="0"/>
                  <a:t>Let </a:t>
                </a:r>
                <a14:m>
                  <m:oMath xmlns:m="http://schemas.openxmlformats.org/officeDocument/2006/math">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m:t>
                    </m:r>
                    <m:r>
                      <a:rPr lang="en-US" b="0" i="1" smtClean="0">
                        <a:latin typeface="Cambria Math" panose="02040503050406030204" pitchFamily="18" charset="0"/>
                      </a:rPr>
                      <m:t>𝑖</m:t>
                    </m:r>
                  </m:oMath>
                </a14:m>
                <a:r>
                  <a:rPr lang="en-US" dirty="0"/>
                  <a:t>, then </a:t>
                </a:r>
                <a14:m>
                  <m:oMath xmlns:m="http://schemas.openxmlformats.org/officeDocument/2006/math">
                    <m:r>
                      <a:rPr lang="en-US" b="0" i="1" smtClean="0">
                        <a:latin typeface="Cambria Math" panose="02040503050406030204" pitchFamily="18" charset="0"/>
                      </a:rPr>
                      <m:t>𝑗</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+1⇒</m:t>
                    </m:r>
                    <m:r>
                      <a:rPr lang="en-US" b="0" i="1" smtClean="0">
                        <a:latin typeface="Cambria Math" panose="02040503050406030204" pitchFamily="18" charset="0"/>
                      </a:rPr>
                      <m:t>𝑘</m:t>
                    </m:r>
                    <m:r>
                      <a:rPr lang="en-US" b="0" i="1" smtClean="0">
                        <a:latin typeface="Cambria Math" panose="02040503050406030204" pitchFamily="18" charset="0"/>
                      </a:rPr>
                      <m:t>=1</m:t>
                    </m:r>
                  </m:oMath>
                </a14:m>
                <a:r>
                  <a:rPr lang="en-US" dirty="0"/>
                  <a:t>, and </a:t>
                </a:r>
                <a14:m>
                  <m:oMath xmlns:m="http://schemas.openxmlformats.org/officeDocument/2006/math">
                    <m:r>
                      <a:rPr lang="en-US" b="0" i="1" smtClean="0">
                        <a:latin typeface="Cambria Math" panose="02040503050406030204" pitchFamily="18" charset="0"/>
                      </a:rPr>
                      <m:t>𝑗</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𝑖</m:t>
                    </m:r>
                  </m:oMath>
                </a14:m>
                <a:r>
                  <a:rPr lang="en-US" dirty="0"/>
                  <a:t>. Thus, </a:t>
                </a:r>
              </a:p>
              <a:p>
                <a:pPr/>
                <a14:m>
                  <m:oMathPara xmlns:m="http://schemas.openxmlformats.org/officeDocument/2006/math">
                    <m:oMathParaPr>
                      <m:jc m:val="centerGroup"/>
                    </m:oMathParaPr>
                    <m:oMath xmlns:m="http://schemas.openxmlformats.org/officeDocument/2006/math">
                      <m:nary>
                        <m:naryPr>
                          <m:chr m:val="∑"/>
                          <m:ctrlPr>
                            <a:rPr lang="en-US" i="1" smtClean="0">
                              <a:latin typeface="Cambria Math" panose="02040503050406030204" pitchFamily="18" charset="0"/>
                            </a:rPr>
                          </m:ctrlPr>
                        </m:naryPr>
                        <m:sub>
                          <m:r>
                            <m:rPr>
                              <m:brk m:alnAt="23"/>
                            </m:rP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r>
                            <a:rPr lang="en-US" i="1">
                              <a:latin typeface="Cambria Math" panose="02040503050406030204" pitchFamily="18" charset="0"/>
                            </a:rPr>
                            <m:t>−1</m:t>
                          </m:r>
                        </m:sup>
                        <m:e>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𝑗</m:t>
                              </m:r>
                              <m:r>
                                <a:rPr lang="en-US" i="1">
                                  <a:latin typeface="Cambria Math" panose="02040503050406030204" pitchFamily="18" charset="0"/>
                                </a:rPr>
                                <m:t>=</m:t>
                              </m:r>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sup>
                            <m:e>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𝑗</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+1</m:t>
                                  </m:r>
                                </m:den>
                              </m:f>
                            </m:e>
                          </m:nary>
                        </m:e>
                      </m:nary>
                      <m:r>
                        <a:rPr lang="en-US" b="0" i="1" smtClean="0">
                          <a:latin typeface="Cambria Math" panose="02040503050406030204" pitchFamily="18" charset="0"/>
                        </a:rPr>
                        <m:t>=</m:t>
                      </m:r>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r>
                            <a:rPr lang="en-US" i="1">
                              <a:latin typeface="Cambria Math" panose="02040503050406030204" pitchFamily="18" charset="0"/>
                            </a:rPr>
                            <m:t>−1</m:t>
                          </m:r>
                        </m:sup>
                        <m:e>
                          <m:nary>
                            <m:naryPr>
                              <m:chr m:val="∑"/>
                              <m:ctrlPr>
                                <a:rPr lang="en-US" i="1">
                                  <a:latin typeface="Cambria Math" panose="02040503050406030204" pitchFamily="18" charset="0"/>
                                </a:rPr>
                              </m:ctrlPr>
                            </m:naryPr>
                            <m:sub>
                              <m:r>
                                <m:rPr>
                                  <m:brk m:alnAt="23"/>
                                </m:rPr>
                                <a:rPr lang="en-US" b="0" i="1" smtClean="0">
                                  <a:latin typeface="Cambria Math" panose="02040503050406030204" pitchFamily="18" charset="0"/>
                                </a:rPr>
                                <m:t>𝑘</m:t>
                              </m:r>
                              <m:r>
                                <a:rPr lang="en-US" i="1">
                                  <a:latin typeface="Cambria Math" panose="02040503050406030204" pitchFamily="18" charset="0"/>
                                </a:rPr>
                                <m:t>=1</m:t>
                              </m:r>
                            </m:sub>
                            <m:sup>
                              <m:r>
                                <a:rPr lang="en-US" i="1">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𝑖</m:t>
                              </m:r>
                            </m:sup>
                            <m:e>
                              <m:f>
                                <m:fPr>
                                  <m:ctrlPr>
                                    <a:rPr lang="en-US" i="1">
                                      <a:latin typeface="Cambria Math" panose="02040503050406030204" pitchFamily="18" charset="0"/>
                                    </a:rPr>
                                  </m:ctrlPr>
                                </m:fPr>
                                <m:num>
                                  <m:r>
                                    <a:rPr lang="en-US" i="1">
                                      <a:latin typeface="Cambria Math" panose="02040503050406030204" pitchFamily="18" charset="0"/>
                                    </a:rPr>
                                    <m:t>2</m:t>
                                  </m:r>
                                </m:num>
                                <m:den>
                                  <m:r>
                                    <a:rPr lang="en-US" b="0" i="1" smtClean="0">
                                      <a:latin typeface="Cambria Math" panose="02040503050406030204" pitchFamily="18" charset="0"/>
                                    </a:rPr>
                                    <m:t>𝑘</m:t>
                                  </m:r>
                                  <m:r>
                                    <a:rPr lang="en-US" i="1">
                                      <a:latin typeface="Cambria Math" panose="02040503050406030204" pitchFamily="18" charset="0"/>
                                    </a:rPr>
                                    <m:t>+1</m:t>
                                  </m:r>
                                </m:den>
                              </m:f>
                            </m:e>
                          </m:nary>
                        </m:e>
                      </m:nary>
                      <m:r>
                        <a:rPr lang="en-US" b="0" i="1" smtClean="0">
                          <a:latin typeface="Cambria Math" panose="02040503050406030204" pitchFamily="18" charset="0"/>
                        </a:rPr>
                        <m:t>&lt;</m:t>
                      </m:r>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r>
                            <a:rPr lang="en-US" i="1">
                              <a:latin typeface="Cambria Math" panose="02040503050406030204" pitchFamily="18" charset="0"/>
                            </a:rPr>
                            <m:t>−1</m:t>
                          </m:r>
                        </m:sup>
                        <m:e>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𝑘</m:t>
                              </m:r>
                              <m:r>
                                <a:rPr lang="en-US" i="1">
                                  <a:latin typeface="Cambria Math" panose="02040503050406030204" pitchFamily="18" charset="0"/>
                                </a:rPr>
                                <m:t>=1</m:t>
                              </m:r>
                            </m:sub>
                            <m:sup>
                              <m:r>
                                <a:rPr lang="en-US" i="1">
                                  <a:latin typeface="Cambria Math" panose="02040503050406030204" pitchFamily="18" charset="0"/>
                                </a:rPr>
                                <m:t>𝑛</m:t>
                              </m:r>
                              <m:r>
                                <a:rPr lang="en-US" i="1">
                                  <a:latin typeface="Cambria Math" panose="02040503050406030204" pitchFamily="18" charset="0"/>
                                </a:rPr>
                                <m:t>−</m:t>
                              </m:r>
                              <m:r>
                                <a:rPr lang="en-US" i="1">
                                  <a:latin typeface="Cambria Math" panose="02040503050406030204" pitchFamily="18" charset="0"/>
                                </a:rPr>
                                <m:t>𝑖</m:t>
                              </m:r>
                            </m:sup>
                            <m:e>
                              <m:f>
                                <m:fPr>
                                  <m:ctrlPr>
                                    <a:rPr lang="en-US" i="1">
                                      <a:latin typeface="Cambria Math" panose="02040503050406030204" pitchFamily="18" charset="0"/>
                                    </a:rPr>
                                  </m:ctrlPr>
                                </m:fPr>
                                <m:num>
                                  <m:r>
                                    <a:rPr lang="en-US" i="1">
                                      <a:latin typeface="Cambria Math" panose="02040503050406030204" pitchFamily="18" charset="0"/>
                                    </a:rPr>
                                    <m:t>2</m:t>
                                  </m:r>
                                </m:num>
                                <m:den>
                                  <m:r>
                                    <a:rPr lang="en-US" i="1">
                                      <a:latin typeface="Cambria Math" panose="02040503050406030204" pitchFamily="18" charset="0"/>
                                    </a:rPr>
                                    <m:t>𝑘</m:t>
                                  </m:r>
                                </m:den>
                              </m:f>
                            </m:e>
                          </m:nary>
                          <m:r>
                            <a:rPr lang="en-US" b="0" i="1" smtClean="0">
                              <a:latin typeface="Cambria Math" panose="02040503050406030204" pitchFamily="18" charset="0"/>
                            </a:rPr>
                            <m:t>&lt;</m:t>
                          </m:r>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r>
                                <a:rPr lang="en-US" i="1">
                                  <a:latin typeface="Cambria Math" panose="02040503050406030204" pitchFamily="18" charset="0"/>
                                </a:rPr>
                                <m:t>−1</m:t>
                              </m:r>
                            </m:sup>
                            <m:e>
                              <m:nary>
                                <m:naryPr>
                                  <m:chr m:val="∑"/>
                                  <m:ctrlPr>
                                    <a:rPr lang="en-US" i="1" smtClean="0">
                                      <a:solidFill>
                                        <a:srgbClr val="FF0000"/>
                                      </a:solidFill>
                                      <a:latin typeface="Cambria Math" panose="02040503050406030204" pitchFamily="18" charset="0"/>
                                    </a:rPr>
                                  </m:ctrlPr>
                                </m:naryPr>
                                <m:sub>
                                  <m:r>
                                    <m:rPr>
                                      <m:brk m:alnAt="23"/>
                                    </m:rPr>
                                    <a:rPr lang="en-US" i="1">
                                      <a:solidFill>
                                        <a:srgbClr val="FF0000"/>
                                      </a:solidFill>
                                      <a:latin typeface="Cambria Math" panose="02040503050406030204" pitchFamily="18" charset="0"/>
                                    </a:rPr>
                                    <m:t>𝑘</m:t>
                                  </m:r>
                                  <m:r>
                                    <a:rPr lang="en-US" i="1">
                                      <a:solidFill>
                                        <a:srgbClr val="FF0000"/>
                                      </a:solidFill>
                                      <a:latin typeface="Cambria Math" panose="02040503050406030204" pitchFamily="18" charset="0"/>
                                    </a:rPr>
                                    <m:t>=1</m:t>
                                  </m:r>
                                </m:sub>
                                <m:sup>
                                  <m:r>
                                    <a:rPr lang="en-US" i="1">
                                      <a:solidFill>
                                        <a:srgbClr val="FF0000"/>
                                      </a:solidFill>
                                      <a:latin typeface="Cambria Math" panose="02040503050406030204" pitchFamily="18" charset="0"/>
                                    </a:rPr>
                                    <m:t>𝑛</m:t>
                                  </m:r>
                                </m:sup>
                                <m:e>
                                  <m:f>
                                    <m:fPr>
                                      <m:ctrlPr>
                                        <a:rPr lang="en-US" i="1">
                                          <a:solidFill>
                                            <a:srgbClr val="FF0000"/>
                                          </a:solidFill>
                                          <a:latin typeface="Cambria Math" panose="02040503050406030204" pitchFamily="18" charset="0"/>
                                        </a:rPr>
                                      </m:ctrlPr>
                                    </m:fPr>
                                    <m:num>
                                      <m:r>
                                        <a:rPr lang="en-US" i="1">
                                          <a:solidFill>
                                            <a:srgbClr val="FF0000"/>
                                          </a:solidFill>
                                          <a:latin typeface="Cambria Math" panose="02040503050406030204" pitchFamily="18" charset="0"/>
                                        </a:rPr>
                                        <m:t>2</m:t>
                                      </m:r>
                                    </m:num>
                                    <m:den>
                                      <m:r>
                                        <a:rPr lang="en-US" i="1">
                                          <a:solidFill>
                                            <a:srgbClr val="FF0000"/>
                                          </a:solidFill>
                                          <a:latin typeface="Cambria Math" panose="02040503050406030204" pitchFamily="18" charset="0"/>
                                        </a:rPr>
                                        <m:t>𝑘</m:t>
                                      </m:r>
                                    </m:den>
                                  </m:f>
                                </m:e>
                              </m:nary>
                            </m:e>
                          </m:nary>
                        </m:e>
                      </m:nary>
                    </m:oMath>
                  </m:oMathPara>
                </a14:m>
                <a:endParaRPr lang="en-US" dirty="0"/>
              </a:p>
            </p:txBody>
          </p:sp>
        </mc:Choice>
        <mc:Fallback xmlns="">
          <p:sp>
            <p:nvSpPr>
              <p:cNvPr id="8" name="TextBox 7">
                <a:extLst>
                  <a:ext uri="{FF2B5EF4-FFF2-40B4-BE49-F238E27FC236}">
                    <a16:creationId xmlns:a16="http://schemas.microsoft.com/office/drawing/2014/main" id="{E0CE96A1-3984-49F1-A0EF-C8C249DF9928}"/>
                  </a:ext>
                </a:extLst>
              </p:cNvPr>
              <p:cNvSpPr txBox="1">
                <a:spLocks noRot="1" noChangeAspect="1" noMove="1" noResize="1" noEditPoints="1" noAdjustHandles="1" noChangeArrowheads="1" noChangeShapeType="1" noTextEdit="1"/>
              </p:cNvSpPr>
              <p:nvPr/>
            </p:nvSpPr>
            <p:spPr>
              <a:xfrm>
                <a:off x="5803641" y="2780522"/>
                <a:ext cx="6388359" cy="1466171"/>
              </a:xfrm>
              <a:prstGeom prst="rect">
                <a:avLst/>
              </a:prstGeom>
              <a:blipFill>
                <a:blip r:embed="rId4"/>
                <a:stretch>
                  <a:fillRect l="-763" t="-20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3F0ADDD-96BC-4338-A28B-028F490B448E}"/>
                  </a:ext>
                </a:extLst>
              </p:cNvPr>
              <p:cNvSpPr txBox="1"/>
              <p:nvPr/>
            </p:nvSpPr>
            <p:spPr>
              <a:xfrm>
                <a:off x="5881396" y="4246693"/>
                <a:ext cx="6061788" cy="762516"/>
              </a:xfrm>
              <a:prstGeom prst="rect">
                <a:avLst/>
              </a:prstGeom>
              <a:noFill/>
            </p:spPr>
            <p:txBody>
              <a:bodyPr wrap="square" rtlCol="0">
                <a:spAutoFit/>
              </a:bodyPr>
              <a:lstStyle/>
              <a:p>
                <a:r>
                  <a:rPr lang="en-US" dirty="0">
                    <a:solidFill>
                      <a:srgbClr val="FF0000"/>
                    </a:solidFill>
                  </a:rPr>
                  <a:t>And,</a:t>
                </a:r>
              </a:p>
              <a:p>
                <a14:m>
                  <m:oMath xmlns:m="http://schemas.openxmlformats.org/officeDocument/2006/math">
                    <m:nary>
                      <m:naryPr>
                        <m:chr m:val="∑"/>
                        <m:ctrlPr>
                          <a:rPr lang="en-US" i="1" smtClean="0">
                            <a:solidFill>
                              <a:srgbClr val="FF0000"/>
                            </a:solidFill>
                            <a:latin typeface="Cambria Math" panose="02040503050406030204" pitchFamily="18" charset="0"/>
                          </a:rPr>
                        </m:ctrlPr>
                      </m:naryPr>
                      <m:sub>
                        <m:r>
                          <m:rPr>
                            <m:brk m:alnAt="23"/>
                          </m:rPr>
                          <a:rPr lang="en-US" i="1">
                            <a:solidFill>
                              <a:srgbClr val="FF0000"/>
                            </a:solidFill>
                            <a:latin typeface="Cambria Math" panose="02040503050406030204" pitchFamily="18" charset="0"/>
                          </a:rPr>
                          <m:t>𝑘</m:t>
                        </m:r>
                        <m:r>
                          <a:rPr lang="en-US" i="1">
                            <a:solidFill>
                              <a:srgbClr val="FF0000"/>
                            </a:solidFill>
                            <a:latin typeface="Cambria Math" panose="02040503050406030204" pitchFamily="18" charset="0"/>
                          </a:rPr>
                          <m:t>=1</m:t>
                        </m:r>
                      </m:sub>
                      <m:sup>
                        <m:r>
                          <a:rPr lang="en-US" i="1">
                            <a:solidFill>
                              <a:srgbClr val="FF0000"/>
                            </a:solidFill>
                            <a:latin typeface="Cambria Math" panose="02040503050406030204" pitchFamily="18" charset="0"/>
                          </a:rPr>
                          <m:t>𝑛</m:t>
                        </m:r>
                      </m:sup>
                      <m:e>
                        <m:f>
                          <m:fPr>
                            <m:ctrlPr>
                              <a:rPr lang="en-US" i="1">
                                <a:solidFill>
                                  <a:srgbClr val="FF0000"/>
                                </a:solidFill>
                                <a:latin typeface="Cambria Math" panose="02040503050406030204" pitchFamily="18" charset="0"/>
                              </a:rPr>
                            </m:ctrlPr>
                          </m:fPr>
                          <m:num>
                            <m:r>
                              <a:rPr lang="en-US" i="1">
                                <a:solidFill>
                                  <a:srgbClr val="FF0000"/>
                                </a:solidFill>
                                <a:latin typeface="Cambria Math" panose="02040503050406030204" pitchFamily="18" charset="0"/>
                              </a:rPr>
                              <m:t>2</m:t>
                            </m:r>
                          </m:num>
                          <m:den>
                            <m:r>
                              <a:rPr lang="en-US" i="1">
                                <a:solidFill>
                                  <a:srgbClr val="FF0000"/>
                                </a:solidFill>
                                <a:latin typeface="Cambria Math" panose="02040503050406030204" pitchFamily="18" charset="0"/>
                              </a:rPr>
                              <m:t>𝑘</m:t>
                            </m:r>
                          </m:den>
                        </m:f>
                      </m:e>
                    </m:nary>
                    <m:r>
                      <a:rPr lang="en-US" b="0" i="1" smtClean="0">
                        <a:solidFill>
                          <a:srgbClr val="FF0000"/>
                        </a:solidFill>
                        <a:latin typeface="Cambria Math" panose="02040503050406030204" pitchFamily="18" charset="0"/>
                      </a:rPr>
                      <m:t>=2</m:t>
                    </m:r>
                    <m:nary>
                      <m:naryPr>
                        <m:chr m:val="∑"/>
                        <m:ctrlPr>
                          <a:rPr lang="en-US" i="1">
                            <a:solidFill>
                              <a:srgbClr val="FF0000"/>
                            </a:solidFill>
                            <a:latin typeface="Cambria Math" panose="02040503050406030204" pitchFamily="18" charset="0"/>
                          </a:rPr>
                        </m:ctrlPr>
                      </m:naryPr>
                      <m:sub>
                        <m:r>
                          <m:rPr>
                            <m:brk m:alnAt="23"/>
                          </m:rPr>
                          <a:rPr lang="en-US" i="1">
                            <a:solidFill>
                              <a:srgbClr val="FF0000"/>
                            </a:solidFill>
                            <a:latin typeface="Cambria Math" panose="02040503050406030204" pitchFamily="18" charset="0"/>
                          </a:rPr>
                          <m:t>𝑘</m:t>
                        </m:r>
                        <m:r>
                          <a:rPr lang="en-US" i="1">
                            <a:solidFill>
                              <a:srgbClr val="FF0000"/>
                            </a:solidFill>
                            <a:latin typeface="Cambria Math" panose="02040503050406030204" pitchFamily="18" charset="0"/>
                          </a:rPr>
                          <m:t>=1</m:t>
                        </m:r>
                      </m:sub>
                      <m:sup>
                        <m:r>
                          <a:rPr lang="en-US" i="1">
                            <a:solidFill>
                              <a:srgbClr val="FF0000"/>
                            </a:solidFill>
                            <a:latin typeface="Cambria Math" panose="02040503050406030204" pitchFamily="18" charset="0"/>
                          </a:rPr>
                          <m:t>𝑛</m:t>
                        </m:r>
                      </m:sup>
                      <m:e>
                        <m:f>
                          <m:fPr>
                            <m:ctrlPr>
                              <a:rPr lang="en-US" i="1">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1</m:t>
                            </m:r>
                          </m:num>
                          <m:den>
                            <m:r>
                              <a:rPr lang="en-US" i="1">
                                <a:solidFill>
                                  <a:srgbClr val="FF0000"/>
                                </a:solidFill>
                                <a:latin typeface="Cambria Math" panose="02040503050406030204" pitchFamily="18" charset="0"/>
                              </a:rPr>
                              <m:t>𝑘</m:t>
                            </m:r>
                          </m:den>
                        </m:f>
                      </m:e>
                    </m:nary>
                    <m:r>
                      <a:rPr lang="en-US" b="0" i="1" smtClean="0">
                        <a:solidFill>
                          <a:srgbClr val="FF0000"/>
                        </a:solidFill>
                        <a:latin typeface="Cambria Math" panose="02040503050406030204" pitchFamily="18" charset="0"/>
                      </a:rPr>
                      <m:t>&lt;2</m:t>
                    </m:r>
                    <m:nary>
                      <m:naryPr>
                        <m:ctrlPr>
                          <a:rPr lang="en-US" b="0" i="1" smtClean="0">
                            <a:solidFill>
                              <a:srgbClr val="FF0000"/>
                            </a:solidFill>
                            <a:latin typeface="Cambria Math" panose="02040503050406030204" pitchFamily="18" charset="0"/>
                          </a:rPr>
                        </m:ctrlPr>
                      </m:naryPr>
                      <m:sub>
                        <m:r>
                          <a:rPr lang="en-US" b="0" i="1" smtClean="0">
                            <a:solidFill>
                              <a:srgbClr val="FF0000"/>
                            </a:solidFill>
                            <a:latin typeface="Cambria Math" panose="02040503050406030204" pitchFamily="18" charset="0"/>
                          </a:rPr>
                          <m:t>1</m:t>
                        </m:r>
                      </m:sub>
                      <m:sup>
                        <m:r>
                          <a:rPr lang="en-US" b="0" i="1" smtClean="0">
                            <a:solidFill>
                              <a:srgbClr val="FF0000"/>
                            </a:solidFill>
                            <a:latin typeface="Cambria Math" panose="02040503050406030204" pitchFamily="18" charset="0"/>
                          </a:rPr>
                          <m:t>𝑛</m:t>
                        </m:r>
                      </m:sup>
                      <m:e>
                        <m:f>
                          <m:fPr>
                            <m:ctrlPr>
                              <a:rPr lang="en-US" b="0" i="1" smtClean="0">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1</m:t>
                            </m:r>
                          </m:num>
                          <m:den>
                            <m:r>
                              <a:rPr lang="en-US" b="0" i="1" smtClean="0">
                                <a:solidFill>
                                  <a:srgbClr val="FF0000"/>
                                </a:solidFill>
                                <a:latin typeface="Cambria Math" panose="02040503050406030204" pitchFamily="18" charset="0"/>
                              </a:rPr>
                              <m:t>𝑘</m:t>
                            </m:r>
                          </m:den>
                        </m:f>
                        <m:r>
                          <a:rPr lang="en-US" b="0" i="1" smtClean="0">
                            <a:solidFill>
                              <a:srgbClr val="FF0000"/>
                            </a:solidFill>
                            <a:latin typeface="Cambria Math" panose="02040503050406030204" pitchFamily="18" charset="0"/>
                          </a:rPr>
                          <m:t>𝑑𝑘</m:t>
                        </m:r>
                      </m:e>
                    </m:nary>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rPr>
                      <m:t>2</m:t>
                    </m:r>
                    <m:r>
                      <a:rPr lang="en-US" b="0" i="1" smtClean="0">
                        <a:solidFill>
                          <a:srgbClr val="FF0000"/>
                        </a:solidFill>
                        <a:latin typeface="Cambria Math" panose="02040503050406030204" pitchFamily="18" charset="0"/>
                      </a:rPr>
                      <m:t>𝑙𝑜𝑔𝑛</m:t>
                    </m:r>
                  </m:oMath>
                </a14:m>
                <a:r>
                  <a:rPr lang="en-US" dirty="0"/>
                  <a:t>               </a:t>
                </a:r>
              </a:p>
            </p:txBody>
          </p:sp>
        </mc:Choice>
        <mc:Fallback xmlns="">
          <p:sp>
            <p:nvSpPr>
              <p:cNvPr id="9" name="TextBox 8">
                <a:extLst>
                  <a:ext uri="{FF2B5EF4-FFF2-40B4-BE49-F238E27FC236}">
                    <a16:creationId xmlns:a16="http://schemas.microsoft.com/office/drawing/2014/main" id="{E3F0ADDD-96BC-4338-A28B-028F490B448E}"/>
                  </a:ext>
                </a:extLst>
              </p:cNvPr>
              <p:cNvSpPr txBox="1">
                <a:spLocks noRot="1" noChangeAspect="1" noMove="1" noResize="1" noEditPoints="1" noAdjustHandles="1" noChangeArrowheads="1" noChangeShapeType="1" noTextEdit="1"/>
              </p:cNvSpPr>
              <p:nvPr/>
            </p:nvSpPr>
            <p:spPr>
              <a:xfrm>
                <a:off x="5881396" y="4246693"/>
                <a:ext cx="6061788" cy="762516"/>
              </a:xfrm>
              <a:prstGeom prst="rect">
                <a:avLst/>
              </a:prstGeom>
              <a:blipFill>
                <a:blip r:embed="rId5"/>
                <a:stretch>
                  <a:fillRect l="-5634" t="-28800" b="-1016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E4E0AD6-51ED-4A32-842D-AFEE727E8272}"/>
                  </a:ext>
                </a:extLst>
              </p:cNvPr>
              <p:cNvSpPr txBox="1"/>
              <p:nvPr/>
            </p:nvSpPr>
            <p:spPr>
              <a:xfrm>
                <a:off x="5881396" y="5244259"/>
                <a:ext cx="6061788" cy="1178849"/>
              </a:xfrm>
              <a:prstGeom prst="rect">
                <a:avLst/>
              </a:prstGeom>
              <a:noFill/>
            </p:spPr>
            <p:txBody>
              <a:bodyPr wrap="square" rtlCol="0">
                <a:spAutoFit/>
              </a:bodyPr>
              <a:lstStyle/>
              <a:p>
                <a:r>
                  <a:rPr lang="en-US" dirty="0">
                    <a:latin typeface="Cambria Math" panose="02040503050406030204" pitchFamily="18" charset="0"/>
                  </a:rPr>
                  <a:t>Thus,</a:t>
                </a:r>
              </a:p>
              <a:p>
                <a:pPr/>
                <a14:m>
                  <m:oMathPara xmlns:m="http://schemas.openxmlformats.org/officeDocument/2006/math">
                    <m:oMathParaPr>
                      <m:jc m:val="centerGroup"/>
                    </m:oMathParaPr>
                    <m:oMath xmlns:m="http://schemas.openxmlformats.org/officeDocument/2006/math">
                      <m:nary>
                        <m:naryPr>
                          <m:chr m:val="∑"/>
                          <m:ctrlPr>
                            <a:rPr lang="en-US" i="1" smtClean="0">
                              <a:latin typeface="Cambria Math" panose="02040503050406030204" pitchFamily="18" charset="0"/>
                            </a:rPr>
                          </m:ctrlPr>
                        </m:naryPr>
                        <m:sub>
                          <m:r>
                            <m:rPr>
                              <m:brk m:alnAt="23"/>
                            </m:rP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r>
                            <a:rPr lang="en-US" i="1">
                              <a:latin typeface="Cambria Math" panose="02040503050406030204" pitchFamily="18" charset="0"/>
                            </a:rPr>
                            <m:t>−1</m:t>
                          </m:r>
                        </m:sup>
                        <m:e>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𝑗</m:t>
                              </m:r>
                              <m:r>
                                <a:rPr lang="en-US" i="1">
                                  <a:latin typeface="Cambria Math" panose="02040503050406030204" pitchFamily="18" charset="0"/>
                                </a:rPr>
                                <m:t>=</m:t>
                              </m:r>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sup>
                            <m:e>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𝑗</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+1</m:t>
                                  </m:r>
                                </m:den>
                              </m:f>
                            </m:e>
                          </m:nary>
                        </m:e>
                      </m:nary>
                      <m:r>
                        <a:rPr lang="en-US" b="0" i="1" smtClean="0">
                          <a:latin typeface="Cambria Math" panose="02040503050406030204" pitchFamily="18" charset="0"/>
                        </a:rPr>
                        <m:t>&lt;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r>
                            <a:rPr lang="en-US" b="0" i="1" smtClean="0">
                              <a:latin typeface="Cambria Math" panose="02040503050406030204" pitchFamily="18" charset="0"/>
                            </a:rPr>
                            <m:t>−1</m:t>
                          </m:r>
                        </m:sup>
                        <m:e>
                          <m:r>
                            <a:rPr lang="en-US" b="0" i="1" smtClean="0">
                              <a:latin typeface="Cambria Math" panose="02040503050406030204" pitchFamily="18" charset="0"/>
                            </a:rPr>
                            <m:t>2</m:t>
                          </m:r>
                          <m:r>
                            <a:rPr lang="en-US" b="0" i="1" smtClean="0">
                              <a:latin typeface="Cambria Math" panose="02040503050406030204" pitchFamily="18" charset="0"/>
                            </a:rPr>
                            <m:t>𝑙𝑜𝑔𝑛</m:t>
                          </m:r>
                        </m:e>
                      </m:nary>
                      <m:r>
                        <a:rPr lang="en-US" b="0" i="1" smtClean="0">
                          <a:latin typeface="Cambria Math" panose="02040503050406030204" pitchFamily="18" charset="0"/>
                        </a:rPr>
                        <m:t>=2</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−1</m:t>
                          </m:r>
                        </m:e>
                      </m:d>
                      <m:r>
                        <a:rPr lang="en-US" b="0" i="1" smtClean="0">
                          <a:latin typeface="Cambria Math" panose="02040503050406030204" pitchFamily="18" charset="0"/>
                        </a:rPr>
                        <m:t>𝑙𝑜𝑔𝑛</m:t>
                      </m:r>
                      <m:r>
                        <a:rPr lang="en-US" b="0" i="1" smtClean="0">
                          <a:latin typeface="Cambria Math" panose="02040503050406030204" pitchFamily="18" charset="0"/>
                        </a:rPr>
                        <m:t>=</m:t>
                      </m:r>
                      <m:r>
                        <a:rPr lang="en-US" b="0" i="1" smtClean="0">
                          <a:latin typeface="Cambria Math" panose="02040503050406030204" pitchFamily="18" charset="0"/>
                        </a:rPr>
                        <m:t>𝑂</m:t>
                      </m:r>
                      <m:r>
                        <a:rPr lang="en-US" b="0" i="1" smtClean="0">
                          <a:latin typeface="Cambria Math" panose="02040503050406030204" pitchFamily="18" charset="0"/>
                        </a:rPr>
                        <m:t>(</m:t>
                      </m:r>
                      <m:r>
                        <a:rPr lang="en-US" b="0" i="1" smtClean="0">
                          <a:latin typeface="Cambria Math" panose="02040503050406030204" pitchFamily="18" charset="0"/>
                        </a:rPr>
                        <m:t>𝑛𝑙𝑜𝑔𝑛</m:t>
                      </m:r>
                      <m:r>
                        <a:rPr lang="en-US" b="0" i="1" smtClean="0">
                          <a:latin typeface="Cambria Math" panose="02040503050406030204" pitchFamily="18" charset="0"/>
                        </a:rPr>
                        <m:t>)</m:t>
                      </m:r>
                    </m:oMath>
                  </m:oMathPara>
                </a14:m>
                <a:endParaRPr lang="en-US" dirty="0"/>
              </a:p>
            </p:txBody>
          </p:sp>
        </mc:Choice>
        <mc:Fallback xmlns="">
          <p:sp>
            <p:nvSpPr>
              <p:cNvPr id="10" name="TextBox 9">
                <a:extLst>
                  <a:ext uri="{FF2B5EF4-FFF2-40B4-BE49-F238E27FC236}">
                    <a16:creationId xmlns:a16="http://schemas.microsoft.com/office/drawing/2014/main" id="{2E4E0AD6-51ED-4A32-842D-AFEE727E8272}"/>
                  </a:ext>
                </a:extLst>
              </p:cNvPr>
              <p:cNvSpPr txBox="1">
                <a:spLocks noRot="1" noChangeAspect="1" noMove="1" noResize="1" noEditPoints="1" noAdjustHandles="1" noChangeArrowheads="1" noChangeShapeType="1" noTextEdit="1"/>
              </p:cNvSpPr>
              <p:nvPr/>
            </p:nvSpPr>
            <p:spPr>
              <a:xfrm>
                <a:off x="5881396" y="5244259"/>
                <a:ext cx="6061788" cy="1178849"/>
              </a:xfrm>
              <a:prstGeom prst="rect">
                <a:avLst/>
              </a:prstGeom>
              <a:blipFill>
                <a:blip r:embed="rId6"/>
                <a:stretch>
                  <a:fillRect l="-905" t="-3093"/>
                </a:stretch>
              </a:blipFill>
            </p:spPr>
            <p:txBody>
              <a:bodyPr/>
              <a:lstStyle/>
              <a:p>
                <a:r>
                  <a:rPr lang="en-US">
                    <a:noFill/>
                  </a:rPr>
                  <a:t> </a:t>
                </a:r>
              </a:p>
            </p:txBody>
          </p:sp>
        </mc:Fallback>
      </mc:AlternateContent>
    </p:spTree>
    <p:extLst>
      <p:ext uri="{BB962C8B-B14F-4D97-AF65-F5344CB8AC3E}">
        <p14:creationId xmlns:p14="http://schemas.microsoft.com/office/powerpoint/2010/main" val="34727748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4C921-8720-497A-9206-E6CF7634F45B}"/>
              </a:ext>
            </a:extLst>
          </p:cNvPr>
          <p:cNvSpPr>
            <a:spLocks noGrp="1"/>
          </p:cNvSpPr>
          <p:nvPr>
            <p:ph type="title"/>
          </p:nvPr>
        </p:nvSpPr>
        <p:spPr>
          <a:xfrm>
            <a:off x="297025" y="313093"/>
            <a:ext cx="5506616" cy="735887"/>
          </a:xfrm>
        </p:spPr>
        <p:txBody>
          <a:bodyPr/>
          <a:lstStyle/>
          <a:p>
            <a:r>
              <a:rPr lang="en-US" dirty="0"/>
              <a:t>Random Selection</a:t>
            </a:r>
          </a:p>
        </p:txBody>
      </p:sp>
      <p:pic>
        <p:nvPicPr>
          <p:cNvPr id="14" name="Picture 13">
            <a:extLst>
              <a:ext uri="{FF2B5EF4-FFF2-40B4-BE49-F238E27FC236}">
                <a16:creationId xmlns:a16="http://schemas.microsoft.com/office/drawing/2014/main" id="{325AC5D4-6F33-4AF6-B19A-5C4052F47DA8}"/>
              </a:ext>
            </a:extLst>
          </p:cNvPr>
          <p:cNvPicPr>
            <a:picLocks noChangeAspect="1"/>
          </p:cNvPicPr>
          <p:nvPr/>
        </p:nvPicPr>
        <p:blipFill>
          <a:blip r:embed="rId2"/>
          <a:stretch>
            <a:fillRect/>
          </a:stretch>
        </p:blipFill>
        <p:spPr>
          <a:xfrm>
            <a:off x="405104" y="947349"/>
            <a:ext cx="5016106" cy="2766235"/>
          </a:xfrm>
          <a:prstGeom prst="rect">
            <a:avLst/>
          </a:prstGeom>
        </p:spPr>
      </p:pic>
      <p:pic>
        <p:nvPicPr>
          <p:cNvPr id="16" name="Picture 15">
            <a:extLst>
              <a:ext uri="{FF2B5EF4-FFF2-40B4-BE49-F238E27FC236}">
                <a16:creationId xmlns:a16="http://schemas.microsoft.com/office/drawing/2014/main" id="{0BD76C2A-CCA7-4BDC-B9F2-A010213106F3}"/>
              </a:ext>
            </a:extLst>
          </p:cNvPr>
          <p:cNvPicPr>
            <a:picLocks noChangeAspect="1"/>
          </p:cNvPicPr>
          <p:nvPr/>
        </p:nvPicPr>
        <p:blipFill>
          <a:blip r:embed="rId3"/>
          <a:stretch>
            <a:fillRect/>
          </a:stretch>
        </p:blipFill>
        <p:spPr>
          <a:xfrm>
            <a:off x="429014" y="3794640"/>
            <a:ext cx="4544202" cy="3058598"/>
          </a:xfrm>
          <a:prstGeom prst="rect">
            <a:avLst/>
          </a:prstGeom>
        </p:spPr>
      </p:pic>
      <p:pic>
        <p:nvPicPr>
          <p:cNvPr id="18" name="Picture 17">
            <a:extLst>
              <a:ext uri="{FF2B5EF4-FFF2-40B4-BE49-F238E27FC236}">
                <a16:creationId xmlns:a16="http://schemas.microsoft.com/office/drawing/2014/main" id="{A8926C1B-AC4C-439A-B9B6-F29EAD2A4C7C}"/>
              </a:ext>
            </a:extLst>
          </p:cNvPr>
          <p:cNvPicPr>
            <a:picLocks noChangeAspect="1"/>
          </p:cNvPicPr>
          <p:nvPr/>
        </p:nvPicPr>
        <p:blipFill>
          <a:blip r:embed="rId4"/>
          <a:stretch>
            <a:fillRect/>
          </a:stretch>
        </p:blipFill>
        <p:spPr>
          <a:xfrm>
            <a:off x="5911720" y="313093"/>
            <a:ext cx="5506616" cy="4259110"/>
          </a:xfrm>
          <a:prstGeom prst="rect">
            <a:avLst/>
          </a:prstGeom>
        </p:spPr>
      </p:pic>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7C7CA115-1A62-495A-AD12-7EBE9112A55B}"/>
                  </a:ext>
                </a:extLst>
              </p:cNvPr>
              <p:cNvSpPr txBox="1"/>
              <p:nvPr/>
            </p:nvSpPr>
            <p:spPr>
              <a:xfrm>
                <a:off x="5691673" y="4748929"/>
                <a:ext cx="6568751" cy="1631216"/>
              </a:xfrm>
              <a:prstGeom prst="rect">
                <a:avLst/>
              </a:prstGeom>
              <a:noFill/>
            </p:spPr>
            <p:txBody>
              <a:bodyPr wrap="square" rtlCol="0">
                <a:spAutoFit/>
              </a:bodyPr>
              <a:lstStyle/>
              <a:p>
                <a:r>
                  <a:rPr lang="en-US" sz="2800" b="1" dirty="0">
                    <a:solidFill>
                      <a:srgbClr val="00B050"/>
                    </a:solidFill>
                  </a:rPr>
                  <a:t>Explanation ?</a:t>
                </a:r>
              </a:p>
              <a:p>
                <a:r>
                  <a:rPr lang="en-US" dirty="0">
                    <a:solidFill>
                      <a:schemeClr val="tx1"/>
                    </a:solidFill>
                  </a:rPr>
                  <a:t>Q1, For </a:t>
                </a:r>
                <a14:m>
                  <m:oMath xmlns:m="http://schemas.openxmlformats.org/officeDocument/2006/math">
                    <m:d>
                      <m:dPr>
                        <m:ctrlPr>
                          <a:rPr lang="en-US"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𝑛</m:t>
                        </m:r>
                        <m:r>
                          <a:rPr lang="en-US" b="0" i="1" smtClean="0">
                            <a:solidFill>
                              <a:schemeClr val="tx1"/>
                            </a:solidFill>
                            <a:latin typeface="Cambria Math" panose="02040503050406030204" pitchFamily="18" charset="0"/>
                          </a:rPr>
                          <m:t>−1</m:t>
                        </m:r>
                      </m:e>
                    </m:d>
                  </m:oMath>
                </a14:m>
                <a:r>
                  <a:rPr lang="en-US" dirty="0">
                    <a:solidFill>
                      <a:schemeClr val="tx1"/>
                    </a:solidFill>
                  </a:rPr>
                  <a:t> </a:t>
                </a:r>
                <a14:m>
                  <m:oMath xmlns:m="http://schemas.openxmlformats.org/officeDocument/2006/math">
                    <m:r>
                      <m:rPr>
                        <m:sty m:val="p"/>
                      </m:rPr>
                      <a:rPr lang="en-US" i="0">
                        <a:latin typeface="Cambria Math" panose="02040503050406030204" pitchFamily="18" charset="0"/>
                      </a:rPr>
                      <m:t>in</m:t>
                    </m:r>
                    <m:r>
                      <a:rPr lang="en-US" i="0">
                        <a:latin typeface="Cambria Math" panose="02040503050406030204" pitchFamily="18" charset="0"/>
                      </a:rPr>
                      <m:t> </m:t>
                    </m:r>
                    <m:r>
                      <m:rPr>
                        <m:sty m:val="p"/>
                      </m:rPr>
                      <a:rPr lang="en-US" i="0">
                        <a:latin typeface="Cambria Math" panose="02040503050406030204" pitchFamily="18" charset="0"/>
                      </a:rPr>
                      <m:t>the</m:t>
                    </m:r>
                    <m:r>
                      <a:rPr lang="en-US" i="0">
                        <a:latin typeface="Cambria Math" panose="02040503050406030204" pitchFamily="18" charset="0"/>
                      </a:rPr>
                      <m:t> </m:t>
                    </m:r>
                    <m:r>
                      <m:rPr>
                        <m:sty m:val="p"/>
                      </m:rPr>
                      <a:rPr lang="en-US" i="0">
                        <a:latin typeface="Cambria Math" panose="02040503050406030204" pitchFamily="18" charset="0"/>
                      </a:rPr>
                      <m:t>equation</m:t>
                    </m:r>
                    <m:r>
                      <a:rPr lang="en-US" b="0" i="0" smtClean="0">
                        <a:latin typeface="Cambria Math" panose="02040503050406030204" pitchFamily="18" charset="0"/>
                      </a:rPr>
                      <m:t>?</m:t>
                    </m:r>
                    <m:r>
                      <a:rPr lang="en-US" i="0">
                        <a:latin typeface="Cambria Math" panose="02040503050406030204" pitchFamily="18" charset="0"/>
                      </a:rPr>
                      <m:t> </m:t>
                    </m:r>
                  </m:oMath>
                </a14:m>
                <a:endParaRPr lang="en-US" dirty="0">
                  <a:solidFill>
                    <a:schemeClr val="tx1"/>
                  </a:solidFill>
                </a:endParaRPr>
              </a:p>
              <a:p>
                <a:r>
                  <a:rPr lang="en-US" dirty="0">
                    <a:solidFill>
                      <a:schemeClr val="tx1"/>
                    </a:solidFill>
                  </a:rPr>
                  <a:t>When executing </a:t>
                </a:r>
                <a14:m>
                  <m:oMath xmlns:m="http://schemas.openxmlformats.org/officeDocument/2006/math">
                    <m:r>
                      <a:rPr lang="en-US" i="1" dirty="0" smtClean="0">
                        <a:latin typeface="Cambria Math" panose="02040503050406030204" pitchFamily="18" charset="0"/>
                      </a:rPr>
                      <m:t>𝑅𝑎𝑛𝑑𝑜𝑚𝑖𝑧𝑒𝑑</m:t>
                    </m:r>
                    <m:r>
                      <a:rPr lang="en-US" i="1" dirty="0" smtClean="0">
                        <a:latin typeface="Cambria Math" panose="02040503050406030204" pitchFamily="18" charset="0"/>
                      </a:rPr>
                      <m:t>−</m:t>
                    </m:r>
                    <m:r>
                      <a:rPr lang="en-US" i="1" dirty="0" smtClean="0">
                        <a:latin typeface="Cambria Math" panose="02040503050406030204" pitchFamily="18" charset="0"/>
                      </a:rPr>
                      <m:t>𝑆𝑒𝑙𝑒𝑐𝑡</m:t>
                    </m:r>
                    <m:r>
                      <a:rPr lang="en-US" i="1" dirty="0" smtClean="0">
                        <a:latin typeface="Cambria Math" panose="02040503050406030204" pitchFamily="18" charset="0"/>
                      </a:rPr>
                      <m:t>(</m:t>
                    </m:r>
                    <m:r>
                      <a:rPr lang="en-US" i="1" dirty="0" smtClean="0">
                        <a:latin typeface="Cambria Math" panose="02040503050406030204" pitchFamily="18" charset="0"/>
                      </a:rPr>
                      <m:t>𝐴</m:t>
                    </m:r>
                    <m:r>
                      <a:rPr lang="en-US" i="1" dirty="0" smtClean="0">
                        <a:latin typeface="Cambria Math" panose="02040503050406030204" pitchFamily="18" charset="0"/>
                      </a:rPr>
                      <m:t>,1,</m:t>
                    </m:r>
                    <m:r>
                      <a:rPr lang="en-US" i="1" dirty="0" smtClean="0">
                        <a:latin typeface="Cambria Math" panose="02040503050406030204" pitchFamily="18" charset="0"/>
                      </a:rPr>
                      <m:t>𝑛</m:t>
                    </m:r>
                    <m:r>
                      <a:rPr lang="en-US" i="1" dirty="0" smtClean="0">
                        <a:latin typeface="Cambria Math" panose="02040503050406030204" pitchFamily="18" charset="0"/>
                      </a:rPr>
                      <m:t>,</m:t>
                    </m:r>
                    <m:r>
                      <a:rPr lang="en-US" i="1" dirty="0" smtClean="0">
                        <a:latin typeface="Cambria Math" panose="02040503050406030204" pitchFamily="18" charset="0"/>
                      </a:rPr>
                      <m:t>𝑖</m:t>
                    </m:r>
                    <m:r>
                      <a:rPr lang="en-US" i="1" dirty="0" smtClean="0">
                        <a:latin typeface="Cambria Math" panose="02040503050406030204" pitchFamily="18" charset="0"/>
                      </a:rPr>
                      <m:t>)</m:t>
                    </m:r>
                  </m:oMath>
                </a14:m>
                <a:r>
                  <a:rPr lang="en-US" dirty="0"/>
                  <a:t>, </a:t>
                </a:r>
                <a:r>
                  <a:rPr lang="en-US" dirty="0">
                    <a:solidFill>
                      <a:schemeClr val="tx1"/>
                    </a:solidFill>
                  </a:rPr>
                  <a:t>we’ll execute line 4 of Algorithm 6, it calls </a:t>
                </a:r>
                <a14:m>
                  <m:oMath xmlns:m="http://schemas.openxmlformats.org/officeDocument/2006/math">
                    <m:r>
                      <a:rPr lang="en-US" i="1" dirty="0" smtClean="0">
                        <a:solidFill>
                          <a:schemeClr val="tx1"/>
                        </a:solidFill>
                        <a:latin typeface="Cambria Math" panose="02040503050406030204" pitchFamily="18" charset="0"/>
                      </a:rPr>
                      <m:t>𝑅𝑎𝑛𝑑𝑜𝑚𝑖𝑧𝑒𝑑</m:t>
                    </m:r>
                    <m:r>
                      <a:rPr lang="en-US" i="1" dirty="0" smtClean="0">
                        <a:solidFill>
                          <a:schemeClr val="tx1"/>
                        </a:solidFill>
                        <a:latin typeface="Cambria Math" panose="02040503050406030204" pitchFamily="18" charset="0"/>
                      </a:rPr>
                      <m:t>−</m:t>
                    </m:r>
                    <m:r>
                      <a:rPr lang="en-US" i="1" dirty="0" smtClean="0">
                        <a:solidFill>
                          <a:schemeClr val="tx1"/>
                        </a:solidFill>
                        <a:latin typeface="Cambria Math" panose="02040503050406030204" pitchFamily="18" charset="0"/>
                      </a:rPr>
                      <m:t>𝑃𝑎𝑟𝑡𝑖𝑡𝑖𝑜𝑛</m:t>
                    </m:r>
                    <m:r>
                      <a:rPr lang="en-US" i="1" dirty="0" smtClean="0">
                        <a:solidFill>
                          <a:schemeClr val="tx1"/>
                        </a:solidFill>
                        <a:latin typeface="Cambria Math" panose="02040503050406030204" pitchFamily="18" charset="0"/>
                      </a:rPr>
                      <m:t>(</m:t>
                    </m:r>
                    <m:r>
                      <a:rPr lang="en-US" i="1" dirty="0" err="1" smtClean="0">
                        <a:solidFill>
                          <a:schemeClr val="tx1"/>
                        </a:solidFill>
                        <a:latin typeface="Cambria Math" panose="02040503050406030204" pitchFamily="18" charset="0"/>
                      </a:rPr>
                      <m:t>𝐴</m:t>
                    </m:r>
                    <m:r>
                      <a:rPr lang="en-US" i="1" dirty="0" err="1" smtClean="0">
                        <a:solidFill>
                          <a:schemeClr val="tx1"/>
                        </a:solidFill>
                        <a:latin typeface="Cambria Math" panose="02040503050406030204" pitchFamily="18" charset="0"/>
                      </a:rPr>
                      <m:t>,</m:t>
                    </m:r>
                    <m:r>
                      <a:rPr lang="en-US" i="1" dirty="0" err="1" smtClean="0">
                        <a:solidFill>
                          <a:schemeClr val="tx1"/>
                        </a:solidFill>
                        <a:latin typeface="Cambria Math" panose="02040503050406030204" pitchFamily="18" charset="0"/>
                      </a:rPr>
                      <m:t>𝑝</m:t>
                    </m:r>
                    <m:r>
                      <a:rPr lang="en-US" i="1" dirty="0" err="1" smtClean="0">
                        <a:solidFill>
                          <a:schemeClr val="tx1"/>
                        </a:solidFill>
                        <a:latin typeface="Cambria Math" panose="02040503050406030204" pitchFamily="18" charset="0"/>
                      </a:rPr>
                      <m:t>,</m:t>
                    </m:r>
                    <m:r>
                      <a:rPr lang="en-US" i="1" dirty="0" err="1" smtClean="0">
                        <a:solidFill>
                          <a:schemeClr val="tx1"/>
                        </a:solidFill>
                        <a:latin typeface="Cambria Math" panose="02040503050406030204" pitchFamily="18" charset="0"/>
                      </a:rPr>
                      <m:t>𝑟</m:t>
                    </m:r>
                    <m:r>
                      <a:rPr lang="en-US" i="1" dirty="0" smtClean="0">
                        <a:solidFill>
                          <a:schemeClr val="tx1"/>
                        </a:solidFill>
                        <a:latin typeface="Cambria Math" panose="02040503050406030204" pitchFamily="18" charset="0"/>
                      </a:rPr>
                      <m:t>)</m:t>
                    </m:r>
                  </m:oMath>
                </a14:m>
                <a:r>
                  <a:rPr lang="en-US" dirty="0">
                    <a:solidFill>
                      <a:schemeClr val="tx1"/>
                    </a:solidFill>
                  </a:rPr>
                  <a:t>, thus, </a:t>
                </a:r>
                <a14:m>
                  <m:oMath xmlns:m="http://schemas.openxmlformats.org/officeDocument/2006/math">
                    <m:r>
                      <a:rPr lang="en-US" b="0" i="1" smtClean="0">
                        <a:solidFill>
                          <a:schemeClr val="tx1"/>
                        </a:solidFill>
                        <a:latin typeface="Cambria Math" panose="02040503050406030204" pitchFamily="18" charset="0"/>
                      </a:rPr>
                      <m:t>𝑟</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𝑝</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𝑛</m:t>
                    </m:r>
                    <m:r>
                      <a:rPr lang="en-US" b="0" i="1" smtClean="0">
                        <a:solidFill>
                          <a:schemeClr val="tx1"/>
                        </a:solidFill>
                        <a:latin typeface="Cambria Math" panose="02040503050406030204" pitchFamily="18" charset="0"/>
                      </a:rPr>
                      <m:t>−1</m:t>
                    </m:r>
                  </m:oMath>
                </a14:m>
                <a:r>
                  <a:rPr lang="en-US" dirty="0">
                    <a:solidFill>
                      <a:schemeClr val="tx1"/>
                    </a:solidFill>
                  </a:rPr>
                  <a:t>.</a:t>
                </a:r>
              </a:p>
            </p:txBody>
          </p:sp>
        </mc:Choice>
        <mc:Fallback xmlns="">
          <p:sp>
            <p:nvSpPr>
              <p:cNvPr id="19" name="TextBox 18">
                <a:extLst>
                  <a:ext uri="{FF2B5EF4-FFF2-40B4-BE49-F238E27FC236}">
                    <a16:creationId xmlns:a16="http://schemas.microsoft.com/office/drawing/2014/main" id="{7C7CA115-1A62-495A-AD12-7EBE9112A55B}"/>
                  </a:ext>
                </a:extLst>
              </p:cNvPr>
              <p:cNvSpPr txBox="1">
                <a:spLocks noRot="1" noChangeAspect="1" noMove="1" noResize="1" noEditPoints="1" noAdjustHandles="1" noChangeArrowheads="1" noChangeShapeType="1" noTextEdit="1"/>
              </p:cNvSpPr>
              <p:nvPr/>
            </p:nvSpPr>
            <p:spPr>
              <a:xfrm>
                <a:off x="5691673" y="4748929"/>
                <a:ext cx="6568751" cy="1631216"/>
              </a:xfrm>
              <a:prstGeom prst="rect">
                <a:avLst/>
              </a:prstGeom>
              <a:blipFill>
                <a:blip r:embed="rId5"/>
                <a:stretch>
                  <a:fillRect l="-1950" t="-3358" b="-4851"/>
                </a:stretch>
              </a:blipFill>
            </p:spPr>
            <p:txBody>
              <a:bodyPr/>
              <a:lstStyle/>
              <a:p>
                <a:r>
                  <a:rPr lang="en-US">
                    <a:noFill/>
                  </a:rPr>
                  <a:t> </a:t>
                </a:r>
              </a:p>
            </p:txBody>
          </p:sp>
        </mc:Fallback>
      </mc:AlternateContent>
    </p:spTree>
    <p:extLst>
      <p:ext uri="{BB962C8B-B14F-4D97-AF65-F5344CB8AC3E}">
        <p14:creationId xmlns:p14="http://schemas.microsoft.com/office/powerpoint/2010/main" val="9416079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4C921-8720-497A-9206-E6CF7634F45B}"/>
              </a:ext>
            </a:extLst>
          </p:cNvPr>
          <p:cNvSpPr>
            <a:spLocks noGrp="1"/>
          </p:cNvSpPr>
          <p:nvPr>
            <p:ph type="title"/>
          </p:nvPr>
        </p:nvSpPr>
        <p:spPr>
          <a:xfrm>
            <a:off x="297025" y="313093"/>
            <a:ext cx="5506616" cy="735887"/>
          </a:xfrm>
        </p:spPr>
        <p:txBody>
          <a:bodyPr/>
          <a:lstStyle/>
          <a:p>
            <a:r>
              <a:rPr lang="en-US" dirty="0"/>
              <a:t>Random Selection</a:t>
            </a:r>
          </a:p>
        </p:txBody>
      </p:sp>
      <p:pic>
        <p:nvPicPr>
          <p:cNvPr id="18" name="Picture 17">
            <a:extLst>
              <a:ext uri="{FF2B5EF4-FFF2-40B4-BE49-F238E27FC236}">
                <a16:creationId xmlns:a16="http://schemas.microsoft.com/office/drawing/2014/main" id="{A8926C1B-AC4C-439A-B9B6-F29EAD2A4C7C}"/>
              </a:ext>
            </a:extLst>
          </p:cNvPr>
          <p:cNvPicPr>
            <a:picLocks noChangeAspect="1"/>
          </p:cNvPicPr>
          <p:nvPr/>
        </p:nvPicPr>
        <p:blipFill>
          <a:blip r:embed="rId2"/>
          <a:stretch>
            <a:fillRect/>
          </a:stretch>
        </p:blipFill>
        <p:spPr>
          <a:xfrm>
            <a:off x="80088" y="1048980"/>
            <a:ext cx="4904766" cy="3793608"/>
          </a:xfrm>
          <a:prstGeom prst="rect">
            <a:avLst/>
          </a:prstGeom>
        </p:spPr>
      </p:pic>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7C7CA115-1A62-495A-AD12-7EBE9112A55B}"/>
                  </a:ext>
                </a:extLst>
              </p:cNvPr>
              <p:cNvSpPr txBox="1"/>
              <p:nvPr/>
            </p:nvSpPr>
            <p:spPr>
              <a:xfrm>
                <a:off x="5690706" y="996603"/>
                <a:ext cx="6789485" cy="1930465"/>
              </a:xfrm>
              <a:prstGeom prst="rect">
                <a:avLst/>
              </a:prstGeom>
              <a:noFill/>
            </p:spPr>
            <p:txBody>
              <a:bodyPr wrap="square" rtlCol="0">
                <a:spAutoFit/>
              </a:bodyPr>
              <a:lstStyle/>
              <a:p>
                <a:r>
                  <a:rPr lang="en-US" sz="2800" b="1" dirty="0">
                    <a:solidFill>
                      <a:srgbClr val="00B050"/>
                    </a:solidFill>
                  </a:rPr>
                  <a:t>Explanation ?</a:t>
                </a:r>
              </a:p>
              <a:p>
                <a:r>
                  <a:rPr lang="en-US" dirty="0">
                    <a:solidFill>
                      <a:schemeClr val="tx1"/>
                    </a:solidFill>
                  </a:rPr>
                  <a:t>Q2, why </a:t>
                </a:r>
                <a14:m>
                  <m:oMath xmlns:m="http://schemas.openxmlformats.org/officeDocument/2006/math">
                    <m:nary>
                      <m:naryPr>
                        <m:chr m:val="∑"/>
                        <m:limLoc m:val="subSup"/>
                        <m:ctrlPr>
                          <a:rPr lang="en-US" i="1" smtClean="0">
                            <a:solidFill>
                              <a:schemeClr val="tx1"/>
                            </a:solidFill>
                            <a:latin typeface="Cambria Math" panose="02040503050406030204" pitchFamily="18" charset="0"/>
                          </a:rPr>
                        </m:ctrlPr>
                      </m:naryPr>
                      <m:sub>
                        <m:r>
                          <m:rPr>
                            <m:brk m:alnAt="25"/>
                          </m:rPr>
                          <a:rPr lang="en-US" b="0" i="1" smtClean="0">
                            <a:solidFill>
                              <a:schemeClr val="tx1"/>
                            </a:solidFill>
                            <a:latin typeface="Cambria Math" panose="02040503050406030204" pitchFamily="18" charset="0"/>
                          </a:rPr>
                          <m:t>𝑘</m:t>
                        </m:r>
                        <m:r>
                          <a:rPr lang="en-US" b="0" i="1" smtClean="0">
                            <a:solidFill>
                              <a:schemeClr val="tx1"/>
                            </a:solidFill>
                            <a:latin typeface="Cambria Math" panose="02040503050406030204" pitchFamily="18" charset="0"/>
                          </a:rPr>
                          <m:t>=1</m:t>
                        </m:r>
                      </m:sub>
                      <m:sup>
                        <m:r>
                          <a:rPr lang="en-US" b="0" i="1" smtClean="0">
                            <a:solidFill>
                              <a:schemeClr val="tx1"/>
                            </a:solidFill>
                            <a:latin typeface="Cambria Math" panose="02040503050406030204" pitchFamily="18" charset="0"/>
                          </a:rPr>
                          <m:t>𝑖</m:t>
                        </m:r>
                        <m:r>
                          <a:rPr lang="en-US" b="0" i="1" smtClean="0">
                            <a:solidFill>
                              <a:schemeClr val="tx1"/>
                            </a:solidFill>
                            <a:latin typeface="Cambria Math" panose="02040503050406030204" pitchFamily="18" charset="0"/>
                          </a:rPr>
                          <m:t>−1</m:t>
                        </m:r>
                      </m:sup>
                      <m:e>
                        <m:r>
                          <a:rPr lang="en-US" b="0" i="1" smtClean="0">
                            <a:solidFill>
                              <a:schemeClr val="tx1"/>
                            </a:solidFill>
                            <a:latin typeface="Cambria Math" panose="02040503050406030204" pitchFamily="18" charset="0"/>
                          </a:rPr>
                          <m:t>𝑇</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𝑛</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𝑘</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𝑖</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𝑘</m:t>
                        </m:r>
                        <m:r>
                          <a:rPr lang="en-US" b="0" i="1" smtClean="0">
                            <a:solidFill>
                              <a:schemeClr val="tx1"/>
                            </a:solidFill>
                            <a:latin typeface="Cambria Math" panose="02040503050406030204" pitchFamily="18" charset="0"/>
                          </a:rPr>
                          <m:t>)</m:t>
                        </m:r>
                      </m:e>
                    </m:nary>
                  </m:oMath>
                </a14:m>
                <a:r>
                  <a:rPr lang="en-US" dirty="0">
                    <a:solidFill>
                      <a:schemeClr val="tx1"/>
                    </a:solidFill>
                  </a:rPr>
                  <a:t> when </a:t>
                </a:r>
                <a14:m>
                  <m:oMath xmlns:m="http://schemas.openxmlformats.org/officeDocument/2006/math">
                    <m:r>
                      <a:rPr lang="en-US" b="0" i="1" smtClean="0">
                        <a:solidFill>
                          <a:schemeClr val="tx1"/>
                        </a:solidFill>
                        <a:latin typeface="Cambria Math" panose="02040503050406030204" pitchFamily="18" charset="0"/>
                      </a:rPr>
                      <m:t>𝑘</m:t>
                    </m:r>
                    <m:r>
                      <a:rPr lang="en-US" b="0" i="1" smtClean="0">
                        <a:solidFill>
                          <a:schemeClr val="tx1"/>
                        </a:solidFill>
                        <a:latin typeface="Cambria Math" panose="02040503050406030204" pitchFamily="18" charset="0"/>
                      </a:rPr>
                      <m:t>&lt;</m:t>
                    </m:r>
                    <m:r>
                      <a:rPr lang="en-US" b="0" i="1" smtClean="0">
                        <a:solidFill>
                          <a:schemeClr val="tx1"/>
                        </a:solidFill>
                        <a:latin typeface="Cambria Math" panose="02040503050406030204" pitchFamily="18" charset="0"/>
                      </a:rPr>
                      <m:t>𝑖</m:t>
                    </m:r>
                  </m:oMath>
                </a14:m>
                <a:r>
                  <a:rPr lang="en-US" dirty="0">
                    <a:solidFill>
                      <a:schemeClr val="tx1"/>
                    </a:solidFill>
                  </a:rPr>
                  <a:t>?</a:t>
                </a:r>
              </a:p>
              <a:p>
                <a:r>
                  <a:rPr lang="en-US" dirty="0">
                    <a:solidFill>
                      <a:schemeClr val="tx1"/>
                    </a:solidFill>
                  </a:rPr>
                  <a:t>First, </a:t>
                </a:r>
                <a14:m>
                  <m:oMath xmlns:m="http://schemas.openxmlformats.org/officeDocument/2006/math">
                    <m:r>
                      <a:rPr lang="en-US" b="0" i="1" smtClean="0">
                        <a:solidFill>
                          <a:schemeClr val="tx1"/>
                        </a:solidFill>
                        <a:latin typeface="Cambria Math" panose="02040503050406030204" pitchFamily="18" charset="0"/>
                      </a:rPr>
                      <m:t>𝑇</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𝑛</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𝑖</m:t>
                    </m:r>
                    <m:r>
                      <a:rPr lang="en-US" b="0" i="1" smtClean="0">
                        <a:solidFill>
                          <a:schemeClr val="tx1"/>
                        </a:solidFill>
                        <a:latin typeface="Cambria Math" panose="02040503050406030204" pitchFamily="18" charset="0"/>
                      </a:rPr>
                      <m:t>)</m:t>
                    </m:r>
                  </m:oMath>
                </a14:m>
                <a:r>
                  <a:rPr lang="en-US" dirty="0">
                    <a:solidFill>
                      <a:schemeClr val="tx1"/>
                    </a:solidFill>
                  </a:rPr>
                  <a:t> is the average number of comparisons made by </a:t>
                </a:r>
                <a14:m>
                  <m:oMath xmlns:m="http://schemas.openxmlformats.org/officeDocument/2006/math">
                    <m:r>
                      <a:rPr lang="en-US" i="1" dirty="0" smtClean="0">
                        <a:solidFill>
                          <a:schemeClr val="tx1"/>
                        </a:solidFill>
                        <a:latin typeface="Cambria Math" panose="02040503050406030204" pitchFamily="18" charset="0"/>
                      </a:rPr>
                      <m:t>𝑅𝑎𝑛𝑑𝑜𝑚𝑖𝑧𝑒𝑑</m:t>
                    </m:r>
                    <m:r>
                      <a:rPr lang="en-US" i="1" dirty="0" smtClean="0">
                        <a:solidFill>
                          <a:schemeClr val="tx1"/>
                        </a:solidFill>
                        <a:latin typeface="Cambria Math" panose="02040503050406030204" pitchFamily="18" charset="0"/>
                      </a:rPr>
                      <m:t>−</m:t>
                    </m:r>
                    <m:r>
                      <a:rPr lang="en-US" i="1" dirty="0" smtClean="0">
                        <a:solidFill>
                          <a:schemeClr val="tx1"/>
                        </a:solidFill>
                        <a:latin typeface="Cambria Math" panose="02040503050406030204" pitchFamily="18" charset="0"/>
                      </a:rPr>
                      <m:t>𝑆𝑒𝑙𝑒𝑐𝑡</m:t>
                    </m:r>
                    <m:r>
                      <a:rPr lang="en-US" i="1" dirty="0" smtClean="0">
                        <a:solidFill>
                          <a:schemeClr val="tx1"/>
                        </a:solidFill>
                        <a:latin typeface="Cambria Math" panose="02040503050406030204" pitchFamily="18" charset="0"/>
                      </a:rPr>
                      <m:t>(</m:t>
                    </m:r>
                    <m:r>
                      <a:rPr lang="en-US" i="1" dirty="0" smtClean="0">
                        <a:solidFill>
                          <a:schemeClr val="tx1"/>
                        </a:solidFill>
                        <a:latin typeface="Cambria Math" panose="02040503050406030204" pitchFamily="18" charset="0"/>
                      </a:rPr>
                      <m:t>𝐴</m:t>
                    </m:r>
                    <m:r>
                      <a:rPr lang="en-US" i="1" dirty="0" smtClean="0">
                        <a:solidFill>
                          <a:schemeClr val="tx1"/>
                        </a:solidFill>
                        <a:latin typeface="Cambria Math" panose="02040503050406030204" pitchFamily="18" charset="0"/>
                      </a:rPr>
                      <m:t>,1,</m:t>
                    </m:r>
                    <m:r>
                      <a:rPr lang="en-US" i="1" dirty="0" smtClean="0">
                        <a:solidFill>
                          <a:schemeClr val="tx1"/>
                        </a:solidFill>
                        <a:latin typeface="Cambria Math" panose="02040503050406030204" pitchFamily="18" charset="0"/>
                      </a:rPr>
                      <m:t>𝑛</m:t>
                    </m:r>
                    <m:r>
                      <a:rPr lang="en-US" i="1" dirty="0" smtClean="0">
                        <a:solidFill>
                          <a:schemeClr val="tx1"/>
                        </a:solidFill>
                        <a:latin typeface="Cambria Math" panose="02040503050406030204" pitchFamily="18" charset="0"/>
                      </a:rPr>
                      <m:t>,</m:t>
                    </m:r>
                    <m:r>
                      <a:rPr lang="en-US" i="1" dirty="0" smtClean="0">
                        <a:solidFill>
                          <a:schemeClr val="tx1"/>
                        </a:solidFill>
                        <a:latin typeface="Cambria Math" panose="02040503050406030204" pitchFamily="18" charset="0"/>
                      </a:rPr>
                      <m:t>𝑖</m:t>
                    </m:r>
                    <m:r>
                      <a:rPr lang="en-US" i="1" dirty="0" smtClean="0">
                        <a:solidFill>
                          <a:schemeClr val="tx1"/>
                        </a:solidFill>
                        <a:latin typeface="Cambria Math" panose="02040503050406030204" pitchFamily="18" charset="0"/>
                      </a:rPr>
                      <m:t>)</m:t>
                    </m:r>
                  </m:oMath>
                </a14:m>
                <a:r>
                  <a:rPr lang="en-US" dirty="0">
                    <a:solidFill>
                      <a:schemeClr val="tx1"/>
                    </a:solidFill>
                  </a:rPr>
                  <a:t>, and </a:t>
                </a:r>
                <a14:m>
                  <m:oMath xmlns:m="http://schemas.openxmlformats.org/officeDocument/2006/math">
                    <m:r>
                      <a:rPr lang="en-US" i="1" dirty="0" smtClean="0">
                        <a:solidFill>
                          <a:schemeClr val="tx1"/>
                        </a:solidFill>
                        <a:latin typeface="Cambria Math" panose="02040503050406030204" pitchFamily="18" charset="0"/>
                      </a:rPr>
                      <m:t>𝑖</m:t>
                    </m:r>
                  </m:oMath>
                </a14:m>
                <a:r>
                  <a:rPr lang="en-US" dirty="0">
                    <a:solidFill>
                      <a:schemeClr val="tx1"/>
                    </a:solidFill>
                  </a:rPr>
                  <a:t> means the </a:t>
                </a:r>
                <a14:m>
                  <m:oMath xmlns:m="http://schemas.openxmlformats.org/officeDocument/2006/math">
                    <m:r>
                      <a:rPr lang="en-US" i="1" dirty="0" smtClean="0">
                        <a:solidFill>
                          <a:schemeClr val="tx1"/>
                        </a:solidFill>
                        <a:latin typeface="Cambria Math" panose="02040503050406030204" pitchFamily="18" charset="0"/>
                      </a:rPr>
                      <m:t>𝑖𝑡h</m:t>
                    </m:r>
                  </m:oMath>
                </a14:m>
                <a:r>
                  <a:rPr lang="en-US" dirty="0">
                    <a:solidFill>
                      <a:schemeClr val="tx1"/>
                    </a:solidFill>
                  </a:rPr>
                  <a:t> largest element, and </a:t>
                </a:r>
                <a14:m>
                  <m:oMath xmlns:m="http://schemas.openxmlformats.org/officeDocument/2006/math">
                    <m:r>
                      <a:rPr lang="en-US" i="1" dirty="0" smtClean="0">
                        <a:solidFill>
                          <a:schemeClr val="tx1"/>
                        </a:solidFill>
                        <a:latin typeface="Cambria Math" panose="02040503050406030204" pitchFamily="18" charset="0"/>
                      </a:rPr>
                      <m:t>𝑘</m:t>
                    </m:r>
                  </m:oMath>
                </a14:m>
                <a:r>
                  <a:rPr lang="en-US" dirty="0">
                    <a:solidFill>
                      <a:schemeClr val="tx1"/>
                    </a:solidFill>
                  </a:rPr>
                  <a:t> here means the position of pivot. </a:t>
                </a:r>
                <a:r>
                  <a:rPr lang="en-US" altLang="zh-CN" dirty="0">
                    <a:solidFill>
                      <a:schemeClr val="tx1"/>
                    </a:solidFill>
                  </a:rPr>
                  <a:t>when </a:t>
                </a:r>
                <a14:m>
                  <m:oMath xmlns:m="http://schemas.openxmlformats.org/officeDocument/2006/math">
                    <m:r>
                      <a:rPr lang="en-US" i="1">
                        <a:latin typeface="Cambria Math" panose="02040503050406030204" pitchFamily="18" charset="0"/>
                      </a:rPr>
                      <m:t>𝑘</m:t>
                    </m:r>
                    <m:r>
                      <a:rPr lang="en-US" i="1">
                        <a:latin typeface="Cambria Math" panose="02040503050406030204" pitchFamily="18" charset="0"/>
                      </a:rPr>
                      <m:t>&lt;</m:t>
                    </m:r>
                    <m:r>
                      <a:rPr lang="en-US" i="1">
                        <a:latin typeface="Cambria Math" panose="02040503050406030204" pitchFamily="18" charset="0"/>
                      </a:rPr>
                      <m:t>𝑖</m:t>
                    </m:r>
                  </m:oMath>
                </a14:m>
                <a:endParaRPr lang="en-US" dirty="0">
                  <a:solidFill>
                    <a:schemeClr val="tx1"/>
                  </a:solidFill>
                </a:endParaRPr>
              </a:p>
              <a:p>
                <a:endParaRPr lang="en-US" dirty="0">
                  <a:solidFill>
                    <a:schemeClr val="tx1"/>
                  </a:solidFill>
                </a:endParaRPr>
              </a:p>
            </p:txBody>
          </p:sp>
        </mc:Choice>
        <mc:Fallback xmlns="">
          <p:sp>
            <p:nvSpPr>
              <p:cNvPr id="19" name="TextBox 18">
                <a:extLst>
                  <a:ext uri="{FF2B5EF4-FFF2-40B4-BE49-F238E27FC236}">
                    <a16:creationId xmlns:a16="http://schemas.microsoft.com/office/drawing/2014/main" id="{7C7CA115-1A62-495A-AD12-7EBE9112A55B}"/>
                  </a:ext>
                </a:extLst>
              </p:cNvPr>
              <p:cNvSpPr txBox="1">
                <a:spLocks noRot="1" noChangeAspect="1" noMove="1" noResize="1" noEditPoints="1" noAdjustHandles="1" noChangeArrowheads="1" noChangeShapeType="1" noTextEdit="1"/>
              </p:cNvSpPr>
              <p:nvPr/>
            </p:nvSpPr>
            <p:spPr>
              <a:xfrm>
                <a:off x="5690706" y="996603"/>
                <a:ext cx="6789485" cy="1930465"/>
              </a:xfrm>
              <a:prstGeom prst="rect">
                <a:avLst/>
              </a:prstGeom>
              <a:blipFill>
                <a:blip r:embed="rId3"/>
                <a:stretch>
                  <a:fillRect l="-1887" t="-2839"/>
                </a:stretch>
              </a:blipFill>
            </p:spPr>
            <p:txBody>
              <a:bodyPr/>
              <a:lstStyle/>
              <a:p>
                <a:r>
                  <a:rPr lang="en-US">
                    <a:noFill/>
                  </a:rPr>
                  <a:t> </a:t>
                </a:r>
              </a:p>
            </p:txBody>
          </p:sp>
        </mc:Fallback>
      </mc:AlternateContent>
      <p:graphicFrame>
        <p:nvGraphicFramePr>
          <p:cNvPr id="3" name="Table 2">
            <a:extLst>
              <a:ext uri="{FF2B5EF4-FFF2-40B4-BE49-F238E27FC236}">
                <a16:creationId xmlns:a16="http://schemas.microsoft.com/office/drawing/2014/main" id="{8DDA090A-2C70-49E4-BEA1-112761E8C439}"/>
              </a:ext>
            </a:extLst>
          </p:cNvPr>
          <p:cNvGraphicFramePr>
            <a:graphicFrameLocks noGrp="1"/>
          </p:cNvGraphicFramePr>
          <p:nvPr>
            <p:extLst>
              <p:ext uri="{D42A27DB-BD31-4B8C-83A1-F6EECF244321}">
                <p14:modId xmlns:p14="http://schemas.microsoft.com/office/powerpoint/2010/main" val="2105677909"/>
              </p:ext>
            </p:extLst>
          </p:nvPr>
        </p:nvGraphicFramePr>
        <p:xfrm>
          <a:off x="6928479" y="2744188"/>
          <a:ext cx="3211285" cy="365760"/>
        </p:xfrm>
        <a:graphic>
          <a:graphicData uri="http://schemas.openxmlformats.org/drawingml/2006/table">
            <a:tbl>
              <a:tblPr firstRow="1" bandRow="1">
                <a:tableStyleId>{5C22544A-7EE6-4342-B048-85BDC9FD1C3A}</a:tableStyleId>
              </a:tblPr>
              <a:tblGrid>
                <a:gridCol w="775994">
                  <a:extLst>
                    <a:ext uri="{9D8B030D-6E8A-4147-A177-3AD203B41FA5}">
                      <a16:colId xmlns:a16="http://schemas.microsoft.com/office/drawing/2014/main" val="2819904523"/>
                    </a:ext>
                  </a:extLst>
                </a:gridCol>
                <a:gridCol w="1268965">
                  <a:extLst>
                    <a:ext uri="{9D8B030D-6E8A-4147-A177-3AD203B41FA5}">
                      <a16:colId xmlns:a16="http://schemas.microsoft.com/office/drawing/2014/main" val="3856023490"/>
                    </a:ext>
                  </a:extLst>
                </a:gridCol>
                <a:gridCol w="1166326">
                  <a:extLst>
                    <a:ext uri="{9D8B030D-6E8A-4147-A177-3AD203B41FA5}">
                      <a16:colId xmlns:a16="http://schemas.microsoft.com/office/drawing/2014/main" val="1685720506"/>
                    </a:ext>
                  </a:extLst>
                </a:gridCol>
              </a:tblGrid>
              <a:tr h="349455">
                <a:tc>
                  <a:txBody>
                    <a:bodyPr/>
                    <a:lstStyle/>
                    <a:p>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08609775"/>
                  </a:ext>
                </a:extLst>
              </a:tr>
            </a:tbl>
          </a:graphicData>
        </a:graphic>
      </p:graphicFrame>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F579BB4-1450-4E94-8451-05F06A85F2D3}"/>
                  </a:ext>
                </a:extLst>
              </p:cNvPr>
              <p:cNvSpPr txBox="1"/>
              <p:nvPr/>
            </p:nvSpPr>
            <p:spPr>
              <a:xfrm>
                <a:off x="5903665" y="3183395"/>
                <a:ext cx="4627985" cy="369332"/>
              </a:xfrm>
              <a:prstGeom prst="rect">
                <a:avLst/>
              </a:prstGeom>
              <a:noFill/>
            </p:spPr>
            <p:txBody>
              <a:bodyPr wrap="square" rtlCol="0">
                <a:spAutoFit/>
              </a:bodyPr>
              <a:lstStyle/>
              <a:p>
                <a:r>
                  <a:rPr lang="en-US" dirty="0">
                    <a:solidFill>
                      <a:srgbClr val="FF0000"/>
                    </a:solidFill>
                  </a:rPr>
                  <a:t>Postion:   </a:t>
                </a:r>
                <a14:m>
                  <m:oMath xmlns:m="http://schemas.openxmlformats.org/officeDocument/2006/math">
                    <m:r>
                      <a:rPr lang="en-US" i="1" dirty="0" smtClean="0">
                        <a:solidFill>
                          <a:srgbClr val="FF0000"/>
                        </a:solidFill>
                        <a:latin typeface="Cambria Math" panose="02040503050406030204" pitchFamily="18" charset="0"/>
                      </a:rPr>
                      <m:t>1</m:t>
                    </m:r>
                  </m:oMath>
                </a14:m>
                <a:r>
                  <a:rPr lang="en-US" dirty="0">
                    <a:solidFill>
                      <a:srgbClr val="FF0000"/>
                    </a:solidFill>
                  </a:rPr>
                  <a:t>           </a:t>
                </a:r>
                <a14:m>
                  <m:oMath xmlns:m="http://schemas.openxmlformats.org/officeDocument/2006/math">
                    <m:r>
                      <a:rPr lang="en-US" i="1" dirty="0" smtClean="0">
                        <a:solidFill>
                          <a:srgbClr val="FF0000"/>
                        </a:solidFill>
                        <a:latin typeface="Cambria Math" panose="02040503050406030204" pitchFamily="18" charset="0"/>
                      </a:rPr>
                      <m:t>𝑘</m:t>
                    </m:r>
                  </m:oMath>
                </a14:m>
                <a:r>
                  <a:rPr lang="en-US" dirty="0">
                    <a:solidFill>
                      <a:srgbClr val="FF0000"/>
                    </a:solidFill>
                  </a:rPr>
                  <a:t> (Pivot)          </a:t>
                </a:r>
                <a14:m>
                  <m:oMath xmlns:m="http://schemas.openxmlformats.org/officeDocument/2006/math">
                    <m:r>
                      <a:rPr lang="en-US" i="1" dirty="0" smtClean="0">
                        <a:solidFill>
                          <a:srgbClr val="FF0000"/>
                        </a:solidFill>
                        <a:latin typeface="Cambria Math" panose="02040503050406030204" pitchFamily="18" charset="0"/>
                      </a:rPr>
                      <m:t>𝑖</m:t>
                    </m:r>
                    <m:r>
                      <a:rPr lang="en-US" i="1" dirty="0" smtClean="0">
                        <a:solidFill>
                          <a:srgbClr val="FF0000"/>
                        </a:solidFill>
                        <a:latin typeface="Cambria Math" panose="02040503050406030204" pitchFamily="18" charset="0"/>
                      </a:rPr>
                      <m:t> </m:t>
                    </m:r>
                  </m:oMath>
                </a14:m>
                <a:r>
                  <a:rPr lang="en-US" dirty="0">
                    <a:solidFill>
                      <a:srgbClr val="FF0000"/>
                    </a:solidFill>
                  </a:rPr>
                  <a:t>                    </a:t>
                </a:r>
                <a14:m>
                  <m:oMath xmlns:m="http://schemas.openxmlformats.org/officeDocument/2006/math">
                    <m:r>
                      <a:rPr lang="en-US" i="1" dirty="0" smtClean="0">
                        <a:solidFill>
                          <a:srgbClr val="FF0000"/>
                        </a:solidFill>
                        <a:latin typeface="Cambria Math" panose="02040503050406030204" pitchFamily="18" charset="0"/>
                      </a:rPr>
                      <m:t>𝑛</m:t>
                    </m:r>
                  </m:oMath>
                </a14:m>
                <a:r>
                  <a:rPr lang="en-US" dirty="0">
                    <a:solidFill>
                      <a:srgbClr val="FF0000"/>
                    </a:solidFill>
                  </a:rPr>
                  <a:t>   </a:t>
                </a:r>
              </a:p>
            </p:txBody>
          </p:sp>
        </mc:Choice>
        <mc:Fallback xmlns="">
          <p:sp>
            <p:nvSpPr>
              <p:cNvPr id="4" name="TextBox 3">
                <a:extLst>
                  <a:ext uri="{FF2B5EF4-FFF2-40B4-BE49-F238E27FC236}">
                    <a16:creationId xmlns:a16="http://schemas.microsoft.com/office/drawing/2014/main" id="{8F579BB4-1450-4E94-8451-05F06A85F2D3}"/>
                  </a:ext>
                </a:extLst>
              </p:cNvPr>
              <p:cNvSpPr txBox="1">
                <a:spLocks noRot="1" noChangeAspect="1" noMove="1" noResize="1" noEditPoints="1" noAdjustHandles="1" noChangeArrowheads="1" noChangeShapeType="1" noTextEdit="1"/>
              </p:cNvSpPr>
              <p:nvPr/>
            </p:nvSpPr>
            <p:spPr>
              <a:xfrm>
                <a:off x="5903665" y="3183395"/>
                <a:ext cx="4627985" cy="369332"/>
              </a:xfrm>
              <a:prstGeom prst="rect">
                <a:avLst/>
              </a:prstGeom>
              <a:blipFill>
                <a:blip r:embed="rId4"/>
                <a:stretch>
                  <a:fillRect l="-1053"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DC374E0-8DD6-4902-BA98-D406F0D4D6F9}"/>
                  </a:ext>
                </a:extLst>
              </p:cNvPr>
              <p:cNvSpPr txBox="1"/>
              <p:nvPr/>
            </p:nvSpPr>
            <p:spPr>
              <a:xfrm>
                <a:off x="5824728" y="3708432"/>
                <a:ext cx="5888736" cy="923330"/>
              </a:xfrm>
              <a:prstGeom prst="rect">
                <a:avLst/>
              </a:prstGeom>
              <a:noFill/>
            </p:spPr>
            <p:txBody>
              <a:bodyPr wrap="square" rtlCol="0">
                <a:spAutoFit/>
              </a:bodyPr>
              <a:lstStyle/>
              <a:p>
                <a:r>
                  <a:rPr lang="en-US" b="0" dirty="0">
                    <a:solidFill>
                      <a:schemeClr val="tx1"/>
                    </a:solidFill>
                  </a:rPr>
                  <a:t>If the pivot chosen currently is the </a:t>
                </a:r>
                <a14:m>
                  <m:oMath xmlns:m="http://schemas.openxmlformats.org/officeDocument/2006/math">
                    <m:r>
                      <a:rPr lang="en-US" b="0" i="1" dirty="0" smtClean="0">
                        <a:solidFill>
                          <a:schemeClr val="tx1"/>
                        </a:solidFill>
                        <a:latin typeface="Cambria Math" panose="02040503050406030204" pitchFamily="18" charset="0"/>
                      </a:rPr>
                      <m:t>𝑘𝑡h</m:t>
                    </m:r>
                  </m:oMath>
                </a14:m>
                <a:r>
                  <a:rPr lang="en-US" b="0" dirty="0">
                    <a:solidFill>
                      <a:schemeClr val="tx1"/>
                    </a:solidFill>
                  </a:rPr>
                  <a:t> largest element, then </a:t>
                </a:r>
                <a14:m>
                  <m:oMath xmlns:m="http://schemas.openxmlformats.org/officeDocument/2006/math">
                    <m:r>
                      <a:rPr lang="en-US" b="0" i="1" smtClean="0">
                        <a:solidFill>
                          <a:schemeClr val="tx1"/>
                        </a:solidFill>
                        <a:latin typeface="Cambria Math" panose="02040503050406030204" pitchFamily="18" charset="0"/>
                      </a:rPr>
                      <m:t>𝑇</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𝑛</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𝑘</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𝑖</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𝑘</m:t>
                    </m:r>
                    <m:r>
                      <a:rPr lang="en-US" b="0" i="1" smtClean="0">
                        <a:solidFill>
                          <a:schemeClr val="tx1"/>
                        </a:solidFill>
                        <a:latin typeface="Cambria Math" panose="02040503050406030204" pitchFamily="18" charset="0"/>
                      </a:rPr>
                      <m:t>)</m:t>
                    </m:r>
                  </m:oMath>
                </a14:m>
                <a:r>
                  <a:rPr lang="en-US" dirty="0"/>
                  <a:t> means average number of comparisons that we find out the </a:t>
                </a:r>
                <a14:m>
                  <m:oMath xmlns:m="http://schemas.openxmlformats.org/officeDocument/2006/math">
                    <m:r>
                      <a:rPr lang="en-US" i="1" dirty="0" smtClean="0">
                        <a:latin typeface="Cambria Math" panose="02040503050406030204" pitchFamily="18" charset="0"/>
                      </a:rPr>
                      <m:t>𝑖</m:t>
                    </m:r>
                    <m:r>
                      <a:rPr lang="en-US" i="1" dirty="0" smtClean="0">
                        <a:latin typeface="Cambria Math" panose="02040503050406030204" pitchFamily="18" charset="0"/>
                      </a:rPr>
                      <m:t>−</m:t>
                    </m:r>
                    <m:r>
                      <a:rPr lang="en-US" i="1" dirty="0" smtClean="0">
                        <a:latin typeface="Cambria Math" panose="02040503050406030204" pitchFamily="18" charset="0"/>
                      </a:rPr>
                      <m:t>𝑘</m:t>
                    </m:r>
                  </m:oMath>
                </a14:m>
                <a:r>
                  <a:rPr lang="en-US" dirty="0"/>
                  <a:t> elements from </a:t>
                </a:r>
                <a14:m>
                  <m:oMath xmlns:m="http://schemas.openxmlformats.org/officeDocument/2006/math">
                    <m:r>
                      <a:rPr lang="en-US" i="1" dirty="0" smtClean="0">
                        <a:latin typeface="Cambria Math" panose="02040503050406030204" pitchFamily="18" charset="0"/>
                      </a:rPr>
                      <m:t>𝑛</m:t>
                    </m:r>
                    <m:r>
                      <a:rPr lang="en-US" i="1" dirty="0" smtClean="0">
                        <a:latin typeface="Cambria Math" panose="02040503050406030204" pitchFamily="18" charset="0"/>
                      </a:rPr>
                      <m:t>−</m:t>
                    </m:r>
                    <m:r>
                      <a:rPr lang="en-US" i="1" dirty="0" smtClean="0">
                        <a:latin typeface="Cambria Math" panose="02040503050406030204" pitchFamily="18" charset="0"/>
                      </a:rPr>
                      <m:t>𝑘</m:t>
                    </m:r>
                  </m:oMath>
                </a14:m>
                <a:r>
                  <a:rPr lang="en-US" dirty="0"/>
                  <a:t> elements.</a:t>
                </a:r>
              </a:p>
            </p:txBody>
          </p:sp>
        </mc:Choice>
        <mc:Fallback xmlns="">
          <p:sp>
            <p:nvSpPr>
              <p:cNvPr id="5" name="TextBox 4">
                <a:extLst>
                  <a:ext uri="{FF2B5EF4-FFF2-40B4-BE49-F238E27FC236}">
                    <a16:creationId xmlns:a16="http://schemas.microsoft.com/office/drawing/2014/main" id="{FDC374E0-8DD6-4902-BA98-D406F0D4D6F9}"/>
                  </a:ext>
                </a:extLst>
              </p:cNvPr>
              <p:cNvSpPr txBox="1">
                <a:spLocks noRot="1" noChangeAspect="1" noMove="1" noResize="1" noEditPoints="1" noAdjustHandles="1" noChangeArrowheads="1" noChangeShapeType="1" noTextEdit="1"/>
              </p:cNvSpPr>
              <p:nvPr/>
            </p:nvSpPr>
            <p:spPr>
              <a:xfrm>
                <a:off x="5824728" y="3708432"/>
                <a:ext cx="5888736" cy="923330"/>
              </a:xfrm>
              <a:prstGeom prst="rect">
                <a:avLst/>
              </a:prstGeom>
              <a:blipFill>
                <a:blip r:embed="rId5"/>
                <a:stretch>
                  <a:fillRect l="-932" t="-3289" r="-207" b="-9211"/>
                </a:stretch>
              </a:blipFill>
            </p:spPr>
            <p:txBody>
              <a:bodyPr/>
              <a:lstStyle/>
              <a:p>
                <a:r>
                  <a:rPr lang="en-US">
                    <a:noFill/>
                  </a:rPr>
                  <a:t> </a:t>
                </a:r>
              </a:p>
            </p:txBody>
          </p:sp>
        </mc:Fallback>
      </mc:AlternateContent>
    </p:spTree>
    <p:extLst>
      <p:ext uri="{BB962C8B-B14F-4D97-AF65-F5344CB8AC3E}">
        <p14:creationId xmlns:p14="http://schemas.microsoft.com/office/powerpoint/2010/main" val="15104412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4C921-8720-497A-9206-E6CF7634F45B}"/>
              </a:ext>
            </a:extLst>
          </p:cNvPr>
          <p:cNvSpPr>
            <a:spLocks noGrp="1"/>
          </p:cNvSpPr>
          <p:nvPr>
            <p:ph type="title"/>
          </p:nvPr>
        </p:nvSpPr>
        <p:spPr>
          <a:xfrm>
            <a:off x="297025" y="313093"/>
            <a:ext cx="5506616" cy="735887"/>
          </a:xfrm>
        </p:spPr>
        <p:txBody>
          <a:bodyPr/>
          <a:lstStyle/>
          <a:p>
            <a:r>
              <a:rPr lang="en-US" dirty="0"/>
              <a:t>Random Selection</a:t>
            </a:r>
          </a:p>
        </p:txBody>
      </p:sp>
      <p:pic>
        <p:nvPicPr>
          <p:cNvPr id="18" name="Picture 17">
            <a:extLst>
              <a:ext uri="{FF2B5EF4-FFF2-40B4-BE49-F238E27FC236}">
                <a16:creationId xmlns:a16="http://schemas.microsoft.com/office/drawing/2014/main" id="{A8926C1B-AC4C-439A-B9B6-F29EAD2A4C7C}"/>
              </a:ext>
            </a:extLst>
          </p:cNvPr>
          <p:cNvPicPr>
            <a:picLocks noChangeAspect="1"/>
          </p:cNvPicPr>
          <p:nvPr/>
        </p:nvPicPr>
        <p:blipFill>
          <a:blip r:embed="rId2"/>
          <a:stretch>
            <a:fillRect/>
          </a:stretch>
        </p:blipFill>
        <p:spPr>
          <a:xfrm>
            <a:off x="80088" y="1048980"/>
            <a:ext cx="4904766" cy="3793608"/>
          </a:xfrm>
          <a:prstGeom prst="rect">
            <a:avLst/>
          </a:prstGeom>
        </p:spPr>
      </p:pic>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7C7CA115-1A62-495A-AD12-7EBE9112A55B}"/>
                  </a:ext>
                </a:extLst>
              </p:cNvPr>
              <p:cNvSpPr txBox="1"/>
              <p:nvPr/>
            </p:nvSpPr>
            <p:spPr>
              <a:xfrm>
                <a:off x="5690706" y="996603"/>
                <a:ext cx="6789485" cy="1376467"/>
              </a:xfrm>
              <a:prstGeom prst="rect">
                <a:avLst/>
              </a:prstGeom>
              <a:noFill/>
            </p:spPr>
            <p:txBody>
              <a:bodyPr wrap="square" rtlCol="0">
                <a:spAutoFit/>
              </a:bodyPr>
              <a:lstStyle/>
              <a:p>
                <a:r>
                  <a:rPr lang="en-US" sz="2800" b="1" dirty="0">
                    <a:solidFill>
                      <a:srgbClr val="00B050"/>
                    </a:solidFill>
                  </a:rPr>
                  <a:t>Explanation ?</a:t>
                </a:r>
              </a:p>
              <a:p>
                <a:r>
                  <a:rPr lang="en-US" dirty="0">
                    <a:solidFill>
                      <a:schemeClr val="tx1"/>
                    </a:solidFill>
                  </a:rPr>
                  <a:t>Q3, why </a:t>
                </a:r>
                <a14:m>
                  <m:oMath xmlns:m="http://schemas.openxmlformats.org/officeDocument/2006/math">
                    <m:nary>
                      <m:naryPr>
                        <m:chr m:val="∑"/>
                        <m:limLoc m:val="subSup"/>
                        <m:ctrlPr>
                          <a:rPr lang="en-US" i="1" smtClean="0">
                            <a:solidFill>
                              <a:schemeClr val="tx1"/>
                            </a:solidFill>
                            <a:latin typeface="Cambria Math" panose="02040503050406030204" pitchFamily="18" charset="0"/>
                          </a:rPr>
                        </m:ctrlPr>
                      </m:naryPr>
                      <m:sub>
                        <m:r>
                          <m:rPr>
                            <m:brk m:alnAt="25"/>
                          </m:rPr>
                          <a:rPr lang="en-US" b="0" i="1" smtClean="0">
                            <a:solidFill>
                              <a:schemeClr val="tx1"/>
                            </a:solidFill>
                            <a:latin typeface="Cambria Math" panose="02040503050406030204" pitchFamily="18" charset="0"/>
                          </a:rPr>
                          <m:t>𝑘</m:t>
                        </m:r>
                        <m:r>
                          <a:rPr lang="en-US" b="0" i="1" smtClean="0">
                            <a:solidFill>
                              <a:schemeClr val="tx1"/>
                            </a:solidFill>
                            <a:latin typeface="Cambria Math" panose="02040503050406030204" pitchFamily="18" charset="0"/>
                          </a:rPr>
                          <m:t>=1</m:t>
                        </m:r>
                      </m:sub>
                      <m:sup>
                        <m:r>
                          <a:rPr lang="en-US" b="0" i="1" smtClean="0">
                            <a:solidFill>
                              <a:schemeClr val="tx1"/>
                            </a:solidFill>
                            <a:latin typeface="Cambria Math" panose="02040503050406030204" pitchFamily="18" charset="0"/>
                          </a:rPr>
                          <m:t>𝑖</m:t>
                        </m:r>
                        <m:r>
                          <a:rPr lang="en-US" b="0" i="1" smtClean="0">
                            <a:solidFill>
                              <a:schemeClr val="tx1"/>
                            </a:solidFill>
                            <a:latin typeface="Cambria Math" panose="02040503050406030204" pitchFamily="18" charset="0"/>
                          </a:rPr>
                          <m:t>−1</m:t>
                        </m:r>
                      </m:sup>
                      <m:e>
                        <m:r>
                          <a:rPr lang="en-US" b="0" i="1" smtClean="0">
                            <a:solidFill>
                              <a:schemeClr val="tx1"/>
                            </a:solidFill>
                            <a:latin typeface="Cambria Math" panose="02040503050406030204" pitchFamily="18" charset="0"/>
                          </a:rPr>
                          <m:t>𝑇</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𝑘</m:t>
                        </m:r>
                        <m:r>
                          <a:rPr lang="en-US" b="0" i="1" smtClean="0">
                            <a:solidFill>
                              <a:schemeClr val="tx1"/>
                            </a:solidFill>
                            <a:latin typeface="Cambria Math" panose="02040503050406030204" pitchFamily="18" charset="0"/>
                          </a:rPr>
                          <m:t>−1,</m:t>
                        </m:r>
                        <m:r>
                          <a:rPr lang="en-US" b="0" i="1" smtClean="0">
                            <a:solidFill>
                              <a:schemeClr val="tx1"/>
                            </a:solidFill>
                            <a:latin typeface="Cambria Math" panose="02040503050406030204" pitchFamily="18" charset="0"/>
                          </a:rPr>
                          <m:t>𝑖</m:t>
                        </m:r>
                        <m:r>
                          <a:rPr lang="en-US" b="0" i="1" smtClean="0">
                            <a:solidFill>
                              <a:schemeClr val="tx1"/>
                            </a:solidFill>
                            <a:latin typeface="Cambria Math" panose="02040503050406030204" pitchFamily="18" charset="0"/>
                          </a:rPr>
                          <m:t>)</m:t>
                        </m:r>
                      </m:e>
                    </m:nary>
                  </m:oMath>
                </a14:m>
                <a:r>
                  <a:rPr lang="en-US" dirty="0">
                    <a:solidFill>
                      <a:schemeClr val="tx1"/>
                    </a:solidFill>
                  </a:rPr>
                  <a:t> when </a:t>
                </a:r>
                <a14:m>
                  <m:oMath xmlns:m="http://schemas.openxmlformats.org/officeDocument/2006/math">
                    <m:r>
                      <a:rPr lang="en-US" b="0" i="1" smtClean="0">
                        <a:solidFill>
                          <a:schemeClr val="tx1"/>
                        </a:solidFill>
                        <a:latin typeface="Cambria Math" panose="02040503050406030204" pitchFamily="18" charset="0"/>
                      </a:rPr>
                      <m:t>𝑘</m:t>
                    </m:r>
                    <m:r>
                      <a:rPr lang="en-US" b="0" i="1" smtClean="0">
                        <a:solidFill>
                          <a:schemeClr val="tx1"/>
                        </a:solidFill>
                        <a:latin typeface="Cambria Math" panose="02040503050406030204" pitchFamily="18" charset="0"/>
                      </a:rPr>
                      <m:t>&lt;</m:t>
                    </m:r>
                    <m:r>
                      <a:rPr lang="en-US" b="0" i="1" smtClean="0">
                        <a:solidFill>
                          <a:schemeClr val="tx1"/>
                        </a:solidFill>
                        <a:latin typeface="Cambria Math" panose="02040503050406030204" pitchFamily="18" charset="0"/>
                      </a:rPr>
                      <m:t>𝑖</m:t>
                    </m:r>
                  </m:oMath>
                </a14:m>
                <a:r>
                  <a:rPr lang="en-US" dirty="0">
                    <a:solidFill>
                      <a:schemeClr val="tx1"/>
                    </a:solidFill>
                  </a:rPr>
                  <a:t>?</a:t>
                </a:r>
              </a:p>
              <a:p>
                <a:r>
                  <a:rPr lang="en-US" dirty="0">
                    <a:solidFill>
                      <a:schemeClr val="tx1"/>
                    </a:solidFill>
                  </a:rPr>
                  <a:t>Similarly, </a:t>
                </a:r>
                <a:r>
                  <a:rPr lang="en-US" altLang="zh-CN" dirty="0">
                    <a:solidFill>
                      <a:schemeClr val="tx1"/>
                    </a:solidFill>
                  </a:rPr>
                  <a:t>when </a:t>
                </a:r>
                <a14:m>
                  <m:oMath xmlns:m="http://schemas.openxmlformats.org/officeDocument/2006/math">
                    <m:r>
                      <a:rPr lang="en-US" i="1">
                        <a:latin typeface="Cambria Math" panose="02040503050406030204" pitchFamily="18" charset="0"/>
                      </a:rPr>
                      <m:t>𝑘</m:t>
                    </m:r>
                    <m:r>
                      <a:rPr lang="en-US" b="0" i="1" smtClean="0">
                        <a:latin typeface="Cambria Math" panose="02040503050406030204" pitchFamily="18" charset="0"/>
                      </a:rPr>
                      <m:t>&gt;</m:t>
                    </m:r>
                    <m:r>
                      <a:rPr lang="en-US" i="1">
                        <a:latin typeface="Cambria Math" panose="02040503050406030204" pitchFamily="18" charset="0"/>
                      </a:rPr>
                      <m:t>𝑖</m:t>
                    </m:r>
                  </m:oMath>
                </a14:m>
                <a:endParaRPr lang="en-US" dirty="0">
                  <a:solidFill>
                    <a:schemeClr val="tx1"/>
                  </a:solidFill>
                </a:endParaRPr>
              </a:p>
              <a:p>
                <a:endParaRPr lang="en-US" dirty="0">
                  <a:solidFill>
                    <a:schemeClr val="tx1"/>
                  </a:solidFill>
                </a:endParaRPr>
              </a:p>
            </p:txBody>
          </p:sp>
        </mc:Choice>
        <mc:Fallback xmlns="">
          <p:sp>
            <p:nvSpPr>
              <p:cNvPr id="19" name="TextBox 18">
                <a:extLst>
                  <a:ext uri="{FF2B5EF4-FFF2-40B4-BE49-F238E27FC236}">
                    <a16:creationId xmlns:a16="http://schemas.microsoft.com/office/drawing/2014/main" id="{7C7CA115-1A62-495A-AD12-7EBE9112A55B}"/>
                  </a:ext>
                </a:extLst>
              </p:cNvPr>
              <p:cNvSpPr txBox="1">
                <a:spLocks noRot="1" noChangeAspect="1" noMove="1" noResize="1" noEditPoints="1" noAdjustHandles="1" noChangeArrowheads="1" noChangeShapeType="1" noTextEdit="1"/>
              </p:cNvSpPr>
              <p:nvPr/>
            </p:nvSpPr>
            <p:spPr>
              <a:xfrm>
                <a:off x="5690706" y="996603"/>
                <a:ext cx="6789485" cy="1376467"/>
              </a:xfrm>
              <a:prstGeom prst="rect">
                <a:avLst/>
              </a:prstGeom>
              <a:blipFill>
                <a:blip r:embed="rId3"/>
                <a:stretch>
                  <a:fillRect l="-1887" t="-3982" b="-9292"/>
                </a:stretch>
              </a:blipFill>
            </p:spPr>
            <p:txBody>
              <a:bodyPr/>
              <a:lstStyle/>
              <a:p>
                <a:r>
                  <a:rPr lang="en-US">
                    <a:noFill/>
                  </a:rPr>
                  <a:t> </a:t>
                </a:r>
              </a:p>
            </p:txBody>
          </p:sp>
        </mc:Fallback>
      </mc:AlternateContent>
      <p:graphicFrame>
        <p:nvGraphicFramePr>
          <p:cNvPr id="3" name="Table 2">
            <a:extLst>
              <a:ext uri="{FF2B5EF4-FFF2-40B4-BE49-F238E27FC236}">
                <a16:creationId xmlns:a16="http://schemas.microsoft.com/office/drawing/2014/main" id="{8DDA090A-2C70-49E4-BEA1-112761E8C439}"/>
              </a:ext>
            </a:extLst>
          </p:cNvPr>
          <p:cNvGraphicFramePr>
            <a:graphicFrameLocks noGrp="1"/>
          </p:cNvGraphicFramePr>
          <p:nvPr>
            <p:extLst>
              <p:ext uri="{D42A27DB-BD31-4B8C-83A1-F6EECF244321}">
                <p14:modId xmlns:p14="http://schemas.microsoft.com/office/powerpoint/2010/main" val="1519861985"/>
              </p:ext>
            </p:extLst>
          </p:nvPr>
        </p:nvGraphicFramePr>
        <p:xfrm>
          <a:off x="6715519" y="2248041"/>
          <a:ext cx="3211285" cy="365760"/>
        </p:xfrm>
        <a:graphic>
          <a:graphicData uri="http://schemas.openxmlformats.org/drawingml/2006/table">
            <a:tbl>
              <a:tblPr firstRow="1" bandRow="1">
                <a:tableStyleId>{5C22544A-7EE6-4342-B048-85BDC9FD1C3A}</a:tableStyleId>
              </a:tblPr>
              <a:tblGrid>
                <a:gridCol w="775994">
                  <a:extLst>
                    <a:ext uri="{9D8B030D-6E8A-4147-A177-3AD203B41FA5}">
                      <a16:colId xmlns:a16="http://schemas.microsoft.com/office/drawing/2014/main" val="2819904523"/>
                    </a:ext>
                  </a:extLst>
                </a:gridCol>
                <a:gridCol w="1268965">
                  <a:extLst>
                    <a:ext uri="{9D8B030D-6E8A-4147-A177-3AD203B41FA5}">
                      <a16:colId xmlns:a16="http://schemas.microsoft.com/office/drawing/2014/main" val="3856023490"/>
                    </a:ext>
                  </a:extLst>
                </a:gridCol>
                <a:gridCol w="1166326">
                  <a:extLst>
                    <a:ext uri="{9D8B030D-6E8A-4147-A177-3AD203B41FA5}">
                      <a16:colId xmlns:a16="http://schemas.microsoft.com/office/drawing/2014/main" val="1685720506"/>
                    </a:ext>
                  </a:extLst>
                </a:gridCol>
              </a:tblGrid>
              <a:tr h="349455">
                <a:tc>
                  <a:txBody>
                    <a:bodyPr/>
                    <a:lstStyle/>
                    <a:p>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08609775"/>
                  </a:ext>
                </a:extLst>
              </a:tr>
            </a:tbl>
          </a:graphicData>
        </a:graphic>
      </p:graphicFrame>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F579BB4-1450-4E94-8451-05F06A85F2D3}"/>
                  </a:ext>
                </a:extLst>
              </p:cNvPr>
              <p:cNvSpPr txBox="1"/>
              <p:nvPr/>
            </p:nvSpPr>
            <p:spPr>
              <a:xfrm>
                <a:off x="5690706" y="2687248"/>
                <a:ext cx="4904766" cy="369332"/>
              </a:xfrm>
              <a:prstGeom prst="rect">
                <a:avLst/>
              </a:prstGeom>
              <a:noFill/>
            </p:spPr>
            <p:txBody>
              <a:bodyPr wrap="square" rtlCol="0">
                <a:spAutoFit/>
              </a:bodyPr>
              <a:lstStyle/>
              <a:p>
                <a:r>
                  <a:rPr lang="en-US" dirty="0">
                    <a:solidFill>
                      <a:srgbClr val="FF0000"/>
                    </a:solidFill>
                  </a:rPr>
                  <a:t>Postion:   </a:t>
                </a:r>
                <a14:m>
                  <m:oMath xmlns:m="http://schemas.openxmlformats.org/officeDocument/2006/math">
                    <m:r>
                      <a:rPr lang="en-US" i="1" dirty="0" smtClean="0">
                        <a:solidFill>
                          <a:srgbClr val="FF0000"/>
                        </a:solidFill>
                        <a:latin typeface="Cambria Math" panose="02040503050406030204" pitchFamily="18" charset="0"/>
                      </a:rPr>
                      <m:t>1</m:t>
                    </m:r>
                  </m:oMath>
                </a14:m>
                <a:r>
                  <a:rPr lang="en-US" dirty="0">
                    <a:solidFill>
                      <a:srgbClr val="FF0000"/>
                    </a:solidFill>
                  </a:rPr>
                  <a:t>            </a:t>
                </a:r>
                <a14:m>
                  <m:oMath xmlns:m="http://schemas.openxmlformats.org/officeDocument/2006/math">
                    <m:r>
                      <a:rPr lang="en-US" b="0" i="1" dirty="0" smtClean="0">
                        <a:solidFill>
                          <a:srgbClr val="FF0000"/>
                        </a:solidFill>
                        <a:latin typeface="Cambria Math" panose="02040503050406030204" pitchFamily="18" charset="0"/>
                      </a:rPr>
                      <m:t>𝑖</m:t>
                    </m:r>
                  </m:oMath>
                </a14:m>
                <a:r>
                  <a:rPr lang="en-US" dirty="0">
                    <a:solidFill>
                      <a:srgbClr val="FF0000"/>
                    </a:solidFill>
                  </a:rPr>
                  <a:t>                    </a:t>
                </a:r>
                <a14:m>
                  <m:oMath xmlns:m="http://schemas.openxmlformats.org/officeDocument/2006/math">
                    <m:r>
                      <a:rPr lang="en-US" b="0" i="1" dirty="0" smtClean="0">
                        <a:solidFill>
                          <a:srgbClr val="FF0000"/>
                        </a:solidFill>
                        <a:latin typeface="Cambria Math" panose="02040503050406030204" pitchFamily="18" charset="0"/>
                      </a:rPr>
                      <m:t>𝑘</m:t>
                    </m:r>
                  </m:oMath>
                </a14:m>
                <a:r>
                  <a:rPr lang="en-US" dirty="0">
                    <a:solidFill>
                      <a:srgbClr val="FF0000"/>
                    </a:solidFill>
                  </a:rPr>
                  <a:t> (Pivot)         </a:t>
                </a:r>
                <a14:m>
                  <m:oMath xmlns:m="http://schemas.openxmlformats.org/officeDocument/2006/math">
                    <m:r>
                      <a:rPr lang="en-US" i="1" dirty="0" smtClean="0">
                        <a:solidFill>
                          <a:srgbClr val="FF0000"/>
                        </a:solidFill>
                        <a:latin typeface="Cambria Math" panose="02040503050406030204" pitchFamily="18" charset="0"/>
                      </a:rPr>
                      <m:t>𝑛</m:t>
                    </m:r>
                  </m:oMath>
                </a14:m>
                <a:r>
                  <a:rPr lang="en-US" dirty="0">
                    <a:solidFill>
                      <a:srgbClr val="FF0000"/>
                    </a:solidFill>
                  </a:rPr>
                  <a:t>   </a:t>
                </a:r>
              </a:p>
            </p:txBody>
          </p:sp>
        </mc:Choice>
        <mc:Fallback xmlns="">
          <p:sp>
            <p:nvSpPr>
              <p:cNvPr id="4" name="TextBox 3">
                <a:extLst>
                  <a:ext uri="{FF2B5EF4-FFF2-40B4-BE49-F238E27FC236}">
                    <a16:creationId xmlns:a16="http://schemas.microsoft.com/office/drawing/2014/main" id="{8F579BB4-1450-4E94-8451-05F06A85F2D3}"/>
                  </a:ext>
                </a:extLst>
              </p:cNvPr>
              <p:cNvSpPr txBox="1">
                <a:spLocks noRot="1" noChangeAspect="1" noMove="1" noResize="1" noEditPoints="1" noAdjustHandles="1" noChangeArrowheads="1" noChangeShapeType="1" noTextEdit="1"/>
              </p:cNvSpPr>
              <p:nvPr/>
            </p:nvSpPr>
            <p:spPr>
              <a:xfrm>
                <a:off x="5690706" y="2687248"/>
                <a:ext cx="4904766" cy="369332"/>
              </a:xfrm>
              <a:prstGeom prst="rect">
                <a:avLst/>
              </a:prstGeom>
              <a:blipFill>
                <a:blip r:embed="rId4"/>
                <a:stretch>
                  <a:fillRect l="-1119"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DC374E0-8DD6-4902-BA98-D406F0D4D6F9}"/>
                  </a:ext>
                </a:extLst>
              </p:cNvPr>
              <p:cNvSpPr txBox="1"/>
              <p:nvPr/>
            </p:nvSpPr>
            <p:spPr>
              <a:xfrm>
                <a:off x="5803641" y="3370758"/>
                <a:ext cx="5888736" cy="923330"/>
              </a:xfrm>
              <a:prstGeom prst="rect">
                <a:avLst/>
              </a:prstGeom>
              <a:noFill/>
            </p:spPr>
            <p:txBody>
              <a:bodyPr wrap="square" rtlCol="0">
                <a:spAutoFit/>
              </a:bodyPr>
              <a:lstStyle/>
              <a:p>
                <a:r>
                  <a:rPr lang="en-US" b="0" dirty="0">
                    <a:solidFill>
                      <a:schemeClr val="tx1"/>
                    </a:solidFill>
                  </a:rPr>
                  <a:t>If the pivot chosen currently is the </a:t>
                </a:r>
                <a14:m>
                  <m:oMath xmlns:m="http://schemas.openxmlformats.org/officeDocument/2006/math">
                    <m:r>
                      <a:rPr lang="en-US" b="0" i="1" dirty="0" smtClean="0">
                        <a:solidFill>
                          <a:schemeClr val="tx1"/>
                        </a:solidFill>
                        <a:latin typeface="Cambria Math" panose="02040503050406030204" pitchFamily="18" charset="0"/>
                      </a:rPr>
                      <m:t>𝑘𝑡h</m:t>
                    </m:r>
                  </m:oMath>
                </a14:m>
                <a:r>
                  <a:rPr lang="en-US" b="0" dirty="0">
                    <a:solidFill>
                      <a:schemeClr val="tx1"/>
                    </a:solidFill>
                  </a:rPr>
                  <a:t> largest element, then </a:t>
                </a:r>
                <a14:m>
                  <m:oMath xmlns:m="http://schemas.openxmlformats.org/officeDocument/2006/math">
                    <m:r>
                      <a:rPr lang="en-US" b="0" i="1" smtClean="0">
                        <a:solidFill>
                          <a:schemeClr val="tx1"/>
                        </a:solidFill>
                        <a:latin typeface="Cambria Math" panose="02040503050406030204" pitchFamily="18" charset="0"/>
                      </a:rPr>
                      <m:t>𝑇</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𝑘</m:t>
                    </m:r>
                    <m:r>
                      <a:rPr lang="en-US" b="0" i="1" smtClean="0">
                        <a:solidFill>
                          <a:schemeClr val="tx1"/>
                        </a:solidFill>
                        <a:latin typeface="Cambria Math" panose="02040503050406030204" pitchFamily="18" charset="0"/>
                      </a:rPr>
                      <m:t>−1,</m:t>
                    </m:r>
                    <m:r>
                      <a:rPr lang="en-US" b="0" i="1" smtClean="0">
                        <a:solidFill>
                          <a:schemeClr val="tx1"/>
                        </a:solidFill>
                        <a:latin typeface="Cambria Math" panose="02040503050406030204" pitchFamily="18" charset="0"/>
                      </a:rPr>
                      <m:t>𝑖</m:t>
                    </m:r>
                    <m:r>
                      <a:rPr lang="en-US" b="0" i="1" smtClean="0">
                        <a:solidFill>
                          <a:schemeClr val="tx1"/>
                        </a:solidFill>
                        <a:latin typeface="Cambria Math" panose="02040503050406030204" pitchFamily="18" charset="0"/>
                      </a:rPr>
                      <m:t>)</m:t>
                    </m:r>
                  </m:oMath>
                </a14:m>
                <a:r>
                  <a:rPr lang="en-US" dirty="0"/>
                  <a:t> means average number of comparisons that we find out the </a:t>
                </a:r>
                <a14:m>
                  <m:oMath xmlns:m="http://schemas.openxmlformats.org/officeDocument/2006/math">
                    <m:r>
                      <a:rPr lang="en-US" i="1" dirty="0" smtClean="0">
                        <a:latin typeface="Cambria Math" panose="02040503050406030204" pitchFamily="18" charset="0"/>
                      </a:rPr>
                      <m:t>𝑖</m:t>
                    </m:r>
                    <m:r>
                      <a:rPr lang="en-US" b="0" i="1" dirty="0" smtClean="0">
                        <a:latin typeface="Cambria Math" panose="02040503050406030204" pitchFamily="18" charset="0"/>
                      </a:rPr>
                      <m:t> </m:t>
                    </m:r>
                  </m:oMath>
                </a14:m>
                <a:r>
                  <a:rPr lang="en-US" dirty="0"/>
                  <a:t>elements from </a:t>
                </a:r>
                <a14:m>
                  <m:oMath xmlns:m="http://schemas.openxmlformats.org/officeDocument/2006/math">
                    <m:r>
                      <a:rPr lang="en-US" b="0" i="1" dirty="0" smtClean="0">
                        <a:latin typeface="Cambria Math" panose="02040503050406030204" pitchFamily="18" charset="0"/>
                      </a:rPr>
                      <m:t>𝑘</m:t>
                    </m:r>
                    <m:r>
                      <a:rPr lang="en-US" i="1" dirty="0" smtClean="0">
                        <a:latin typeface="Cambria Math" panose="02040503050406030204" pitchFamily="18" charset="0"/>
                      </a:rPr>
                      <m:t>−</m:t>
                    </m:r>
                    <m:r>
                      <a:rPr lang="en-US" b="0" i="1" dirty="0" smtClean="0">
                        <a:latin typeface="Cambria Math" panose="02040503050406030204" pitchFamily="18" charset="0"/>
                      </a:rPr>
                      <m:t>1</m:t>
                    </m:r>
                  </m:oMath>
                </a14:m>
                <a:r>
                  <a:rPr lang="en-US" dirty="0"/>
                  <a:t> elements.</a:t>
                </a:r>
              </a:p>
            </p:txBody>
          </p:sp>
        </mc:Choice>
        <mc:Fallback xmlns="">
          <p:sp>
            <p:nvSpPr>
              <p:cNvPr id="5" name="TextBox 4">
                <a:extLst>
                  <a:ext uri="{FF2B5EF4-FFF2-40B4-BE49-F238E27FC236}">
                    <a16:creationId xmlns:a16="http://schemas.microsoft.com/office/drawing/2014/main" id="{FDC374E0-8DD6-4902-BA98-D406F0D4D6F9}"/>
                  </a:ext>
                </a:extLst>
              </p:cNvPr>
              <p:cNvSpPr txBox="1">
                <a:spLocks noRot="1" noChangeAspect="1" noMove="1" noResize="1" noEditPoints="1" noAdjustHandles="1" noChangeArrowheads="1" noChangeShapeType="1" noTextEdit="1"/>
              </p:cNvSpPr>
              <p:nvPr/>
            </p:nvSpPr>
            <p:spPr>
              <a:xfrm>
                <a:off x="5803641" y="3370758"/>
                <a:ext cx="5888736" cy="923330"/>
              </a:xfrm>
              <a:prstGeom prst="rect">
                <a:avLst/>
              </a:prstGeom>
              <a:blipFill>
                <a:blip r:embed="rId5"/>
                <a:stretch>
                  <a:fillRect l="-828" t="-3974" r="-311" b="-9934"/>
                </a:stretch>
              </a:blipFill>
            </p:spPr>
            <p:txBody>
              <a:bodyPr/>
              <a:lstStyle/>
              <a:p>
                <a:r>
                  <a:rPr lang="en-US">
                    <a:noFill/>
                  </a:rPr>
                  <a:t> </a:t>
                </a:r>
              </a:p>
            </p:txBody>
          </p:sp>
        </mc:Fallback>
      </mc:AlternateContent>
    </p:spTree>
    <p:extLst>
      <p:ext uri="{BB962C8B-B14F-4D97-AF65-F5344CB8AC3E}">
        <p14:creationId xmlns:p14="http://schemas.microsoft.com/office/powerpoint/2010/main" val="6961209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4C921-8720-497A-9206-E6CF7634F45B}"/>
              </a:ext>
            </a:extLst>
          </p:cNvPr>
          <p:cNvSpPr>
            <a:spLocks noGrp="1"/>
          </p:cNvSpPr>
          <p:nvPr>
            <p:ph type="title"/>
          </p:nvPr>
        </p:nvSpPr>
        <p:spPr>
          <a:xfrm>
            <a:off x="297025" y="313093"/>
            <a:ext cx="5506616" cy="735887"/>
          </a:xfrm>
        </p:spPr>
        <p:txBody>
          <a:bodyPr/>
          <a:lstStyle/>
          <a:p>
            <a:r>
              <a:rPr lang="en-US" dirty="0"/>
              <a:t>Random Selection</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7C7CA115-1A62-495A-AD12-7EBE9112A55B}"/>
                  </a:ext>
                </a:extLst>
              </p:cNvPr>
              <p:cNvSpPr txBox="1"/>
              <p:nvPr/>
            </p:nvSpPr>
            <p:spPr>
              <a:xfrm>
                <a:off x="5690706" y="996603"/>
                <a:ext cx="6789485" cy="915828"/>
              </a:xfrm>
              <a:prstGeom prst="rect">
                <a:avLst/>
              </a:prstGeom>
              <a:noFill/>
            </p:spPr>
            <p:txBody>
              <a:bodyPr wrap="square" rtlCol="0">
                <a:spAutoFit/>
              </a:bodyPr>
              <a:lstStyle/>
              <a:p>
                <a:r>
                  <a:rPr lang="en-US" sz="2800" b="1" dirty="0">
                    <a:solidFill>
                      <a:srgbClr val="00B050"/>
                    </a:solidFill>
                  </a:rPr>
                  <a:t>Explanation ?</a:t>
                </a:r>
              </a:p>
              <a:p>
                <a:r>
                  <a:rPr lang="en-US" dirty="0">
                    <a:solidFill>
                      <a:schemeClr val="tx1"/>
                    </a:solidFill>
                  </a:rPr>
                  <a:t>Q4, why </a:t>
                </a:r>
                <a14:m>
                  <m:oMath xmlns:m="http://schemas.openxmlformats.org/officeDocument/2006/math">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1</m:t>
                        </m:r>
                      </m:num>
                      <m:den>
                        <m:r>
                          <a:rPr lang="en-US" b="0" i="1" smtClean="0">
                            <a:solidFill>
                              <a:schemeClr val="tx1"/>
                            </a:solidFill>
                            <a:latin typeface="Cambria Math" panose="02040503050406030204" pitchFamily="18" charset="0"/>
                          </a:rPr>
                          <m:t>𝑛</m:t>
                        </m:r>
                      </m:den>
                    </m:f>
                    <m:r>
                      <a:rPr lang="en-US" b="0" i="0" smtClean="0">
                        <a:solidFill>
                          <a:schemeClr val="tx1"/>
                        </a:solidFill>
                        <a:latin typeface="Cambria Math" panose="02040503050406030204" pitchFamily="18" charset="0"/>
                      </a:rPr>
                      <m:t>(</m:t>
                    </m:r>
                    <m:nary>
                      <m:naryPr>
                        <m:chr m:val="∑"/>
                        <m:limLoc m:val="subSup"/>
                        <m:ctrlPr>
                          <a:rPr lang="en-US" i="1">
                            <a:latin typeface="Cambria Math" panose="02040503050406030204" pitchFamily="18" charset="0"/>
                          </a:rPr>
                        </m:ctrlPr>
                      </m:naryPr>
                      <m:sub>
                        <m:r>
                          <m:rPr>
                            <m:brk m:alnAt="25"/>
                          </m:rPr>
                          <a:rPr lang="en-US" i="1">
                            <a:latin typeface="Cambria Math" panose="02040503050406030204" pitchFamily="18" charset="0"/>
                          </a:rPr>
                          <m:t>𝑘</m:t>
                        </m:r>
                        <m:r>
                          <a:rPr lang="en-US" i="1">
                            <a:latin typeface="Cambria Math" panose="02040503050406030204" pitchFamily="18" charset="0"/>
                          </a:rPr>
                          <m:t>=1</m:t>
                        </m:r>
                      </m:sub>
                      <m:sup>
                        <m:r>
                          <a:rPr lang="en-US" i="1">
                            <a:latin typeface="Cambria Math" panose="02040503050406030204" pitchFamily="18" charset="0"/>
                          </a:rPr>
                          <m:t>𝑖</m:t>
                        </m:r>
                        <m:r>
                          <a:rPr lang="en-US" i="1">
                            <a:latin typeface="Cambria Math" panose="02040503050406030204" pitchFamily="18" charset="0"/>
                          </a:rPr>
                          <m:t>−1</m:t>
                        </m:r>
                      </m:sup>
                      <m:e>
                        <m:r>
                          <a:rPr lang="en-US" i="1">
                            <a:latin typeface="Cambria Math" panose="02040503050406030204" pitchFamily="18" charset="0"/>
                          </a:rPr>
                          <m:t>𝑇</m:t>
                        </m:r>
                        <m:r>
                          <a:rPr lang="en-US" i="1">
                            <a:latin typeface="Cambria Math" panose="02040503050406030204" pitchFamily="18" charset="0"/>
                          </a:rPr>
                          <m:t>(</m:t>
                        </m:r>
                        <m:r>
                          <a:rPr lang="en-US" i="1">
                            <a:latin typeface="Cambria Math" panose="02040503050406030204" pitchFamily="18" charset="0"/>
                          </a:rPr>
                          <m:t>𝑛</m:t>
                        </m:r>
                        <m:r>
                          <a:rPr lang="en-US" i="1">
                            <a:latin typeface="Cambria Math" panose="02040503050406030204" pitchFamily="18" charset="0"/>
                          </a:rPr>
                          <m:t>−</m:t>
                        </m:r>
                        <m:r>
                          <a:rPr lang="en-US" i="1">
                            <a:latin typeface="Cambria Math" panose="02040503050406030204" pitchFamily="18" charset="0"/>
                          </a:rPr>
                          <m:t>𝑘</m:t>
                        </m:r>
                        <m:r>
                          <a:rPr lang="en-US" i="1">
                            <a:latin typeface="Cambria Math" panose="02040503050406030204" pitchFamily="18" charset="0"/>
                          </a:rPr>
                          <m:t>,</m:t>
                        </m:r>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𝑘</m:t>
                        </m:r>
                        <m:r>
                          <a:rPr lang="en-US" i="1">
                            <a:latin typeface="Cambria Math" panose="02040503050406030204" pitchFamily="18" charset="0"/>
                          </a:rPr>
                          <m:t>)</m:t>
                        </m:r>
                      </m:e>
                    </m:nary>
                    <m:r>
                      <a:rPr lang="en-US" b="0" i="0" smtClean="0">
                        <a:solidFill>
                          <a:schemeClr val="tx1"/>
                        </a:solidFill>
                        <a:latin typeface="Cambria Math" panose="02040503050406030204" pitchFamily="18" charset="0"/>
                      </a:rPr>
                      <m:t>+</m:t>
                    </m:r>
                    <m:nary>
                      <m:naryPr>
                        <m:chr m:val="∑"/>
                        <m:limLoc m:val="subSup"/>
                        <m:ctrlPr>
                          <a:rPr lang="en-US" i="1" smtClean="0">
                            <a:solidFill>
                              <a:schemeClr val="tx1"/>
                            </a:solidFill>
                            <a:latin typeface="Cambria Math" panose="02040503050406030204" pitchFamily="18" charset="0"/>
                          </a:rPr>
                        </m:ctrlPr>
                      </m:naryPr>
                      <m:sub>
                        <m:r>
                          <m:rPr>
                            <m:brk m:alnAt="25"/>
                          </m:rPr>
                          <a:rPr lang="en-US" b="0" i="1" smtClean="0">
                            <a:solidFill>
                              <a:schemeClr val="tx1"/>
                            </a:solidFill>
                            <a:latin typeface="Cambria Math" panose="02040503050406030204" pitchFamily="18" charset="0"/>
                          </a:rPr>
                          <m:t>𝑘</m:t>
                        </m:r>
                        <m:r>
                          <a:rPr lang="en-US" b="0" i="1" smtClean="0">
                            <a:solidFill>
                              <a:schemeClr val="tx1"/>
                            </a:solidFill>
                            <a:latin typeface="Cambria Math" panose="02040503050406030204" pitchFamily="18" charset="0"/>
                          </a:rPr>
                          <m:t>=1</m:t>
                        </m:r>
                      </m:sub>
                      <m:sup>
                        <m:r>
                          <a:rPr lang="en-US" b="0" i="1" smtClean="0">
                            <a:solidFill>
                              <a:schemeClr val="tx1"/>
                            </a:solidFill>
                            <a:latin typeface="Cambria Math" panose="02040503050406030204" pitchFamily="18" charset="0"/>
                          </a:rPr>
                          <m:t>𝑖</m:t>
                        </m:r>
                        <m:r>
                          <a:rPr lang="en-US" b="0" i="1" smtClean="0">
                            <a:solidFill>
                              <a:schemeClr val="tx1"/>
                            </a:solidFill>
                            <a:latin typeface="Cambria Math" panose="02040503050406030204" pitchFamily="18" charset="0"/>
                          </a:rPr>
                          <m:t>−1</m:t>
                        </m:r>
                      </m:sup>
                      <m:e>
                        <m:r>
                          <a:rPr lang="en-US" b="0" i="1" smtClean="0">
                            <a:solidFill>
                              <a:schemeClr val="tx1"/>
                            </a:solidFill>
                            <a:latin typeface="Cambria Math" panose="02040503050406030204" pitchFamily="18" charset="0"/>
                          </a:rPr>
                          <m:t>𝑇</m:t>
                        </m:r>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𝑘</m:t>
                            </m:r>
                            <m:r>
                              <a:rPr lang="en-US" b="0" i="1" smtClean="0">
                                <a:solidFill>
                                  <a:schemeClr val="tx1"/>
                                </a:solidFill>
                                <a:latin typeface="Cambria Math" panose="02040503050406030204" pitchFamily="18" charset="0"/>
                              </a:rPr>
                              <m:t>−1,</m:t>
                            </m:r>
                            <m:r>
                              <a:rPr lang="en-US" b="0" i="1" smtClean="0">
                                <a:solidFill>
                                  <a:schemeClr val="tx1"/>
                                </a:solidFill>
                                <a:latin typeface="Cambria Math" panose="02040503050406030204" pitchFamily="18" charset="0"/>
                              </a:rPr>
                              <m:t>𝑖</m:t>
                            </m:r>
                          </m:e>
                        </m:d>
                      </m:e>
                    </m:nary>
                    <m:r>
                      <a:rPr lang="en-US" b="0" i="1" smtClean="0">
                        <a:solidFill>
                          <a:schemeClr val="tx1"/>
                        </a:solidFill>
                        <a:latin typeface="Cambria Math" panose="02040503050406030204" pitchFamily="18" charset="0"/>
                      </a:rPr>
                      <m:t>)</m:t>
                    </m:r>
                  </m:oMath>
                </a14:m>
                <a:r>
                  <a:rPr lang="en-US" dirty="0">
                    <a:solidFill>
                      <a:schemeClr val="tx1"/>
                    </a:solidFill>
                  </a:rPr>
                  <a:t>?</a:t>
                </a:r>
              </a:p>
            </p:txBody>
          </p:sp>
        </mc:Choice>
        <mc:Fallback xmlns="">
          <p:sp>
            <p:nvSpPr>
              <p:cNvPr id="19" name="TextBox 18">
                <a:extLst>
                  <a:ext uri="{FF2B5EF4-FFF2-40B4-BE49-F238E27FC236}">
                    <a16:creationId xmlns:a16="http://schemas.microsoft.com/office/drawing/2014/main" id="{7C7CA115-1A62-495A-AD12-7EBE9112A55B}"/>
                  </a:ext>
                </a:extLst>
              </p:cNvPr>
              <p:cNvSpPr txBox="1">
                <a:spLocks noRot="1" noChangeAspect="1" noMove="1" noResize="1" noEditPoints="1" noAdjustHandles="1" noChangeArrowheads="1" noChangeShapeType="1" noTextEdit="1"/>
              </p:cNvSpPr>
              <p:nvPr/>
            </p:nvSpPr>
            <p:spPr>
              <a:xfrm>
                <a:off x="5690706" y="996603"/>
                <a:ext cx="6789485" cy="915828"/>
              </a:xfrm>
              <a:prstGeom prst="rect">
                <a:avLst/>
              </a:prstGeom>
              <a:blipFill>
                <a:blip r:embed="rId2"/>
                <a:stretch>
                  <a:fillRect l="-1887" t="-5960" b="-675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DC374E0-8DD6-4902-BA98-D406F0D4D6F9}"/>
                  </a:ext>
                </a:extLst>
              </p:cNvPr>
              <p:cNvSpPr txBox="1"/>
              <p:nvPr/>
            </p:nvSpPr>
            <p:spPr>
              <a:xfrm>
                <a:off x="5690706" y="1997454"/>
                <a:ext cx="5888736" cy="1431546"/>
              </a:xfrm>
              <a:prstGeom prst="rect">
                <a:avLst/>
              </a:prstGeom>
              <a:noFill/>
            </p:spPr>
            <p:txBody>
              <a:bodyPr wrap="square" rtlCol="0">
                <a:spAutoFit/>
              </a:bodyPr>
              <a:lstStyle/>
              <a:p>
                <a:r>
                  <a:rPr lang="en-US" dirty="0"/>
                  <a:t>The probability of selecting any position as the pivot during partition is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𝑛</m:t>
                        </m:r>
                      </m:den>
                    </m:f>
                  </m:oMath>
                </a14:m>
                <a:r>
                  <a:rPr lang="en-US" dirty="0"/>
                  <a:t>, indicating that the probabilities are equal for all positions.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𝑛</m:t>
                        </m:r>
                      </m:den>
                    </m:f>
                  </m:oMath>
                </a14:m>
                <a:r>
                  <a:rPr lang="zh-CN" altLang="en-US" dirty="0"/>
                  <a:t>表示在</a:t>
                </a:r>
                <a:r>
                  <a:rPr lang="en-US" dirty="0"/>
                  <a:t>partition</a:t>
                </a:r>
                <a:r>
                  <a:rPr lang="zh-CN" altLang="en-US" dirty="0"/>
                  <a:t>时选择</a:t>
                </a:r>
                <a:r>
                  <a:rPr lang="en-US" dirty="0"/>
                  <a:t>pivot</a:t>
                </a:r>
                <a:r>
                  <a:rPr lang="zh-CN" altLang="en-US" dirty="0"/>
                  <a:t>所在的位置的概率是等同的</a:t>
                </a:r>
                <a:r>
                  <a:rPr lang="en-US" dirty="0"/>
                  <a:t>)</a:t>
                </a:r>
              </a:p>
            </p:txBody>
          </p:sp>
        </mc:Choice>
        <mc:Fallback xmlns="">
          <p:sp>
            <p:nvSpPr>
              <p:cNvPr id="5" name="TextBox 4">
                <a:extLst>
                  <a:ext uri="{FF2B5EF4-FFF2-40B4-BE49-F238E27FC236}">
                    <a16:creationId xmlns:a16="http://schemas.microsoft.com/office/drawing/2014/main" id="{FDC374E0-8DD6-4902-BA98-D406F0D4D6F9}"/>
                  </a:ext>
                </a:extLst>
              </p:cNvPr>
              <p:cNvSpPr txBox="1">
                <a:spLocks noRot="1" noChangeAspect="1" noMove="1" noResize="1" noEditPoints="1" noAdjustHandles="1" noChangeArrowheads="1" noChangeShapeType="1" noTextEdit="1"/>
              </p:cNvSpPr>
              <p:nvPr/>
            </p:nvSpPr>
            <p:spPr>
              <a:xfrm>
                <a:off x="5690706" y="1997454"/>
                <a:ext cx="5888736" cy="1431546"/>
              </a:xfrm>
              <a:prstGeom prst="rect">
                <a:avLst/>
              </a:prstGeom>
              <a:blipFill>
                <a:blip r:embed="rId3"/>
                <a:stretch>
                  <a:fillRect l="-932" t="-2553" r="-1449" b="-5957"/>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21592ABF-C5B3-49E0-B16F-51F3332961BA}"/>
              </a:ext>
            </a:extLst>
          </p:cNvPr>
          <p:cNvPicPr>
            <a:picLocks noChangeAspect="1"/>
          </p:cNvPicPr>
          <p:nvPr/>
        </p:nvPicPr>
        <p:blipFill>
          <a:blip r:embed="rId4"/>
          <a:stretch>
            <a:fillRect/>
          </a:stretch>
        </p:blipFill>
        <p:spPr>
          <a:xfrm>
            <a:off x="171528" y="1048980"/>
            <a:ext cx="4904766" cy="3793608"/>
          </a:xfrm>
          <a:prstGeom prst="rect">
            <a:avLst/>
          </a:prstGeom>
        </p:spPr>
      </p:pic>
    </p:spTree>
    <p:extLst>
      <p:ext uri="{BB962C8B-B14F-4D97-AF65-F5344CB8AC3E}">
        <p14:creationId xmlns:p14="http://schemas.microsoft.com/office/powerpoint/2010/main" val="30172010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4C921-8720-497A-9206-E6CF7634F45B}"/>
              </a:ext>
            </a:extLst>
          </p:cNvPr>
          <p:cNvSpPr>
            <a:spLocks noGrp="1"/>
          </p:cNvSpPr>
          <p:nvPr>
            <p:ph type="title"/>
          </p:nvPr>
        </p:nvSpPr>
        <p:spPr>
          <a:xfrm>
            <a:off x="184090" y="84493"/>
            <a:ext cx="5506616" cy="735887"/>
          </a:xfrm>
        </p:spPr>
        <p:txBody>
          <a:bodyPr/>
          <a:lstStyle/>
          <a:p>
            <a:r>
              <a:rPr lang="en-US" dirty="0"/>
              <a:t>Random Selection</a:t>
            </a:r>
          </a:p>
        </p:txBody>
      </p:sp>
      <p:pic>
        <p:nvPicPr>
          <p:cNvPr id="7" name="Picture 6">
            <a:extLst>
              <a:ext uri="{FF2B5EF4-FFF2-40B4-BE49-F238E27FC236}">
                <a16:creationId xmlns:a16="http://schemas.microsoft.com/office/drawing/2014/main" id="{B58F3077-390C-49AA-A913-32B884A06C17}"/>
              </a:ext>
            </a:extLst>
          </p:cNvPr>
          <p:cNvPicPr>
            <a:picLocks noChangeAspect="1"/>
          </p:cNvPicPr>
          <p:nvPr/>
        </p:nvPicPr>
        <p:blipFill>
          <a:blip r:embed="rId2"/>
          <a:stretch>
            <a:fillRect/>
          </a:stretch>
        </p:blipFill>
        <p:spPr>
          <a:xfrm>
            <a:off x="184090" y="820380"/>
            <a:ext cx="5612845" cy="3669324"/>
          </a:xfrm>
          <a:prstGeom prst="rect">
            <a:avLst/>
          </a:prstGeom>
        </p:spPr>
      </p:pic>
      <p:pic>
        <p:nvPicPr>
          <p:cNvPr id="9" name="Picture 8">
            <a:extLst>
              <a:ext uri="{FF2B5EF4-FFF2-40B4-BE49-F238E27FC236}">
                <a16:creationId xmlns:a16="http://schemas.microsoft.com/office/drawing/2014/main" id="{ED092C7C-BDD3-4C13-BD26-2432C85423E4}"/>
              </a:ext>
            </a:extLst>
          </p:cNvPr>
          <p:cNvPicPr>
            <a:picLocks noChangeAspect="1"/>
          </p:cNvPicPr>
          <p:nvPr/>
        </p:nvPicPr>
        <p:blipFill>
          <a:blip r:embed="rId3"/>
          <a:stretch>
            <a:fillRect/>
          </a:stretch>
        </p:blipFill>
        <p:spPr>
          <a:xfrm>
            <a:off x="5987340" y="820380"/>
            <a:ext cx="5826708" cy="3669324"/>
          </a:xfrm>
          <a:prstGeom prst="rect">
            <a:avLst/>
          </a:prstGeom>
        </p:spPr>
      </p:pic>
      <p:sp>
        <p:nvSpPr>
          <p:cNvPr id="11" name="Right Brace 10">
            <a:extLst>
              <a:ext uri="{FF2B5EF4-FFF2-40B4-BE49-F238E27FC236}">
                <a16:creationId xmlns:a16="http://schemas.microsoft.com/office/drawing/2014/main" id="{019C07F8-B816-493C-B54B-0C78FCC79BFD}"/>
              </a:ext>
            </a:extLst>
          </p:cNvPr>
          <p:cNvSpPr/>
          <p:nvPr/>
        </p:nvSpPr>
        <p:spPr>
          <a:xfrm rot="5400000">
            <a:off x="5609435" y="1698688"/>
            <a:ext cx="565405" cy="6147438"/>
          </a:xfrm>
          <a:prstGeom prst="rightBrace">
            <a:avLst>
              <a:gd name="adj1" fmla="val 8333"/>
              <a:gd name="adj2" fmla="val 50206"/>
            </a:avLst>
          </a:prstGeom>
          <a:solidFill>
            <a:schemeClr val="bg1"/>
          </a:solidFill>
          <a:ln>
            <a:solidFill>
              <a:srgbClr val="FF0000"/>
            </a:solidFill>
          </a:ln>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585DF943-8445-493E-B145-87FFB9D43C57}"/>
                  </a:ext>
                </a:extLst>
              </p:cNvPr>
              <p:cNvSpPr txBox="1"/>
              <p:nvPr/>
            </p:nvSpPr>
            <p:spPr>
              <a:xfrm>
                <a:off x="1056864" y="5225591"/>
                <a:ext cx="9480141" cy="369332"/>
              </a:xfrm>
              <a:prstGeom prst="rect">
                <a:avLst/>
              </a:prstGeom>
              <a:noFill/>
            </p:spPr>
            <p:txBody>
              <a:bodyPr wrap="square" rtlCol="0">
                <a:spAutoFit/>
              </a:bodyPr>
              <a:lstStyle/>
              <a:p>
                <a:r>
                  <a:rPr lang="en-US" dirty="0">
                    <a:solidFill>
                      <a:srgbClr val="00B050"/>
                    </a:solidFill>
                  </a:rPr>
                  <a:t>Prove the </a:t>
                </a:r>
                <a:r>
                  <a:rPr lang="en-US" dirty="0" err="1">
                    <a:solidFill>
                      <a:srgbClr val="00B050"/>
                    </a:solidFill>
                  </a:rPr>
                  <a:t>conclustion</a:t>
                </a:r>
                <a:r>
                  <a:rPr lang="en-US" dirty="0">
                    <a:solidFill>
                      <a:srgbClr val="00B050"/>
                    </a:solidFill>
                  </a:rPr>
                  <a:t>: </a:t>
                </a:r>
                <a14:m>
                  <m:oMath xmlns:m="http://schemas.openxmlformats.org/officeDocument/2006/math">
                    <m:r>
                      <a:rPr lang="en-US" i="1" dirty="0" smtClean="0">
                        <a:solidFill>
                          <a:srgbClr val="00B050"/>
                        </a:solidFill>
                        <a:latin typeface="Cambria Math" panose="02040503050406030204" pitchFamily="18" charset="0"/>
                      </a:rPr>
                      <m:t>𝑇</m:t>
                    </m:r>
                    <m:r>
                      <a:rPr lang="en-US" i="1" dirty="0" smtClean="0">
                        <a:solidFill>
                          <a:srgbClr val="00B050"/>
                        </a:solidFill>
                        <a:latin typeface="Cambria Math" panose="02040503050406030204" pitchFamily="18" charset="0"/>
                      </a:rPr>
                      <m:t>(</m:t>
                    </m:r>
                    <m:r>
                      <a:rPr lang="en-US" i="1" dirty="0" err="1" smtClean="0">
                        <a:solidFill>
                          <a:srgbClr val="00B050"/>
                        </a:solidFill>
                        <a:latin typeface="Cambria Math" panose="02040503050406030204" pitchFamily="18" charset="0"/>
                      </a:rPr>
                      <m:t>𝑛</m:t>
                    </m:r>
                    <m:r>
                      <a:rPr lang="en-US" i="1" dirty="0" err="1" smtClean="0">
                        <a:solidFill>
                          <a:srgbClr val="00B050"/>
                        </a:solidFill>
                        <a:latin typeface="Cambria Math" panose="02040503050406030204" pitchFamily="18" charset="0"/>
                      </a:rPr>
                      <m:t>,</m:t>
                    </m:r>
                    <m:r>
                      <a:rPr lang="en-US" i="1" dirty="0" err="1" smtClean="0">
                        <a:solidFill>
                          <a:srgbClr val="00B050"/>
                        </a:solidFill>
                        <a:latin typeface="Cambria Math" panose="02040503050406030204" pitchFamily="18" charset="0"/>
                      </a:rPr>
                      <m:t>𝑖</m:t>
                    </m:r>
                    <m:r>
                      <a:rPr lang="en-US" i="1" dirty="0" smtClean="0">
                        <a:solidFill>
                          <a:srgbClr val="00B050"/>
                        </a:solidFill>
                        <a:latin typeface="Cambria Math" panose="02040503050406030204" pitchFamily="18" charset="0"/>
                      </a:rPr>
                      <m:t>)&lt;4</m:t>
                    </m:r>
                    <m:r>
                      <a:rPr lang="en-US" i="1" dirty="0" smtClean="0">
                        <a:solidFill>
                          <a:srgbClr val="00B050"/>
                        </a:solidFill>
                        <a:latin typeface="Cambria Math" panose="02040503050406030204" pitchFamily="18" charset="0"/>
                      </a:rPr>
                      <m:t>𝑛</m:t>
                    </m:r>
                  </m:oMath>
                </a14:m>
                <a:r>
                  <a:rPr lang="en-US" dirty="0">
                    <a:solidFill>
                      <a:srgbClr val="00B050"/>
                    </a:solidFill>
                  </a:rPr>
                  <a:t>, for all </a:t>
                </a:r>
                <a14:m>
                  <m:oMath xmlns:m="http://schemas.openxmlformats.org/officeDocument/2006/math">
                    <m:r>
                      <a:rPr lang="en-US" i="1" dirty="0" smtClean="0">
                        <a:solidFill>
                          <a:srgbClr val="00B050"/>
                        </a:solidFill>
                        <a:latin typeface="Cambria Math" panose="02040503050406030204" pitchFamily="18" charset="0"/>
                      </a:rPr>
                      <m:t>𝑛</m:t>
                    </m:r>
                    <m:r>
                      <a:rPr lang="en-US" i="1" dirty="0" smtClean="0">
                        <a:solidFill>
                          <a:srgbClr val="00B050"/>
                        </a:solidFill>
                        <a:latin typeface="Cambria Math" panose="02040503050406030204" pitchFamily="18" charset="0"/>
                      </a:rPr>
                      <m:t>&gt;=</m:t>
                    </m:r>
                    <m:r>
                      <a:rPr lang="en-US" i="1" dirty="0" err="1" smtClean="0">
                        <a:solidFill>
                          <a:srgbClr val="00B050"/>
                        </a:solidFill>
                        <a:latin typeface="Cambria Math" panose="02040503050406030204" pitchFamily="18" charset="0"/>
                      </a:rPr>
                      <m:t>𝑖</m:t>
                    </m:r>
                  </m:oMath>
                </a14:m>
                <a:r>
                  <a:rPr lang="en-US" dirty="0">
                    <a:solidFill>
                      <a:srgbClr val="00B050"/>
                    </a:solidFill>
                  </a:rPr>
                  <a:t> and </a:t>
                </a:r>
                <a14:m>
                  <m:oMath xmlns:m="http://schemas.openxmlformats.org/officeDocument/2006/math">
                    <m:r>
                      <a:rPr lang="en-US" i="1" dirty="0" smtClean="0">
                        <a:solidFill>
                          <a:srgbClr val="00B050"/>
                        </a:solidFill>
                        <a:latin typeface="Cambria Math" panose="02040503050406030204" pitchFamily="18" charset="0"/>
                      </a:rPr>
                      <m:t>1</m:t>
                    </m:r>
                    <m:r>
                      <a:rPr lang="en-US" b="0" i="1" dirty="0" smtClean="0">
                        <a:solidFill>
                          <a:srgbClr val="00B050"/>
                        </a:solidFill>
                        <a:latin typeface="Cambria Math" panose="02040503050406030204" pitchFamily="18" charset="0"/>
                      </a:rPr>
                      <m:t>≤</m:t>
                    </m:r>
                    <m:r>
                      <a:rPr lang="en-US" i="1" dirty="0" err="1" smtClean="0">
                        <a:solidFill>
                          <a:srgbClr val="00B050"/>
                        </a:solidFill>
                        <a:latin typeface="Cambria Math" panose="02040503050406030204" pitchFamily="18" charset="0"/>
                      </a:rPr>
                      <m:t>𝑖</m:t>
                    </m:r>
                    <m:r>
                      <a:rPr lang="en-US" b="0" i="1" dirty="0" smtClean="0">
                        <a:solidFill>
                          <a:srgbClr val="00B050"/>
                        </a:solidFill>
                        <a:latin typeface="Cambria Math" panose="02040503050406030204" pitchFamily="18" charset="0"/>
                      </a:rPr>
                      <m:t>≤</m:t>
                    </m:r>
                    <m:r>
                      <a:rPr lang="en-US" i="1" dirty="0" smtClean="0">
                        <a:solidFill>
                          <a:srgbClr val="00B050"/>
                        </a:solidFill>
                        <a:latin typeface="Cambria Math" panose="02040503050406030204" pitchFamily="18" charset="0"/>
                      </a:rPr>
                      <m:t>𝑛</m:t>
                    </m:r>
                    <m:r>
                      <a:rPr lang="en-US" i="1" dirty="0">
                        <a:solidFill>
                          <a:srgbClr val="00B050"/>
                        </a:solidFill>
                        <a:latin typeface="Cambria Math" panose="02040503050406030204" pitchFamily="18" charset="0"/>
                      </a:rPr>
                      <m:t> </m:t>
                    </m:r>
                  </m:oMath>
                </a14:m>
                <a:r>
                  <a:rPr lang="en-US" dirty="0">
                    <a:solidFill>
                      <a:srgbClr val="00B050"/>
                    </a:solidFill>
                  </a:rPr>
                  <a:t>by mathematical induction.</a:t>
                </a:r>
              </a:p>
            </p:txBody>
          </p:sp>
        </mc:Choice>
        <mc:Fallback>
          <p:sp>
            <p:nvSpPr>
              <p:cNvPr id="12" name="TextBox 11">
                <a:extLst>
                  <a:ext uri="{FF2B5EF4-FFF2-40B4-BE49-F238E27FC236}">
                    <a16:creationId xmlns:a16="http://schemas.microsoft.com/office/drawing/2014/main" id="{585DF943-8445-493E-B145-87FFB9D43C57}"/>
                  </a:ext>
                </a:extLst>
              </p:cNvPr>
              <p:cNvSpPr txBox="1">
                <a:spLocks noRot="1" noChangeAspect="1" noMove="1" noResize="1" noEditPoints="1" noAdjustHandles="1" noChangeArrowheads="1" noChangeShapeType="1" noTextEdit="1"/>
              </p:cNvSpPr>
              <p:nvPr/>
            </p:nvSpPr>
            <p:spPr>
              <a:xfrm>
                <a:off x="1056864" y="5225591"/>
                <a:ext cx="9480141" cy="369332"/>
              </a:xfrm>
              <a:prstGeom prst="rect">
                <a:avLst/>
              </a:prstGeom>
              <a:blipFill>
                <a:blip r:embed="rId4"/>
                <a:stretch>
                  <a:fillRect l="-514" t="-8197" b="-24590"/>
                </a:stretch>
              </a:blipFill>
            </p:spPr>
            <p:txBody>
              <a:bodyPr/>
              <a:lstStyle/>
              <a:p>
                <a:r>
                  <a:rPr lang="en-US">
                    <a:noFill/>
                  </a:rPr>
                  <a:t> </a:t>
                </a:r>
              </a:p>
            </p:txBody>
          </p:sp>
        </mc:Fallback>
      </mc:AlternateContent>
      <p:grpSp>
        <p:nvGrpSpPr>
          <p:cNvPr id="54" name="Group 53">
            <a:extLst>
              <a:ext uri="{FF2B5EF4-FFF2-40B4-BE49-F238E27FC236}">
                <a16:creationId xmlns:a16="http://schemas.microsoft.com/office/drawing/2014/main" id="{24446BA2-FD43-471F-B668-F589527C2F6B}"/>
              </a:ext>
            </a:extLst>
          </p:cNvPr>
          <p:cNvGrpSpPr/>
          <p:nvPr/>
        </p:nvGrpSpPr>
        <p:grpSpPr>
          <a:xfrm>
            <a:off x="10277424" y="1106136"/>
            <a:ext cx="1518120" cy="924840"/>
            <a:chOff x="10277424" y="1106136"/>
            <a:chExt cx="1518120" cy="924840"/>
          </a:xfrm>
        </p:grpSpPr>
        <mc:AlternateContent xmlns:mc="http://schemas.openxmlformats.org/markup-compatibility/2006" xmlns:p14="http://schemas.microsoft.com/office/powerpoint/2010/main">
          <mc:Choice Requires="p14">
            <p:contentPart p14:bwMode="auto" r:id="rId5">
              <p14:nvContentPartPr>
                <p14:cNvPr id="24" name="Ink 23">
                  <a:extLst>
                    <a:ext uri="{FF2B5EF4-FFF2-40B4-BE49-F238E27FC236}">
                      <a16:creationId xmlns:a16="http://schemas.microsoft.com/office/drawing/2014/main" id="{746C0905-3A79-49E8-AA34-7C13DF1863DC}"/>
                    </a:ext>
                  </a:extLst>
                </p14:cNvPr>
                <p14:cNvContentPartPr/>
                <p14:nvPr/>
              </p14:nvContentPartPr>
              <p14:xfrm>
                <a:off x="10506024" y="1600056"/>
                <a:ext cx="1235520" cy="35640"/>
              </p14:xfrm>
            </p:contentPart>
          </mc:Choice>
          <mc:Fallback xmlns="">
            <p:pic>
              <p:nvPicPr>
                <p:cNvPr id="24" name="Ink 23">
                  <a:extLst>
                    <a:ext uri="{FF2B5EF4-FFF2-40B4-BE49-F238E27FC236}">
                      <a16:creationId xmlns:a16="http://schemas.microsoft.com/office/drawing/2014/main" id="{746C0905-3A79-49E8-AA34-7C13DF1863DC}"/>
                    </a:ext>
                  </a:extLst>
                </p:cNvPr>
                <p:cNvPicPr/>
                <p:nvPr/>
              </p:nvPicPr>
              <p:blipFill>
                <a:blip r:embed="rId6"/>
                <a:stretch>
                  <a:fillRect/>
                </a:stretch>
              </p:blipFill>
              <p:spPr>
                <a:xfrm>
                  <a:off x="10497384" y="1591056"/>
                  <a:ext cx="1253160" cy="532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5" name="Ink 24">
                  <a:extLst>
                    <a:ext uri="{FF2B5EF4-FFF2-40B4-BE49-F238E27FC236}">
                      <a16:creationId xmlns:a16="http://schemas.microsoft.com/office/drawing/2014/main" id="{E2CBBF9D-09E7-4A97-B8EB-239145AF901D}"/>
                    </a:ext>
                  </a:extLst>
                </p14:cNvPr>
                <p14:cNvContentPartPr/>
                <p14:nvPr/>
              </p14:nvContentPartPr>
              <p14:xfrm>
                <a:off x="11659104" y="1554336"/>
                <a:ext cx="94680" cy="95040"/>
              </p14:xfrm>
            </p:contentPart>
          </mc:Choice>
          <mc:Fallback xmlns="">
            <p:pic>
              <p:nvPicPr>
                <p:cNvPr id="25" name="Ink 24">
                  <a:extLst>
                    <a:ext uri="{FF2B5EF4-FFF2-40B4-BE49-F238E27FC236}">
                      <a16:creationId xmlns:a16="http://schemas.microsoft.com/office/drawing/2014/main" id="{E2CBBF9D-09E7-4A97-B8EB-239145AF901D}"/>
                    </a:ext>
                  </a:extLst>
                </p:cNvPr>
                <p:cNvPicPr/>
                <p:nvPr/>
              </p:nvPicPr>
              <p:blipFill>
                <a:blip r:embed="rId8"/>
                <a:stretch>
                  <a:fillRect/>
                </a:stretch>
              </p:blipFill>
              <p:spPr>
                <a:xfrm>
                  <a:off x="11650104" y="1545336"/>
                  <a:ext cx="112320" cy="1126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7" name="Ink 26">
                  <a:extLst>
                    <a:ext uri="{FF2B5EF4-FFF2-40B4-BE49-F238E27FC236}">
                      <a16:creationId xmlns:a16="http://schemas.microsoft.com/office/drawing/2014/main" id="{D3BF260C-4DD1-4C49-9518-033A583B5E37}"/>
                    </a:ext>
                  </a:extLst>
                </p14:cNvPr>
                <p14:cNvContentPartPr/>
                <p14:nvPr/>
              </p14:nvContentPartPr>
              <p14:xfrm>
                <a:off x="10926504" y="1196496"/>
                <a:ext cx="637560" cy="806760"/>
              </p14:xfrm>
            </p:contentPart>
          </mc:Choice>
          <mc:Fallback xmlns="">
            <p:pic>
              <p:nvPicPr>
                <p:cNvPr id="27" name="Ink 26">
                  <a:extLst>
                    <a:ext uri="{FF2B5EF4-FFF2-40B4-BE49-F238E27FC236}">
                      <a16:creationId xmlns:a16="http://schemas.microsoft.com/office/drawing/2014/main" id="{D3BF260C-4DD1-4C49-9518-033A583B5E37}"/>
                    </a:ext>
                  </a:extLst>
                </p:cNvPr>
                <p:cNvPicPr/>
                <p:nvPr/>
              </p:nvPicPr>
              <p:blipFill>
                <a:blip r:embed="rId10"/>
                <a:stretch>
                  <a:fillRect/>
                </a:stretch>
              </p:blipFill>
              <p:spPr>
                <a:xfrm>
                  <a:off x="10917864" y="1187496"/>
                  <a:ext cx="655200" cy="8244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9" name="Ink 28">
                  <a:extLst>
                    <a:ext uri="{FF2B5EF4-FFF2-40B4-BE49-F238E27FC236}">
                      <a16:creationId xmlns:a16="http://schemas.microsoft.com/office/drawing/2014/main" id="{D5D88D57-DE74-4AF9-BA5F-F1DAA95D5494}"/>
                    </a:ext>
                  </a:extLst>
                </p14:cNvPr>
                <p14:cNvContentPartPr/>
                <p14:nvPr/>
              </p14:nvContentPartPr>
              <p14:xfrm>
                <a:off x="11250504" y="1106136"/>
                <a:ext cx="23760" cy="47880"/>
              </p14:xfrm>
            </p:contentPart>
          </mc:Choice>
          <mc:Fallback xmlns="">
            <p:pic>
              <p:nvPicPr>
                <p:cNvPr id="29" name="Ink 28">
                  <a:extLst>
                    <a:ext uri="{FF2B5EF4-FFF2-40B4-BE49-F238E27FC236}">
                      <a16:creationId xmlns:a16="http://schemas.microsoft.com/office/drawing/2014/main" id="{D5D88D57-DE74-4AF9-BA5F-F1DAA95D5494}"/>
                    </a:ext>
                  </a:extLst>
                </p:cNvPr>
                <p:cNvPicPr/>
                <p:nvPr/>
              </p:nvPicPr>
              <p:blipFill>
                <a:blip r:embed="rId12"/>
                <a:stretch>
                  <a:fillRect/>
                </a:stretch>
              </p:blipFill>
              <p:spPr>
                <a:xfrm>
                  <a:off x="11241864" y="1097136"/>
                  <a:ext cx="41400" cy="655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30" name="Ink 29">
                  <a:extLst>
                    <a:ext uri="{FF2B5EF4-FFF2-40B4-BE49-F238E27FC236}">
                      <a16:creationId xmlns:a16="http://schemas.microsoft.com/office/drawing/2014/main" id="{C63ACA46-19A5-4F4D-AA57-D9EC9F9857B8}"/>
                    </a:ext>
                  </a:extLst>
                </p14:cNvPr>
                <p14:cNvContentPartPr/>
                <p14:nvPr/>
              </p14:nvContentPartPr>
              <p14:xfrm>
                <a:off x="11223144" y="1224936"/>
                <a:ext cx="5760" cy="40320"/>
              </p14:xfrm>
            </p:contentPart>
          </mc:Choice>
          <mc:Fallback xmlns="">
            <p:pic>
              <p:nvPicPr>
                <p:cNvPr id="30" name="Ink 29">
                  <a:extLst>
                    <a:ext uri="{FF2B5EF4-FFF2-40B4-BE49-F238E27FC236}">
                      <a16:creationId xmlns:a16="http://schemas.microsoft.com/office/drawing/2014/main" id="{C63ACA46-19A5-4F4D-AA57-D9EC9F9857B8}"/>
                    </a:ext>
                  </a:extLst>
                </p:cNvPr>
                <p:cNvPicPr/>
                <p:nvPr/>
              </p:nvPicPr>
              <p:blipFill>
                <a:blip r:embed="rId14"/>
                <a:stretch>
                  <a:fillRect/>
                </a:stretch>
              </p:blipFill>
              <p:spPr>
                <a:xfrm>
                  <a:off x="11214144" y="1215936"/>
                  <a:ext cx="2340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31" name="Ink 30">
                  <a:extLst>
                    <a:ext uri="{FF2B5EF4-FFF2-40B4-BE49-F238E27FC236}">
                      <a16:creationId xmlns:a16="http://schemas.microsoft.com/office/drawing/2014/main" id="{D651E485-27B7-401A-96F0-521A2312DC81}"/>
                    </a:ext>
                  </a:extLst>
                </p14:cNvPr>
                <p14:cNvContentPartPr/>
                <p14:nvPr/>
              </p14:nvContentPartPr>
              <p14:xfrm>
                <a:off x="11228544" y="1307016"/>
                <a:ext cx="18720" cy="101880"/>
              </p14:xfrm>
            </p:contentPart>
          </mc:Choice>
          <mc:Fallback xmlns="">
            <p:pic>
              <p:nvPicPr>
                <p:cNvPr id="31" name="Ink 30">
                  <a:extLst>
                    <a:ext uri="{FF2B5EF4-FFF2-40B4-BE49-F238E27FC236}">
                      <a16:creationId xmlns:a16="http://schemas.microsoft.com/office/drawing/2014/main" id="{D651E485-27B7-401A-96F0-521A2312DC81}"/>
                    </a:ext>
                  </a:extLst>
                </p:cNvPr>
                <p:cNvPicPr/>
                <p:nvPr/>
              </p:nvPicPr>
              <p:blipFill>
                <a:blip r:embed="rId16"/>
                <a:stretch>
                  <a:fillRect/>
                </a:stretch>
              </p:blipFill>
              <p:spPr>
                <a:xfrm>
                  <a:off x="11219544" y="1298376"/>
                  <a:ext cx="36360" cy="1195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32" name="Ink 31">
                  <a:extLst>
                    <a:ext uri="{FF2B5EF4-FFF2-40B4-BE49-F238E27FC236}">
                      <a16:creationId xmlns:a16="http://schemas.microsoft.com/office/drawing/2014/main" id="{61B5F452-1B15-4ECB-A34F-A70F645A3880}"/>
                    </a:ext>
                  </a:extLst>
                </p14:cNvPr>
                <p14:cNvContentPartPr/>
                <p14:nvPr/>
              </p14:nvContentPartPr>
              <p14:xfrm>
                <a:off x="11228544" y="1480896"/>
                <a:ext cx="9360" cy="86400"/>
              </p14:xfrm>
            </p:contentPart>
          </mc:Choice>
          <mc:Fallback xmlns="">
            <p:pic>
              <p:nvPicPr>
                <p:cNvPr id="32" name="Ink 31">
                  <a:extLst>
                    <a:ext uri="{FF2B5EF4-FFF2-40B4-BE49-F238E27FC236}">
                      <a16:creationId xmlns:a16="http://schemas.microsoft.com/office/drawing/2014/main" id="{61B5F452-1B15-4ECB-A34F-A70F645A3880}"/>
                    </a:ext>
                  </a:extLst>
                </p:cNvPr>
                <p:cNvPicPr/>
                <p:nvPr/>
              </p:nvPicPr>
              <p:blipFill>
                <a:blip r:embed="rId18"/>
                <a:stretch>
                  <a:fillRect/>
                </a:stretch>
              </p:blipFill>
              <p:spPr>
                <a:xfrm>
                  <a:off x="11219544" y="1472256"/>
                  <a:ext cx="2700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33" name="Ink 32">
                  <a:extLst>
                    <a:ext uri="{FF2B5EF4-FFF2-40B4-BE49-F238E27FC236}">
                      <a16:creationId xmlns:a16="http://schemas.microsoft.com/office/drawing/2014/main" id="{F5FAE1C7-8316-40F0-93C8-4E3F4B123DAC}"/>
                    </a:ext>
                  </a:extLst>
                </p14:cNvPr>
                <p14:cNvContentPartPr/>
                <p14:nvPr/>
              </p14:nvContentPartPr>
              <p14:xfrm>
                <a:off x="11228544" y="1609056"/>
                <a:ext cx="360" cy="25200"/>
              </p14:xfrm>
            </p:contentPart>
          </mc:Choice>
          <mc:Fallback xmlns="">
            <p:pic>
              <p:nvPicPr>
                <p:cNvPr id="33" name="Ink 32">
                  <a:extLst>
                    <a:ext uri="{FF2B5EF4-FFF2-40B4-BE49-F238E27FC236}">
                      <a16:creationId xmlns:a16="http://schemas.microsoft.com/office/drawing/2014/main" id="{F5FAE1C7-8316-40F0-93C8-4E3F4B123DAC}"/>
                    </a:ext>
                  </a:extLst>
                </p:cNvPr>
                <p:cNvPicPr/>
                <p:nvPr/>
              </p:nvPicPr>
              <p:blipFill>
                <a:blip r:embed="rId20"/>
                <a:stretch>
                  <a:fillRect/>
                </a:stretch>
              </p:blipFill>
              <p:spPr>
                <a:xfrm>
                  <a:off x="11219544" y="1600056"/>
                  <a:ext cx="18000" cy="428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35" name="Ink 34">
                  <a:extLst>
                    <a:ext uri="{FF2B5EF4-FFF2-40B4-BE49-F238E27FC236}">
                      <a16:creationId xmlns:a16="http://schemas.microsoft.com/office/drawing/2014/main" id="{E935E82D-E117-42FA-8687-468C30D435A8}"/>
                    </a:ext>
                  </a:extLst>
                </p14:cNvPr>
                <p14:cNvContentPartPr/>
                <p14:nvPr/>
              </p14:nvContentPartPr>
              <p14:xfrm>
                <a:off x="11694744" y="1764216"/>
                <a:ext cx="74160" cy="101520"/>
              </p14:xfrm>
            </p:contentPart>
          </mc:Choice>
          <mc:Fallback xmlns="">
            <p:pic>
              <p:nvPicPr>
                <p:cNvPr id="35" name="Ink 34">
                  <a:extLst>
                    <a:ext uri="{FF2B5EF4-FFF2-40B4-BE49-F238E27FC236}">
                      <a16:creationId xmlns:a16="http://schemas.microsoft.com/office/drawing/2014/main" id="{E935E82D-E117-42FA-8687-468C30D435A8}"/>
                    </a:ext>
                  </a:extLst>
                </p:cNvPr>
                <p:cNvPicPr/>
                <p:nvPr/>
              </p:nvPicPr>
              <p:blipFill>
                <a:blip r:embed="rId22"/>
                <a:stretch>
                  <a:fillRect/>
                </a:stretch>
              </p:blipFill>
              <p:spPr>
                <a:xfrm>
                  <a:off x="11685744" y="1755216"/>
                  <a:ext cx="91800" cy="11916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36" name="Ink 35">
                  <a:extLst>
                    <a:ext uri="{FF2B5EF4-FFF2-40B4-BE49-F238E27FC236}">
                      <a16:creationId xmlns:a16="http://schemas.microsoft.com/office/drawing/2014/main" id="{47798ED4-AAFB-4508-BBF3-663E3EA6C5C2}"/>
                    </a:ext>
                  </a:extLst>
                </p14:cNvPr>
                <p14:cNvContentPartPr/>
                <p14:nvPr/>
              </p14:nvContentPartPr>
              <p14:xfrm>
                <a:off x="11683224" y="1746216"/>
                <a:ext cx="112320" cy="104760"/>
              </p14:xfrm>
            </p:contentPart>
          </mc:Choice>
          <mc:Fallback xmlns="">
            <p:pic>
              <p:nvPicPr>
                <p:cNvPr id="36" name="Ink 35">
                  <a:extLst>
                    <a:ext uri="{FF2B5EF4-FFF2-40B4-BE49-F238E27FC236}">
                      <a16:creationId xmlns:a16="http://schemas.microsoft.com/office/drawing/2014/main" id="{47798ED4-AAFB-4508-BBF3-663E3EA6C5C2}"/>
                    </a:ext>
                  </a:extLst>
                </p:cNvPr>
                <p:cNvPicPr/>
                <p:nvPr/>
              </p:nvPicPr>
              <p:blipFill>
                <a:blip r:embed="rId24"/>
                <a:stretch>
                  <a:fillRect/>
                </a:stretch>
              </p:blipFill>
              <p:spPr>
                <a:xfrm>
                  <a:off x="11674224" y="1737216"/>
                  <a:ext cx="12996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0" name="Ink 19">
                  <a:extLst>
                    <a:ext uri="{FF2B5EF4-FFF2-40B4-BE49-F238E27FC236}">
                      <a16:creationId xmlns:a16="http://schemas.microsoft.com/office/drawing/2014/main" id="{9DF008F2-450F-42AA-8E5A-23F9E0AF4FCE}"/>
                    </a:ext>
                  </a:extLst>
                </p14:cNvPr>
                <p14:cNvContentPartPr/>
                <p14:nvPr/>
              </p14:nvContentPartPr>
              <p14:xfrm>
                <a:off x="10658664" y="1133856"/>
                <a:ext cx="48960" cy="83520"/>
              </p14:xfrm>
            </p:contentPart>
          </mc:Choice>
          <mc:Fallback xmlns="">
            <p:pic>
              <p:nvPicPr>
                <p:cNvPr id="20" name="Ink 19">
                  <a:extLst>
                    <a:ext uri="{FF2B5EF4-FFF2-40B4-BE49-F238E27FC236}">
                      <a16:creationId xmlns:a16="http://schemas.microsoft.com/office/drawing/2014/main" id="{9DF008F2-450F-42AA-8E5A-23F9E0AF4FCE}"/>
                    </a:ext>
                  </a:extLst>
                </p:cNvPr>
                <p:cNvPicPr/>
                <p:nvPr/>
              </p:nvPicPr>
              <p:blipFill>
                <a:blip r:embed="rId26"/>
                <a:stretch>
                  <a:fillRect/>
                </a:stretch>
              </p:blipFill>
              <p:spPr>
                <a:xfrm>
                  <a:off x="10650024" y="1124856"/>
                  <a:ext cx="66600" cy="10116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1" name="Ink 20">
                  <a:extLst>
                    <a:ext uri="{FF2B5EF4-FFF2-40B4-BE49-F238E27FC236}">
                      <a16:creationId xmlns:a16="http://schemas.microsoft.com/office/drawing/2014/main" id="{4FF46F0D-FD99-47DB-9965-FAF637C19E47}"/>
                    </a:ext>
                  </a:extLst>
                </p14:cNvPr>
                <p14:cNvContentPartPr/>
                <p14:nvPr/>
              </p14:nvContentPartPr>
              <p14:xfrm>
                <a:off x="10707264" y="1129536"/>
                <a:ext cx="45360" cy="46440"/>
              </p14:xfrm>
            </p:contentPart>
          </mc:Choice>
          <mc:Fallback xmlns="">
            <p:pic>
              <p:nvPicPr>
                <p:cNvPr id="21" name="Ink 20">
                  <a:extLst>
                    <a:ext uri="{FF2B5EF4-FFF2-40B4-BE49-F238E27FC236}">
                      <a16:creationId xmlns:a16="http://schemas.microsoft.com/office/drawing/2014/main" id="{4FF46F0D-FD99-47DB-9965-FAF637C19E47}"/>
                    </a:ext>
                  </a:extLst>
                </p:cNvPr>
                <p:cNvPicPr/>
                <p:nvPr/>
              </p:nvPicPr>
              <p:blipFill>
                <a:blip r:embed="rId28"/>
                <a:stretch>
                  <a:fillRect/>
                </a:stretch>
              </p:blipFill>
              <p:spPr>
                <a:xfrm>
                  <a:off x="10698624" y="1120536"/>
                  <a:ext cx="6300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2" name="Ink 21">
                  <a:extLst>
                    <a:ext uri="{FF2B5EF4-FFF2-40B4-BE49-F238E27FC236}">
                      <a16:creationId xmlns:a16="http://schemas.microsoft.com/office/drawing/2014/main" id="{ADD6E321-6C3A-4656-A714-14E4C22A7FBF}"/>
                    </a:ext>
                  </a:extLst>
                </p14:cNvPr>
                <p14:cNvContentPartPr/>
                <p14:nvPr/>
              </p14:nvContentPartPr>
              <p14:xfrm>
                <a:off x="10706544" y="1133856"/>
                <a:ext cx="22320" cy="786960"/>
              </p14:xfrm>
            </p:contentPart>
          </mc:Choice>
          <mc:Fallback xmlns="">
            <p:pic>
              <p:nvPicPr>
                <p:cNvPr id="22" name="Ink 21">
                  <a:extLst>
                    <a:ext uri="{FF2B5EF4-FFF2-40B4-BE49-F238E27FC236}">
                      <a16:creationId xmlns:a16="http://schemas.microsoft.com/office/drawing/2014/main" id="{ADD6E321-6C3A-4656-A714-14E4C22A7FBF}"/>
                    </a:ext>
                  </a:extLst>
                </p:cNvPr>
                <p:cNvPicPr/>
                <p:nvPr/>
              </p:nvPicPr>
              <p:blipFill>
                <a:blip r:embed="rId30"/>
                <a:stretch>
                  <a:fillRect/>
                </a:stretch>
              </p:blipFill>
              <p:spPr>
                <a:xfrm>
                  <a:off x="10697544" y="1124856"/>
                  <a:ext cx="39960" cy="8046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38" name="Ink 37">
                  <a:extLst>
                    <a:ext uri="{FF2B5EF4-FFF2-40B4-BE49-F238E27FC236}">
                      <a16:creationId xmlns:a16="http://schemas.microsoft.com/office/drawing/2014/main" id="{FCD20B6B-0D63-4123-ACEA-4DD4E2BCDB60}"/>
                    </a:ext>
                  </a:extLst>
                </p14:cNvPr>
                <p14:cNvContentPartPr/>
                <p14:nvPr/>
              </p14:nvContentPartPr>
              <p14:xfrm>
                <a:off x="10309824" y="1132776"/>
                <a:ext cx="60120" cy="198720"/>
              </p14:xfrm>
            </p:contentPart>
          </mc:Choice>
          <mc:Fallback xmlns="">
            <p:pic>
              <p:nvPicPr>
                <p:cNvPr id="38" name="Ink 37">
                  <a:extLst>
                    <a:ext uri="{FF2B5EF4-FFF2-40B4-BE49-F238E27FC236}">
                      <a16:creationId xmlns:a16="http://schemas.microsoft.com/office/drawing/2014/main" id="{FCD20B6B-0D63-4123-ACEA-4DD4E2BCDB60}"/>
                    </a:ext>
                  </a:extLst>
                </p:cNvPr>
                <p:cNvPicPr/>
                <p:nvPr/>
              </p:nvPicPr>
              <p:blipFill>
                <a:blip r:embed="rId32"/>
                <a:stretch>
                  <a:fillRect/>
                </a:stretch>
              </p:blipFill>
              <p:spPr>
                <a:xfrm>
                  <a:off x="10300824" y="1124136"/>
                  <a:ext cx="77760" cy="21636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39" name="Ink 38">
                  <a:extLst>
                    <a:ext uri="{FF2B5EF4-FFF2-40B4-BE49-F238E27FC236}">
                      <a16:creationId xmlns:a16="http://schemas.microsoft.com/office/drawing/2014/main" id="{3D95FE61-75E1-4241-A09F-E4710953E43B}"/>
                    </a:ext>
                  </a:extLst>
                </p14:cNvPr>
                <p14:cNvContentPartPr/>
                <p14:nvPr/>
              </p14:nvContentPartPr>
              <p14:xfrm>
                <a:off x="10277424" y="1206576"/>
                <a:ext cx="121680" cy="17280"/>
              </p14:xfrm>
            </p:contentPart>
          </mc:Choice>
          <mc:Fallback xmlns="">
            <p:pic>
              <p:nvPicPr>
                <p:cNvPr id="39" name="Ink 38">
                  <a:extLst>
                    <a:ext uri="{FF2B5EF4-FFF2-40B4-BE49-F238E27FC236}">
                      <a16:creationId xmlns:a16="http://schemas.microsoft.com/office/drawing/2014/main" id="{3D95FE61-75E1-4241-A09F-E4710953E43B}"/>
                    </a:ext>
                  </a:extLst>
                </p:cNvPr>
                <p:cNvPicPr/>
                <p:nvPr/>
              </p:nvPicPr>
              <p:blipFill>
                <a:blip r:embed="rId34"/>
                <a:stretch>
                  <a:fillRect/>
                </a:stretch>
              </p:blipFill>
              <p:spPr>
                <a:xfrm>
                  <a:off x="10268424" y="1197936"/>
                  <a:ext cx="139320" cy="3492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40" name="Ink 39">
                  <a:extLst>
                    <a:ext uri="{FF2B5EF4-FFF2-40B4-BE49-F238E27FC236}">
                      <a16:creationId xmlns:a16="http://schemas.microsoft.com/office/drawing/2014/main" id="{A9D88F88-7BAD-4F2E-9953-06670ABB4067}"/>
                    </a:ext>
                  </a:extLst>
                </p14:cNvPr>
                <p14:cNvContentPartPr/>
                <p14:nvPr/>
              </p14:nvContentPartPr>
              <p14:xfrm>
                <a:off x="10414224" y="1169856"/>
                <a:ext cx="37080" cy="106560"/>
              </p14:xfrm>
            </p:contentPart>
          </mc:Choice>
          <mc:Fallback xmlns="">
            <p:pic>
              <p:nvPicPr>
                <p:cNvPr id="40" name="Ink 39">
                  <a:extLst>
                    <a:ext uri="{FF2B5EF4-FFF2-40B4-BE49-F238E27FC236}">
                      <a16:creationId xmlns:a16="http://schemas.microsoft.com/office/drawing/2014/main" id="{A9D88F88-7BAD-4F2E-9953-06670ABB4067}"/>
                    </a:ext>
                  </a:extLst>
                </p:cNvPr>
                <p:cNvPicPr/>
                <p:nvPr/>
              </p:nvPicPr>
              <p:blipFill>
                <a:blip r:embed="rId36"/>
                <a:stretch>
                  <a:fillRect/>
                </a:stretch>
              </p:blipFill>
              <p:spPr>
                <a:xfrm>
                  <a:off x="10405584" y="1161216"/>
                  <a:ext cx="5472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41" name="Ink 40">
                  <a:extLst>
                    <a:ext uri="{FF2B5EF4-FFF2-40B4-BE49-F238E27FC236}">
                      <a16:creationId xmlns:a16="http://schemas.microsoft.com/office/drawing/2014/main" id="{4F0FA97B-CC1B-4D10-9478-F61834421D0D}"/>
                    </a:ext>
                  </a:extLst>
                </p14:cNvPr>
                <p14:cNvContentPartPr/>
                <p14:nvPr/>
              </p14:nvContentPartPr>
              <p14:xfrm>
                <a:off x="10478664" y="1202616"/>
                <a:ext cx="62280" cy="64080"/>
              </p14:xfrm>
            </p:contentPart>
          </mc:Choice>
          <mc:Fallback xmlns="">
            <p:pic>
              <p:nvPicPr>
                <p:cNvPr id="41" name="Ink 40">
                  <a:extLst>
                    <a:ext uri="{FF2B5EF4-FFF2-40B4-BE49-F238E27FC236}">
                      <a16:creationId xmlns:a16="http://schemas.microsoft.com/office/drawing/2014/main" id="{4F0FA97B-CC1B-4D10-9478-F61834421D0D}"/>
                    </a:ext>
                  </a:extLst>
                </p:cNvPr>
                <p:cNvPicPr/>
                <p:nvPr/>
              </p:nvPicPr>
              <p:blipFill>
                <a:blip r:embed="rId38"/>
                <a:stretch>
                  <a:fillRect/>
                </a:stretch>
              </p:blipFill>
              <p:spPr>
                <a:xfrm>
                  <a:off x="10469664" y="1193976"/>
                  <a:ext cx="79920" cy="8172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42" name="Ink 41">
                  <a:extLst>
                    <a:ext uri="{FF2B5EF4-FFF2-40B4-BE49-F238E27FC236}">
                      <a16:creationId xmlns:a16="http://schemas.microsoft.com/office/drawing/2014/main" id="{B496644B-B40A-4F30-AD3F-1AF22C13156F}"/>
                    </a:ext>
                  </a:extLst>
                </p14:cNvPr>
                <p14:cNvContentPartPr/>
                <p14:nvPr/>
              </p14:nvContentPartPr>
              <p14:xfrm>
                <a:off x="10493064" y="1169856"/>
                <a:ext cx="50040" cy="74880"/>
              </p14:xfrm>
            </p:contentPart>
          </mc:Choice>
          <mc:Fallback xmlns="">
            <p:pic>
              <p:nvPicPr>
                <p:cNvPr id="42" name="Ink 41">
                  <a:extLst>
                    <a:ext uri="{FF2B5EF4-FFF2-40B4-BE49-F238E27FC236}">
                      <a16:creationId xmlns:a16="http://schemas.microsoft.com/office/drawing/2014/main" id="{B496644B-B40A-4F30-AD3F-1AF22C13156F}"/>
                    </a:ext>
                  </a:extLst>
                </p:cNvPr>
                <p:cNvPicPr/>
                <p:nvPr/>
              </p:nvPicPr>
              <p:blipFill>
                <a:blip r:embed="rId40"/>
                <a:stretch>
                  <a:fillRect/>
                </a:stretch>
              </p:blipFill>
              <p:spPr>
                <a:xfrm>
                  <a:off x="10484424" y="1161216"/>
                  <a:ext cx="67680" cy="9252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43" name="Ink 42">
                  <a:extLst>
                    <a:ext uri="{FF2B5EF4-FFF2-40B4-BE49-F238E27FC236}">
                      <a16:creationId xmlns:a16="http://schemas.microsoft.com/office/drawing/2014/main" id="{6D53CD84-E441-4611-8184-B1C43872B399}"/>
                    </a:ext>
                  </a:extLst>
                </p14:cNvPr>
                <p14:cNvContentPartPr/>
                <p14:nvPr/>
              </p14:nvContentPartPr>
              <p14:xfrm>
                <a:off x="10558944" y="1160856"/>
                <a:ext cx="48960" cy="140400"/>
              </p14:xfrm>
            </p:contentPart>
          </mc:Choice>
          <mc:Fallback xmlns="">
            <p:pic>
              <p:nvPicPr>
                <p:cNvPr id="43" name="Ink 42">
                  <a:extLst>
                    <a:ext uri="{FF2B5EF4-FFF2-40B4-BE49-F238E27FC236}">
                      <a16:creationId xmlns:a16="http://schemas.microsoft.com/office/drawing/2014/main" id="{6D53CD84-E441-4611-8184-B1C43872B399}"/>
                    </a:ext>
                  </a:extLst>
                </p:cNvPr>
                <p:cNvPicPr/>
                <p:nvPr/>
              </p:nvPicPr>
              <p:blipFill>
                <a:blip r:embed="rId42"/>
                <a:stretch>
                  <a:fillRect/>
                </a:stretch>
              </p:blipFill>
              <p:spPr>
                <a:xfrm>
                  <a:off x="10550304" y="1152216"/>
                  <a:ext cx="66600" cy="15804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45" name="Ink 44">
                  <a:extLst>
                    <a:ext uri="{FF2B5EF4-FFF2-40B4-BE49-F238E27FC236}">
                      <a16:creationId xmlns:a16="http://schemas.microsoft.com/office/drawing/2014/main" id="{F85563F5-0976-43A0-9952-68EDE930B2F1}"/>
                    </a:ext>
                  </a:extLst>
                </p14:cNvPr>
                <p14:cNvContentPartPr/>
                <p14:nvPr/>
              </p14:nvContentPartPr>
              <p14:xfrm>
                <a:off x="11133144" y="1856016"/>
                <a:ext cx="241920" cy="30600"/>
              </p14:xfrm>
            </p:contentPart>
          </mc:Choice>
          <mc:Fallback xmlns="">
            <p:pic>
              <p:nvPicPr>
                <p:cNvPr id="45" name="Ink 44">
                  <a:extLst>
                    <a:ext uri="{FF2B5EF4-FFF2-40B4-BE49-F238E27FC236}">
                      <a16:creationId xmlns:a16="http://schemas.microsoft.com/office/drawing/2014/main" id="{F85563F5-0976-43A0-9952-68EDE930B2F1}"/>
                    </a:ext>
                  </a:extLst>
                </p:cNvPr>
                <p:cNvPicPr/>
                <p:nvPr/>
              </p:nvPicPr>
              <p:blipFill>
                <a:blip r:embed="rId44"/>
                <a:stretch>
                  <a:fillRect/>
                </a:stretch>
              </p:blipFill>
              <p:spPr>
                <a:xfrm>
                  <a:off x="11124504" y="1847016"/>
                  <a:ext cx="259560" cy="4824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46" name="Ink 45">
                  <a:extLst>
                    <a:ext uri="{FF2B5EF4-FFF2-40B4-BE49-F238E27FC236}">
                      <a16:creationId xmlns:a16="http://schemas.microsoft.com/office/drawing/2014/main" id="{E05F4888-5258-4CB2-BB52-001CAC368F84}"/>
                    </a:ext>
                  </a:extLst>
                </p14:cNvPr>
                <p14:cNvContentPartPr/>
                <p14:nvPr/>
              </p14:nvContentPartPr>
              <p14:xfrm>
                <a:off x="11210184" y="1965456"/>
                <a:ext cx="65880" cy="65520"/>
              </p14:xfrm>
            </p:contentPart>
          </mc:Choice>
          <mc:Fallback xmlns="">
            <p:pic>
              <p:nvPicPr>
                <p:cNvPr id="46" name="Ink 45">
                  <a:extLst>
                    <a:ext uri="{FF2B5EF4-FFF2-40B4-BE49-F238E27FC236}">
                      <a16:creationId xmlns:a16="http://schemas.microsoft.com/office/drawing/2014/main" id="{E05F4888-5258-4CB2-BB52-001CAC368F84}"/>
                    </a:ext>
                  </a:extLst>
                </p:cNvPr>
                <p:cNvPicPr/>
                <p:nvPr/>
              </p:nvPicPr>
              <p:blipFill>
                <a:blip r:embed="rId46"/>
                <a:stretch>
                  <a:fillRect/>
                </a:stretch>
              </p:blipFill>
              <p:spPr>
                <a:xfrm>
                  <a:off x="11201184" y="1956456"/>
                  <a:ext cx="83520" cy="8316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48" name="Ink 47">
                  <a:extLst>
                    <a:ext uri="{FF2B5EF4-FFF2-40B4-BE49-F238E27FC236}">
                      <a16:creationId xmlns:a16="http://schemas.microsoft.com/office/drawing/2014/main" id="{86196015-E064-4255-9872-599A7D311D2E}"/>
                    </a:ext>
                  </a:extLst>
                </p14:cNvPr>
                <p14:cNvContentPartPr/>
                <p14:nvPr/>
              </p14:nvContentPartPr>
              <p14:xfrm>
                <a:off x="11181384" y="1709496"/>
                <a:ext cx="43200" cy="43560"/>
              </p14:xfrm>
            </p:contentPart>
          </mc:Choice>
          <mc:Fallback xmlns="">
            <p:pic>
              <p:nvPicPr>
                <p:cNvPr id="48" name="Ink 47">
                  <a:extLst>
                    <a:ext uri="{FF2B5EF4-FFF2-40B4-BE49-F238E27FC236}">
                      <a16:creationId xmlns:a16="http://schemas.microsoft.com/office/drawing/2014/main" id="{86196015-E064-4255-9872-599A7D311D2E}"/>
                    </a:ext>
                  </a:extLst>
                </p:cNvPr>
                <p:cNvPicPr/>
                <p:nvPr/>
              </p:nvPicPr>
              <p:blipFill>
                <a:blip r:embed="rId48"/>
                <a:stretch>
                  <a:fillRect/>
                </a:stretch>
              </p:blipFill>
              <p:spPr>
                <a:xfrm>
                  <a:off x="11172384" y="1700496"/>
                  <a:ext cx="60840" cy="612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49" name="Ink 48">
                  <a:extLst>
                    <a:ext uri="{FF2B5EF4-FFF2-40B4-BE49-F238E27FC236}">
                      <a16:creationId xmlns:a16="http://schemas.microsoft.com/office/drawing/2014/main" id="{68FF979E-C9C7-46FB-AA01-66BF51661355}"/>
                    </a:ext>
                  </a:extLst>
                </p14:cNvPr>
                <p14:cNvContentPartPr/>
                <p14:nvPr/>
              </p14:nvContentPartPr>
              <p14:xfrm>
                <a:off x="11255904" y="1737216"/>
                <a:ext cx="24120" cy="5760"/>
              </p14:xfrm>
            </p:contentPart>
          </mc:Choice>
          <mc:Fallback xmlns="">
            <p:pic>
              <p:nvPicPr>
                <p:cNvPr id="49" name="Ink 48">
                  <a:extLst>
                    <a:ext uri="{FF2B5EF4-FFF2-40B4-BE49-F238E27FC236}">
                      <a16:creationId xmlns:a16="http://schemas.microsoft.com/office/drawing/2014/main" id="{68FF979E-C9C7-46FB-AA01-66BF51661355}"/>
                    </a:ext>
                  </a:extLst>
                </p:cNvPr>
                <p:cNvPicPr/>
                <p:nvPr/>
              </p:nvPicPr>
              <p:blipFill>
                <a:blip r:embed="rId50"/>
                <a:stretch>
                  <a:fillRect/>
                </a:stretch>
              </p:blipFill>
              <p:spPr>
                <a:xfrm>
                  <a:off x="11246904" y="1728216"/>
                  <a:ext cx="41760" cy="2340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50" name="Ink 49">
                  <a:extLst>
                    <a:ext uri="{FF2B5EF4-FFF2-40B4-BE49-F238E27FC236}">
                      <a16:creationId xmlns:a16="http://schemas.microsoft.com/office/drawing/2014/main" id="{4E51D826-2718-4C61-A94A-A605FC9B684D}"/>
                    </a:ext>
                  </a:extLst>
                </p14:cNvPr>
                <p14:cNvContentPartPr/>
                <p14:nvPr/>
              </p14:nvContentPartPr>
              <p14:xfrm>
                <a:off x="11283264" y="1709496"/>
                <a:ext cx="360" cy="48240"/>
              </p14:xfrm>
            </p:contentPart>
          </mc:Choice>
          <mc:Fallback xmlns="">
            <p:pic>
              <p:nvPicPr>
                <p:cNvPr id="50" name="Ink 49">
                  <a:extLst>
                    <a:ext uri="{FF2B5EF4-FFF2-40B4-BE49-F238E27FC236}">
                      <a16:creationId xmlns:a16="http://schemas.microsoft.com/office/drawing/2014/main" id="{4E51D826-2718-4C61-A94A-A605FC9B684D}"/>
                    </a:ext>
                  </a:extLst>
                </p:cNvPr>
                <p:cNvPicPr/>
                <p:nvPr/>
              </p:nvPicPr>
              <p:blipFill>
                <a:blip r:embed="rId52"/>
                <a:stretch>
                  <a:fillRect/>
                </a:stretch>
              </p:blipFill>
              <p:spPr>
                <a:xfrm>
                  <a:off x="11274624" y="1700496"/>
                  <a:ext cx="18000" cy="6588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51" name="Ink 50">
                  <a:extLst>
                    <a:ext uri="{FF2B5EF4-FFF2-40B4-BE49-F238E27FC236}">
                      <a16:creationId xmlns:a16="http://schemas.microsoft.com/office/drawing/2014/main" id="{88C8828B-A879-4449-A148-6607F9FC7670}"/>
                    </a:ext>
                  </a:extLst>
                </p14:cNvPr>
                <p14:cNvContentPartPr/>
                <p14:nvPr/>
              </p14:nvContentPartPr>
              <p14:xfrm>
                <a:off x="11347344" y="1737216"/>
                <a:ext cx="360" cy="62280"/>
              </p14:xfrm>
            </p:contentPart>
          </mc:Choice>
          <mc:Fallback xmlns="">
            <p:pic>
              <p:nvPicPr>
                <p:cNvPr id="51" name="Ink 50">
                  <a:extLst>
                    <a:ext uri="{FF2B5EF4-FFF2-40B4-BE49-F238E27FC236}">
                      <a16:creationId xmlns:a16="http://schemas.microsoft.com/office/drawing/2014/main" id="{88C8828B-A879-4449-A148-6607F9FC7670}"/>
                    </a:ext>
                  </a:extLst>
                </p:cNvPr>
                <p:cNvPicPr/>
                <p:nvPr/>
              </p:nvPicPr>
              <p:blipFill>
                <a:blip r:embed="rId54"/>
                <a:stretch>
                  <a:fillRect/>
                </a:stretch>
              </p:blipFill>
              <p:spPr>
                <a:xfrm>
                  <a:off x="11338704" y="1728216"/>
                  <a:ext cx="18000" cy="7992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53" name="Ink 52">
                  <a:extLst>
                    <a:ext uri="{FF2B5EF4-FFF2-40B4-BE49-F238E27FC236}">
                      <a16:creationId xmlns:a16="http://schemas.microsoft.com/office/drawing/2014/main" id="{EA40EF0B-BAAB-4090-99F3-D178D84D2364}"/>
                    </a:ext>
                  </a:extLst>
                </p14:cNvPr>
                <p14:cNvContentPartPr/>
                <p14:nvPr/>
              </p14:nvContentPartPr>
              <p14:xfrm>
                <a:off x="11274264" y="1725696"/>
                <a:ext cx="19800" cy="11520"/>
              </p14:xfrm>
            </p:contentPart>
          </mc:Choice>
          <mc:Fallback xmlns="">
            <p:pic>
              <p:nvPicPr>
                <p:cNvPr id="53" name="Ink 52">
                  <a:extLst>
                    <a:ext uri="{FF2B5EF4-FFF2-40B4-BE49-F238E27FC236}">
                      <a16:creationId xmlns:a16="http://schemas.microsoft.com/office/drawing/2014/main" id="{EA40EF0B-BAAB-4090-99F3-D178D84D2364}"/>
                    </a:ext>
                  </a:extLst>
                </p:cNvPr>
                <p:cNvPicPr/>
                <p:nvPr/>
              </p:nvPicPr>
              <p:blipFill>
                <a:blip r:embed="rId56"/>
                <a:stretch>
                  <a:fillRect/>
                </a:stretch>
              </p:blipFill>
              <p:spPr>
                <a:xfrm>
                  <a:off x="11265264" y="1717056"/>
                  <a:ext cx="37440" cy="29160"/>
                </a:xfrm>
                <a:prstGeom prst="rect">
                  <a:avLst/>
                </a:prstGeom>
              </p:spPr>
            </p:pic>
          </mc:Fallback>
        </mc:AlternateContent>
      </p:grpSp>
      <p:grpSp>
        <p:nvGrpSpPr>
          <p:cNvPr id="111" name="Group 110">
            <a:extLst>
              <a:ext uri="{FF2B5EF4-FFF2-40B4-BE49-F238E27FC236}">
                <a16:creationId xmlns:a16="http://schemas.microsoft.com/office/drawing/2014/main" id="{7DFCDC58-1622-47C3-8EA7-01D62587701F}"/>
              </a:ext>
            </a:extLst>
          </p:cNvPr>
          <p:cNvGrpSpPr/>
          <p:nvPr/>
        </p:nvGrpSpPr>
        <p:grpSpPr>
          <a:xfrm>
            <a:off x="7973424" y="3053736"/>
            <a:ext cx="525960" cy="194760"/>
            <a:chOff x="7973424" y="3053736"/>
            <a:chExt cx="525960" cy="194760"/>
          </a:xfrm>
        </p:grpSpPr>
        <mc:AlternateContent xmlns:mc="http://schemas.openxmlformats.org/markup-compatibility/2006" xmlns:p14="http://schemas.microsoft.com/office/powerpoint/2010/main">
          <mc:Choice Requires="p14">
            <p:contentPart p14:bwMode="auto" r:id="rId57">
              <p14:nvContentPartPr>
                <p14:cNvPr id="102" name="Ink 101">
                  <a:extLst>
                    <a:ext uri="{FF2B5EF4-FFF2-40B4-BE49-F238E27FC236}">
                      <a16:creationId xmlns:a16="http://schemas.microsoft.com/office/drawing/2014/main" id="{C014D846-734A-4B09-964C-6F0438199481}"/>
                    </a:ext>
                  </a:extLst>
                </p14:cNvPr>
                <p14:cNvContentPartPr/>
                <p14:nvPr/>
              </p14:nvContentPartPr>
              <p14:xfrm>
                <a:off x="7982424" y="3053736"/>
                <a:ext cx="64440" cy="193680"/>
              </p14:xfrm>
            </p:contentPart>
          </mc:Choice>
          <mc:Fallback xmlns="">
            <p:pic>
              <p:nvPicPr>
                <p:cNvPr id="102" name="Ink 101">
                  <a:extLst>
                    <a:ext uri="{FF2B5EF4-FFF2-40B4-BE49-F238E27FC236}">
                      <a16:creationId xmlns:a16="http://schemas.microsoft.com/office/drawing/2014/main" id="{C014D846-734A-4B09-964C-6F0438199481}"/>
                    </a:ext>
                  </a:extLst>
                </p:cNvPr>
                <p:cNvPicPr/>
                <p:nvPr/>
              </p:nvPicPr>
              <p:blipFill>
                <a:blip r:embed="rId58"/>
                <a:stretch>
                  <a:fillRect/>
                </a:stretch>
              </p:blipFill>
              <p:spPr>
                <a:xfrm>
                  <a:off x="7973424" y="3045096"/>
                  <a:ext cx="82080" cy="21132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103" name="Ink 102">
                  <a:extLst>
                    <a:ext uri="{FF2B5EF4-FFF2-40B4-BE49-F238E27FC236}">
                      <a16:creationId xmlns:a16="http://schemas.microsoft.com/office/drawing/2014/main" id="{196CB732-71BD-45B4-89DF-0B36A1628685}"/>
                    </a:ext>
                  </a:extLst>
                </p14:cNvPr>
                <p14:cNvContentPartPr/>
                <p14:nvPr/>
              </p14:nvContentPartPr>
              <p14:xfrm>
                <a:off x="7973424" y="3117816"/>
                <a:ext cx="101880" cy="26280"/>
              </p14:xfrm>
            </p:contentPart>
          </mc:Choice>
          <mc:Fallback xmlns="">
            <p:pic>
              <p:nvPicPr>
                <p:cNvPr id="103" name="Ink 102">
                  <a:extLst>
                    <a:ext uri="{FF2B5EF4-FFF2-40B4-BE49-F238E27FC236}">
                      <a16:creationId xmlns:a16="http://schemas.microsoft.com/office/drawing/2014/main" id="{196CB732-71BD-45B4-89DF-0B36A1628685}"/>
                    </a:ext>
                  </a:extLst>
                </p:cNvPr>
                <p:cNvPicPr/>
                <p:nvPr/>
              </p:nvPicPr>
              <p:blipFill>
                <a:blip r:embed="rId60"/>
                <a:stretch>
                  <a:fillRect/>
                </a:stretch>
              </p:blipFill>
              <p:spPr>
                <a:xfrm>
                  <a:off x="7964424" y="3108816"/>
                  <a:ext cx="119520" cy="4392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104" name="Ink 103">
                  <a:extLst>
                    <a:ext uri="{FF2B5EF4-FFF2-40B4-BE49-F238E27FC236}">
                      <a16:creationId xmlns:a16="http://schemas.microsoft.com/office/drawing/2014/main" id="{6E8F595A-F063-4018-BEEC-5DFB2C6BCDEF}"/>
                    </a:ext>
                  </a:extLst>
                </p14:cNvPr>
                <p14:cNvContentPartPr/>
                <p14:nvPr/>
              </p14:nvContentPartPr>
              <p14:xfrm>
                <a:off x="8085744" y="3099456"/>
                <a:ext cx="25200" cy="75960"/>
              </p14:xfrm>
            </p:contentPart>
          </mc:Choice>
          <mc:Fallback xmlns="">
            <p:pic>
              <p:nvPicPr>
                <p:cNvPr id="104" name="Ink 103">
                  <a:extLst>
                    <a:ext uri="{FF2B5EF4-FFF2-40B4-BE49-F238E27FC236}">
                      <a16:creationId xmlns:a16="http://schemas.microsoft.com/office/drawing/2014/main" id="{6E8F595A-F063-4018-BEEC-5DFB2C6BCDEF}"/>
                    </a:ext>
                  </a:extLst>
                </p:cNvPr>
                <p:cNvPicPr/>
                <p:nvPr/>
              </p:nvPicPr>
              <p:blipFill>
                <a:blip r:embed="rId62"/>
                <a:stretch>
                  <a:fillRect/>
                </a:stretch>
              </p:blipFill>
              <p:spPr>
                <a:xfrm>
                  <a:off x="8076744" y="3090456"/>
                  <a:ext cx="42840" cy="9360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105" name="Ink 104">
                  <a:extLst>
                    <a:ext uri="{FF2B5EF4-FFF2-40B4-BE49-F238E27FC236}">
                      <a16:creationId xmlns:a16="http://schemas.microsoft.com/office/drawing/2014/main" id="{DBEB9A5E-2829-4CB6-A007-4428BF2543FA}"/>
                    </a:ext>
                  </a:extLst>
                </p14:cNvPr>
                <p14:cNvContentPartPr/>
                <p14:nvPr/>
              </p14:nvContentPartPr>
              <p14:xfrm>
                <a:off x="8137944" y="3117816"/>
                <a:ext cx="63000" cy="63000"/>
              </p14:xfrm>
            </p:contentPart>
          </mc:Choice>
          <mc:Fallback xmlns="">
            <p:pic>
              <p:nvPicPr>
                <p:cNvPr id="105" name="Ink 104">
                  <a:extLst>
                    <a:ext uri="{FF2B5EF4-FFF2-40B4-BE49-F238E27FC236}">
                      <a16:creationId xmlns:a16="http://schemas.microsoft.com/office/drawing/2014/main" id="{DBEB9A5E-2829-4CB6-A007-4428BF2543FA}"/>
                    </a:ext>
                  </a:extLst>
                </p:cNvPr>
                <p:cNvPicPr/>
                <p:nvPr/>
              </p:nvPicPr>
              <p:blipFill>
                <a:blip r:embed="rId64"/>
                <a:stretch>
                  <a:fillRect/>
                </a:stretch>
              </p:blipFill>
              <p:spPr>
                <a:xfrm>
                  <a:off x="8128944" y="3108816"/>
                  <a:ext cx="8064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106" name="Ink 105">
                  <a:extLst>
                    <a:ext uri="{FF2B5EF4-FFF2-40B4-BE49-F238E27FC236}">
                      <a16:creationId xmlns:a16="http://schemas.microsoft.com/office/drawing/2014/main" id="{47B16DE6-945C-444B-BD26-5039073A1FE9}"/>
                    </a:ext>
                  </a:extLst>
                </p14:cNvPr>
                <p14:cNvContentPartPr/>
                <p14:nvPr/>
              </p14:nvContentPartPr>
              <p14:xfrm>
                <a:off x="8154144" y="3099456"/>
                <a:ext cx="103320" cy="107280"/>
              </p14:xfrm>
            </p:contentPart>
          </mc:Choice>
          <mc:Fallback xmlns="">
            <p:pic>
              <p:nvPicPr>
                <p:cNvPr id="106" name="Ink 105">
                  <a:extLst>
                    <a:ext uri="{FF2B5EF4-FFF2-40B4-BE49-F238E27FC236}">
                      <a16:creationId xmlns:a16="http://schemas.microsoft.com/office/drawing/2014/main" id="{47B16DE6-945C-444B-BD26-5039073A1FE9}"/>
                    </a:ext>
                  </a:extLst>
                </p:cNvPr>
                <p:cNvPicPr/>
                <p:nvPr/>
              </p:nvPicPr>
              <p:blipFill>
                <a:blip r:embed="rId66"/>
                <a:stretch>
                  <a:fillRect/>
                </a:stretch>
              </p:blipFill>
              <p:spPr>
                <a:xfrm>
                  <a:off x="8145504" y="3090456"/>
                  <a:ext cx="120960" cy="12492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108" name="Ink 107">
                  <a:extLst>
                    <a:ext uri="{FF2B5EF4-FFF2-40B4-BE49-F238E27FC236}">
                      <a16:creationId xmlns:a16="http://schemas.microsoft.com/office/drawing/2014/main" id="{2F6C236C-9391-4E19-9891-41E311E93718}"/>
                    </a:ext>
                  </a:extLst>
                </p14:cNvPr>
                <p14:cNvContentPartPr/>
                <p14:nvPr/>
              </p14:nvContentPartPr>
              <p14:xfrm>
                <a:off x="8384544" y="3117816"/>
                <a:ext cx="6120" cy="12960"/>
              </p14:xfrm>
            </p:contentPart>
          </mc:Choice>
          <mc:Fallback xmlns="">
            <p:pic>
              <p:nvPicPr>
                <p:cNvPr id="108" name="Ink 107">
                  <a:extLst>
                    <a:ext uri="{FF2B5EF4-FFF2-40B4-BE49-F238E27FC236}">
                      <a16:creationId xmlns:a16="http://schemas.microsoft.com/office/drawing/2014/main" id="{2F6C236C-9391-4E19-9891-41E311E93718}"/>
                    </a:ext>
                  </a:extLst>
                </p:cNvPr>
                <p:cNvPicPr/>
                <p:nvPr/>
              </p:nvPicPr>
              <p:blipFill>
                <a:blip r:embed="rId68"/>
                <a:stretch>
                  <a:fillRect/>
                </a:stretch>
              </p:blipFill>
              <p:spPr>
                <a:xfrm>
                  <a:off x="8375544" y="3108816"/>
                  <a:ext cx="2376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109" name="Ink 108">
                  <a:extLst>
                    <a:ext uri="{FF2B5EF4-FFF2-40B4-BE49-F238E27FC236}">
                      <a16:creationId xmlns:a16="http://schemas.microsoft.com/office/drawing/2014/main" id="{859ED7F2-D5AC-419E-890D-F1E36D061A43}"/>
                    </a:ext>
                  </a:extLst>
                </p14:cNvPr>
                <p14:cNvContentPartPr/>
                <p14:nvPr/>
              </p14:nvContentPartPr>
              <p14:xfrm>
                <a:off x="8357184" y="3181536"/>
                <a:ext cx="6120" cy="47520"/>
              </p14:xfrm>
            </p:contentPart>
          </mc:Choice>
          <mc:Fallback xmlns="">
            <p:pic>
              <p:nvPicPr>
                <p:cNvPr id="109" name="Ink 108">
                  <a:extLst>
                    <a:ext uri="{FF2B5EF4-FFF2-40B4-BE49-F238E27FC236}">
                      <a16:creationId xmlns:a16="http://schemas.microsoft.com/office/drawing/2014/main" id="{859ED7F2-D5AC-419E-890D-F1E36D061A43}"/>
                    </a:ext>
                  </a:extLst>
                </p:cNvPr>
                <p:cNvPicPr/>
                <p:nvPr/>
              </p:nvPicPr>
              <p:blipFill>
                <a:blip r:embed="rId70"/>
                <a:stretch>
                  <a:fillRect/>
                </a:stretch>
              </p:blipFill>
              <p:spPr>
                <a:xfrm>
                  <a:off x="8348544" y="3172896"/>
                  <a:ext cx="2376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110" name="Ink 109">
                  <a:extLst>
                    <a:ext uri="{FF2B5EF4-FFF2-40B4-BE49-F238E27FC236}">
                      <a16:creationId xmlns:a16="http://schemas.microsoft.com/office/drawing/2014/main" id="{BF7AE28F-BF41-461A-87D6-A63810F0F8FF}"/>
                    </a:ext>
                  </a:extLst>
                </p14:cNvPr>
                <p14:cNvContentPartPr/>
                <p14:nvPr/>
              </p14:nvContentPartPr>
              <p14:xfrm>
                <a:off x="8436744" y="3145176"/>
                <a:ext cx="62640" cy="103320"/>
              </p14:xfrm>
            </p:contentPart>
          </mc:Choice>
          <mc:Fallback xmlns="">
            <p:pic>
              <p:nvPicPr>
                <p:cNvPr id="110" name="Ink 109">
                  <a:extLst>
                    <a:ext uri="{FF2B5EF4-FFF2-40B4-BE49-F238E27FC236}">
                      <a16:creationId xmlns:a16="http://schemas.microsoft.com/office/drawing/2014/main" id="{BF7AE28F-BF41-461A-87D6-A63810F0F8FF}"/>
                    </a:ext>
                  </a:extLst>
                </p:cNvPr>
                <p:cNvPicPr/>
                <p:nvPr/>
              </p:nvPicPr>
              <p:blipFill>
                <a:blip r:embed="rId72"/>
                <a:stretch>
                  <a:fillRect/>
                </a:stretch>
              </p:blipFill>
              <p:spPr>
                <a:xfrm>
                  <a:off x="8428104" y="3136176"/>
                  <a:ext cx="80280" cy="120960"/>
                </a:xfrm>
                <a:prstGeom prst="rect">
                  <a:avLst/>
                </a:prstGeom>
              </p:spPr>
            </p:pic>
          </mc:Fallback>
        </mc:AlternateContent>
      </p:grpSp>
      <p:grpSp>
        <p:nvGrpSpPr>
          <p:cNvPr id="144" name="Group 143">
            <a:extLst>
              <a:ext uri="{FF2B5EF4-FFF2-40B4-BE49-F238E27FC236}">
                <a16:creationId xmlns:a16="http://schemas.microsoft.com/office/drawing/2014/main" id="{5FA2D586-C6A9-47AB-B2B9-B9FA326932B4}"/>
              </a:ext>
            </a:extLst>
          </p:cNvPr>
          <p:cNvGrpSpPr/>
          <p:nvPr/>
        </p:nvGrpSpPr>
        <p:grpSpPr>
          <a:xfrm>
            <a:off x="8577144" y="3035376"/>
            <a:ext cx="2241000" cy="304920"/>
            <a:chOff x="8577144" y="3035376"/>
            <a:chExt cx="2241000" cy="304920"/>
          </a:xfrm>
        </p:grpSpPr>
        <mc:AlternateContent xmlns:mc="http://schemas.openxmlformats.org/markup-compatibility/2006" xmlns:p14="http://schemas.microsoft.com/office/powerpoint/2010/main">
          <mc:Choice Requires="p14">
            <p:contentPart p14:bwMode="auto" r:id="rId73">
              <p14:nvContentPartPr>
                <p14:cNvPr id="112" name="Ink 111">
                  <a:extLst>
                    <a:ext uri="{FF2B5EF4-FFF2-40B4-BE49-F238E27FC236}">
                      <a16:creationId xmlns:a16="http://schemas.microsoft.com/office/drawing/2014/main" id="{2280E670-52DB-4E2A-8E9F-CC345B749587}"/>
                    </a:ext>
                  </a:extLst>
                </p14:cNvPr>
                <p14:cNvContentPartPr/>
                <p14:nvPr/>
              </p14:nvContentPartPr>
              <p14:xfrm>
                <a:off x="8577144" y="3149856"/>
                <a:ext cx="128160" cy="66960"/>
              </p14:xfrm>
            </p:contentPart>
          </mc:Choice>
          <mc:Fallback xmlns="">
            <p:pic>
              <p:nvPicPr>
                <p:cNvPr id="112" name="Ink 111">
                  <a:extLst>
                    <a:ext uri="{FF2B5EF4-FFF2-40B4-BE49-F238E27FC236}">
                      <a16:creationId xmlns:a16="http://schemas.microsoft.com/office/drawing/2014/main" id="{2280E670-52DB-4E2A-8E9F-CC345B749587}"/>
                    </a:ext>
                  </a:extLst>
                </p:cNvPr>
                <p:cNvPicPr/>
                <p:nvPr/>
              </p:nvPicPr>
              <p:blipFill>
                <a:blip r:embed="rId74"/>
                <a:stretch>
                  <a:fillRect/>
                </a:stretch>
              </p:blipFill>
              <p:spPr>
                <a:xfrm>
                  <a:off x="8568144" y="3141216"/>
                  <a:ext cx="145800" cy="8460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113" name="Ink 112">
                  <a:extLst>
                    <a:ext uri="{FF2B5EF4-FFF2-40B4-BE49-F238E27FC236}">
                      <a16:creationId xmlns:a16="http://schemas.microsoft.com/office/drawing/2014/main" id="{36E1CE3A-54CE-4EF7-9276-A6FA82C40DDB}"/>
                    </a:ext>
                  </a:extLst>
                </p14:cNvPr>
                <p14:cNvContentPartPr/>
                <p14:nvPr/>
              </p14:nvContentPartPr>
              <p14:xfrm>
                <a:off x="8738784" y="3169296"/>
                <a:ext cx="58320" cy="37800"/>
              </p14:xfrm>
            </p:contentPart>
          </mc:Choice>
          <mc:Fallback xmlns="">
            <p:pic>
              <p:nvPicPr>
                <p:cNvPr id="113" name="Ink 112">
                  <a:extLst>
                    <a:ext uri="{FF2B5EF4-FFF2-40B4-BE49-F238E27FC236}">
                      <a16:creationId xmlns:a16="http://schemas.microsoft.com/office/drawing/2014/main" id="{36E1CE3A-54CE-4EF7-9276-A6FA82C40DDB}"/>
                    </a:ext>
                  </a:extLst>
                </p:cNvPr>
                <p:cNvPicPr/>
                <p:nvPr/>
              </p:nvPicPr>
              <p:blipFill>
                <a:blip r:embed="rId76"/>
                <a:stretch>
                  <a:fillRect/>
                </a:stretch>
              </p:blipFill>
              <p:spPr>
                <a:xfrm>
                  <a:off x="8730144" y="3160296"/>
                  <a:ext cx="75960" cy="5544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115" name="Ink 114">
                  <a:extLst>
                    <a:ext uri="{FF2B5EF4-FFF2-40B4-BE49-F238E27FC236}">
                      <a16:creationId xmlns:a16="http://schemas.microsoft.com/office/drawing/2014/main" id="{9F15CE8E-7FCE-4C73-9EB8-29F4A9265C62}"/>
                    </a:ext>
                  </a:extLst>
                </p14:cNvPr>
                <p14:cNvContentPartPr/>
                <p14:nvPr/>
              </p14:nvContentPartPr>
              <p14:xfrm>
                <a:off x="8823384" y="3151296"/>
                <a:ext cx="139680" cy="81360"/>
              </p14:xfrm>
            </p:contentPart>
          </mc:Choice>
          <mc:Fallback xmlns="">
            <p:pic>
              <p:nvPicPr>
                <p:cNvPr id="115" name="Ink 114">
                  <a:extLst>
                    <a:ext uri="{FF2B5EF4-FFF2-40B4-BE49-F238E27FC236}">
                      <a16:creationId xmlns:a16="http://schemas.microsoft.com/office/drawing/2014/main" id="{9F15CE8E-7FCE-4C73-9EB8-29F4A9265C62}"/>
                    </a:ext>
                  </a:extLst>
                </p:cNvPr>
                <p:cNvPicPr/>
                <p:nvPr/>
              </p:nvPicPr>
              <p:blipFill>
                <a:blip r:embed="rId78"/>
                <a:stretch>
                  <a:fillRect/>
                </a:stretch>
              </p:blipFill>
              <p:spPr>
                <a:xfrm>
                  <a:off x="8814744" y="3142296"/>
                  <a:ext cx="15732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116" name="Ink 115">
                  <a:extLst>
                    <a:ext uri="{FF2B5EF4-FFF2-40B4-BE49-F238E27FC236}">
                      <a16:creationId xmlns:a16="http://schemas.microsoft.com/office/drawing/2014/main" id="{A8582DCA-94B9-4824-9C11-99F5D40025DC}"/>
                    </a:ext>
                  </a:extLst>
                </p14:cNvPr>
                <p14:cNvContentPartPr/>
                <p14:nvPr/>
              </p14:nvContentPartPr>
              <p14:xfrm>
                <a:off x="8997264" y="3145176"/>
                <a:ext cx="54000" cy="101520"/>
              </p14:xfrm>
            </p:contentPart>
          </mc:Choice>
          <mc:Fallback xmlns="">
            <p:pic>
              <p:nvPicPr>
                <p:cNvPr id="116" name="Ink 115">
                  <a:extLst>
                    <a:ext uri="{FF2B5EF4-FFF2-40B4-BE49-F238E27FC236}">
                      <a16:creationId xmlns:a16="http://schemas.microsoft.com/office/drawing/2014/main" id="{A8582DCA-94B9-4824-9C11-99F5D40025DC}"/>
                    </a:ext>
                  </a:extLst>
                </p:cNvPr>
                <p:cNvPicPr/>
                <p:nvPr/>
              </p:nvPicPr>
              <p:blipFill>
                <a:blip r:embed="rId80"/>
                <a:stretch>
                  <a:fillRect/>
                </a:stretch>
              </p:blipFill>
              <p:spPr>
                <a:xfrm>
                  <a:off x="8988624" y="3136176"/>
                  <a:ext cx="71640" cy="11916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117" name="Ink 116">
                  <a:extLst>
                    <a:ext uri="{FF2B5EF4-FFF2-40B4-BE49-F238E27FC236}">
                      <a16:creationId xmlns:a16="http://schemas.microsoft.com/office/drawing/2014/main" id="{956BF5BB-7165-4E7F-840E-8ABD608FF182}"/>
                    </a:ext>
                  </a:extLst>
                </p14:cNvPr>
                <p14:cNvContentPartPr/>
                <p14:nvPr/>
              </p14:nvContentPartPr>
              <p14:xfrm>
                <a:off x="8991504" y="3154536"/>
                <a:ext cx="65160" cy="66600"/>
              </p14:xfrm>
            </p:contentPart>
          </mc:Choice>
          <mc:Fallback xmlns="">
            <p:pic>
              <p:nvPicPr>
                <p:cNvPr id="117" name="Ink 116">
                  <a:extLst>
                    <a:ext uri="{FF2B5EF4-FFF2-40B4-BE49-F238E27FC236}">
                      <a16:creationId xmlns:a16="http://schemas.microsoft.com/office/drawing/2014/main" id="{956BF5BB-7165-4E7F-840E-8ABD608FF182}"/>
                    </a:ext>
                  </a:extLst>
                </p:cNvPr>
                <p:cNvPicPr/>
                <p:nvPr/>
              </p:nvPicPr>
              <p:blipFill>
                <a:blip r:embed="rId82"/>
                <a:stretch>
                  <a:fillRect/>
                </a:stretch>
              </p:blipFill>
              <p:spPr>
                <a:xfrm>
                  <a:off x="8982864" y="3145536"/>
                  <a:ext cx="82800" cy="8424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119" name="Ink 118">
                  <a:extLst>
                    <a:ext uri="{FF2B5EF4-FFF2-40B4-BE49-F238E27FC236}">
                      <a16:creationId xmlns:a16="http://schemas.microsoft.com/office/drawing/2014/main" id="{44DB0C65-A0A4-412A-AB62-770215A7F8E5}"/>
                    </a:ext>
                  </a:extLst>
                </p14:cNvPr>
                <p14:cNvContentPartPr/>
                <p14:nvPr/>
              </p14:nvContentPartPr>
              <p14:xfrm>
                <a:off x="9146664" y="3099096"/>
                <a:ext cx="79560" cy="205560"/>
              </p14:xfrm>
            </p:contentPart>
          </mc:Choice>
          <mc:Fallback xmlns="">
            <p:pic>
              <p:nvPicPr>
                <p:cNvPr id="119" name="Ink 118">
                  <a:extLst>
                    <a:ext uri="{FF2B5EF4-FFF2-40B4-BE49-F238E27FC236}">
                      <a16:creationId xmlns:a16="http://schemas.microsoft.com/office/drawing/2014/main" id="{44DB0C65-A0A4-412A-AB62-770215A7F8E5}"/>
                    </a:ext>
                  </a:extLst>
                </p:cNvPr>
                <p:cNvPicPr/>
                <p:nvPr/>
              </p:nvPicPr>
              <p:blipFill>
                <a:blip r:embed="rId84"/>
                <a:stretch>
                  <a:fillRect/>
                </a:stretch>
              </p:blipFill>
              <p:spPr>
                <a:xfrm>
                  <a:off x="9138024" y="3090456"/>
                  <a:ext cx="97200" cy="22320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120" name="Ink 119">
                  <a:extLst>
                    <a:ext uri="{FF2B5EF4-FFF2-40B4-BE49-F238E27FC236}">
                      <a16:creationId xmlns:a16="http://schemas.microsoft.com/office/drawing/2014/main" id="{1A371509-F4D6-4C73-8D9E-9409A2FE33E7}"/>
                    </a:ext>
                  </a:extLst>
                </p14:cNvPr>
                <p14:cNvContentPartPr/>
                <p14:nvPr/>
              </p14:nvContentPartPr>
              <p14:xfrm>
                <a:off x="9134424" y="3154536"/>
                <a:ext cx="86040" cy="9360"/>
              </p14:xfrm>
            </p:contentPart>
          </mc:Choice>
          <mc:Fallback xmlns="">
            <p:pic>
              <p:nvPicPr>
                <p:cNvPr id="120" name="Ink 119">
                  <a:extLst>
                    <a:ext uri="{FF2B5EF4-FFF2-40B4-BE49-F238E27FC236}">
                      <a16:creationId xmlns:a16="http://schemas.microsoft.com/office/drawing/2014/main" id="{1A371509-F4D6-4C73-8D9E-9409A2FE33E7}"/>
                    </a:ext>
                  </a:extLst>
                </p:cNvPr>
                <p:cNvPicPr/>
                <p:nvPr/>
              </p:nvPicPr>
              <p:blipFill>
                <a:blip r:embed="rId86"/>
                <a:stretch>
                  <a:fillRect/>
                </a:stretch>
              </p:blipFill>
              <p:spPr>
                <a:xfrm>
                  <a:off x="9125784" y="3145536"/>
                  <a:ext cx="103680" cy="2700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121" name="Ink 120">
                  <a:extLst>
                    <a:ext uri="{FF2B5EF4-FFF2-40B4-BE49-F238E27FC236}">
                      <a16:creationId xmlns:a16="http://schemas.microsoft.com/office/drawing/2014/main" id="{479C9BF8-D265-48EA-B9D8-8E0E3B1007EE}"/>
                    </a:ext>
                  </a:extLst>
                </p14:cNvPr>
                <p14:cNvContentPartPr/>
                <p14:nvPr/>
              </p14:nvContentPartPr>
              <p14:xfrm>
                <a:off x="9252144" y="3126816"/>
                <a:ext cx="53280" cy="95760"/>
              </p14:xfrm>
            </p:contentPart>
          </mc:Choice>
          <mc:Fallback xmlns="">
            <p:pic>
              <p:nvPicPr>
                <p:cNvPr id="121" name="Ink 120">
                  <a:extLst>
                    <a:ext uri="{FF2B5EF4-FFF2-40B4-BE49-F238E27FC236}">
                      <a16:creationId xmlns:a16="http://schemas.microsoft.com/office/drawing/2014/main" id="{479C9BF8-D265-48EA-B9D8-8E0E3B1007EE}"/>
                    </a:ext>
                  </a:extLst>
                </p:cNvPr>
                <p:cNvPicPr/>
                <p:nvPr/>
              </p:nvPicPr>
              <p:blipFill>
                <a:blip r:embed="rId88"/>
                <a:stretch>
                  <a:fillRect/>
                </a:stretch>
              </p:blipFill>
              <p:spPr>
                <a:xfrm>
                  <a:off x="9243504" y="3117816"/>
                  <a:ext cx="7092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122" name="Ink 121">
                  <a:extLst>
                    <a:ext uri="{FF2B5EF4-FFF2-40B4-BE49-F238E27FC236}">
                      <a16:creationId xmlns:a16="http://schemas.microsoft.com/office/drawing/2014/main" id="{C74902F9-991E-404E-B791-E01FDDE090D0}"/>
                    </a:ext>
                  </a:extLst>
                </p14:cNvPr>
                <p14:cNvContentPartPr/>
                <p14:nvPr/>
              </p14:nvContentPartPr>
              <p14:xfrm>
                <a:off x="9344664" y="3162456"/>
                <a:ext cx="32040" cy="60120"/>
              </p14:xfrm>
            </p:contentPart>
          </mc:Choice>
          <mc:Fallback xmlns="">
            <p:pic>
              <p:nvPicPr>
                <p:cNvPr id="122" name="Ink 121">
                  <a:extLst>
                    <a:ext uri="{FF2B5EF4-FFF2-40B4-BE49-F238E27FC236}">
                      <a16:creationId xmlns:a16="http://schemas.microsoft.com/office/drawing/2014/main" id="{C74902F9-991E-404E-B791-E01FDDE090D0}"/>
                    </a:ext>
                  </a:extLst>
                </p:cNvPr>
                <p:cNvPicPr/>
                <p:nvPr/>
              </p:nvPicPr>
              <p:blipFill>
                <a:blip r:embed="rId90"/>
                <a:stretch>
                  <a:fillRect/>
                </a:stretch>
              </p:blipFill>
              <p:spPr>
                <a:xfrm>
                  <a:off x="9336024" y="3153456"/>
                  <a:ext cx="49680" cy="7776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123" name="Ink 122">
                  <a:extLst>
                    <a:ext uri="{FF2B5EF4-FFF2-40B4-BE49-F238E27FC236}">
                      <a16:creationId xmlns:a16="http://schemas.microsoft.com/office/drawing/2014/main" id="{9F0B06C3-2E1F-457E-A549-387C3524FC4B}"/>
                    </a:ext>
                  </a:extLst>
                </p14:cNvPr>
                <p14:cNvContentPartPr/>
                <p14:nvPr/>
              </p14:nvContentPartPr>
              <p14:xfrm>
                <a:off x="9408024" y="3172896"/>
                <a:ext cx="38160" cy="69120"/>
              </p14:xfrm>
            </p:contentPart>
          </mc:Choice>
          <mc:Fallback xmlns="">
            <p:pic>
              <p:nvPicPr>
                <p:cNvPr id="123" name="Ink 122">
                  <a:extLst>
                    <a:ext uri="{FF2B5EF4-FFF2-40B4-BE49-F238E27FC236}">
                      <a16:creationId xmlns:a16="http://schemas.microsoft.com/office/drawing/2014/main" id="{9F0B06C3-2E1F-457E-A549-387C3524FC4B}"/>
                    </a:ext>
                  </a:extLst>
                </p:cNvPr>
                <p:cNvPicPr/>
                <p:nvPr/>
              </p:nvPicPr>
              <p:blipFill>
                <a:blip r:embed="rId92"/>
                <a:stretch>
                  <a:fillRect/>
                </a:stretch>
              </p:blipFill>
              <p:spPr>
                <a:xfrm>
                  <a:off x="9399024" y="3163896"/>
                  <a:ext cx="55800" cy="8676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124" name="Ink 123">
                  <a:extLst>
                    <a:ext uri="{FF2B5EF4-FFF2-40B4-BE49-F238E27FC236}">
                      <a16:creationId xmlns:a16="http://schemas.microsoft.com/office/drawing/2014/main" id="{BA20DB23-F372-4EC4-B91A-2BEB4ACF7BB6}"/>
                    </a:ext>
                  </a:extLst>
                </p14:cNvPr>
                <p14:cNvContentPartPr/>
                <p14:nvPr/>
              </p14:nvContentPartPr>
              <p14:xfrm>
                <a:off x="9507744" y="3108816"/>
                <a:ext cx="27720" cy="131040"/>
              </p14:xfrm>
            </p:contentPart>
          </mc:Choice>
          <mc:Fallback xmlns="">
            <p:pic>
              <p:nvPicPr>
                <p:cNvPr id="124" name="Ink 123">
                  <a:extLst>
                    <a:ext uri="{FF2B5EF4-FFF2-40B4-BE49-F238E27FC236}">
                      <a16:creationId xmlns:a16="http://schemas.microsoft.com/office/drawing/2014/main" id="{BA20DB23-F372-4EC4-B91A-2BEB4ACF7BB6}"/>
                    </a:ext>
                  </a:extLst>
                </p:cNvPr>
                <p:cNvPicPr/>
                <p:nvPr/>
              </p:nvPicPr>
              <p:blipFill>
                <a:blip r:embed="rId94"/>
                <a:stretch>
                  <a:fillRect/>
                </a:stretch>
              </p:blipFill>
              <p:spPr>
                <a:xfrm>
                  <a:off x="9498744" y="3099816"/>
                  <a:ext cx="45360" cy="14868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125" name="Ink 124">
                  <a:extLst>
                    <a:ext uri="{FF2B5EF4-FFF2-40B4-BE49-F238E27FC236}">
                      <a16:creationId xmlns:a16="http://schemas.microsoft.com/office/drawing/2014/main" id="{DDA9C207-94A3-49E4-AA0B-570E38AB7E6E}"/>
                    </a:ext>
                  </a:extLst>
                </p14:cNvPr>
                <p14:cNvContentPartPr/>
                <p14:nvPr/>
              </p14:nvContentPartPr>
              <p14:xfrm>
                <a:off x="9463824" y="3154536"/>
                <a:ext cx="90720" cy="9720"/>
              </p14:xfrm>
            </p:contentPart>
          </mc:Choice>
          <mc:Fallback xmlns="">
            <p:pic>
              <p:nvPicPr>
                <p:cNvPr id="125" name="Ink 124">
                  <a:extLst>
                    <a:ext uri="{FF2B5EF4-FFF2-40B4-BE49-F238E27FC236}">
                      <a16:creationId xmlns:a16="http://schemas.microsoft.com/office/drawing/2014/main" id="{DDA9C207-94A3-49E4-AA0B-570E38AB7E6E}"/>
                    </a:ext>
                  </a:extLst>
                </p:cNvPr>
                <p:cNvPicPr/>
                <p:nvPr/>
              </p:nvPicPr>
              <p:blipFill>
                <a:blip r:embed="rId96"/>
                <a:stretch>
                  <a:fillRect/>
                </a:stretch>
              </p:blipFill>
              <p:spPr>
                <a:xfrm>
                  <a:off x="9455184" y="3145536"/>
                  <a:ext cx="108360" cy="2736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126" name="Ink 125">
                  <a:extLst>
                    <a:ext uri="{FF2B5EF4-FFF2-40B4-BE49-F238E27FC236}">
                      <a16:creationId xmlns:a16="http://schemas.microsoft.com/office/drawing/2014/main" id="{E6485BB0-A5D3-43E6-82A9-ACD5C7905263}"/>
                    </a:ext>
                  </a:extLst>
                </p14:cNvPr>
                <p14:cNvContentPartPr/>
                <p14:nvPr/>
              </p14:nvContentPartPr>
              <p14:xfrm>
                <a:off x="9583704" y="3136176"/>
                <a:ext cx="17640" cy="99720"/>
              </p14:xfrm>
            </p:contentPart>
          </mc:Choice>
          <mc:Fallback xmlns="">
            <p:pic>
              <p:nvPicPr>
                <p:cNvPr id="126" name="Ink 125">
                  <a:extLst>
                    <a:ext uri="{FF2B5EF4-FFF2-40B4-BE49-F238E27FC236}">
                      <a16:creationId xmlns:a16="http://schemas.microsoft.com/office/drawing/2014/main" id="{E6485BB0-A5D3-43E6-82A9-ACD5C7905263}"/>
                    </a:ext>
                  </a:extLst>
                </p:cNvPr>
                <p:cNvPicPr/>
                <p:nvPr/>
              </p:nvPicPr>
              <p:blipFill>
                <a:blip r:embed="rId98"/>
                <a:stretch>
                  <a:fillRect/>
                </a:stretch>
              </p:blipFill>
              <p:spPr>
                <a:xfrm>
                  <a:off x="9574704" y="3127176"/>
                  <a:ext cx="35280" cy="11736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127" name="Ink 126">
                  <a:extLst>
                    <a:ext uri="{FF2B5EF4-FFF2-40B4-BE49-F238E27FC236}">
                      <a16:creationId xmlns:a16="http://schemas.microsoft.com/office/drawing/2014/main" id="{FBA0EF57-DC0F-4128-BF71-E2D873DBBF32}"/>
                    </a:ext>
                  </a:extLst>
                </p14:cNvPr>
                <p14:cNvContentPartPr/>
                <p14:nvPr/>
              </p14:nvContentPartPr>
              <p14:xfrm>
                <a:off x="9637344" y="3190896"/>
                <a:ext cx="37080" cy="48240"/>
              </p14:xfrm>
            </p:contentPart>
          </mc:Choice>
          <mc:Fallback xmlns="">
            <p:pic>
              <p:nvPicPr>
                <p:cNvPr id="127" name="Ink 126">
                  <a:extLst>
                    <a:ext uri="{FF2B5EF4-FFF2-40B4-BE49-F238E27FC236}">
                      <a16:creationId xmlns:a16="http://schemas.microsoft.com/office/drawing/2014/main" id="{FBA0EF57-DC0F-4128-BF71-E2D873DBBF32}"/>
                    </a:ext>
                  </a:extLst>
                </p:cNvPr>
                <p:cNvPicPr/>
                <p:nvPr/>
              </p:nvPicPr>
              <p:blipFill>
                <a:blip r:embed="rId100"/>
                <a:stretch>
                  <a:fillRect/>
                </a:stretch>
              </p:blipFill>
              <p:spPr>
                <a:xfrm>
                  <a:off x="9628344" y="3182256"/>
                  <a:ext cx="54720" cy="6588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128" name="Ink 127">
                  <a:extLst>
                    <a:ext uri="{FF2B5EF4-FFF2-40B4-BE49-F238E27FC236}">
                      <a16:creationId xmlns:a16="http://schemas.microsoft.com/office/drawing/2014/main" id="{FB60968B-4ACA-4D17-86F5-84D51B6158B8}"/>
                    </a:ext>
                  </a:extLst>
                </p14:cNvPr>
                <p14:cNvContentPartPr/>
                <p14:nvPr/>
              </p14:nvContentPartPr>
              <p14:xfrm>
                <a:off x="9707184" y="3190896"/>
                <a:ext cx="60480" cy="61920"/>
              </p14:xfrm>
            </p:contentPart>
          </mc:Choice>
          <mc:Fallback xmlns="">
            <p:pic>
              <p:nvPicPr>
                <p:cNvPr id="128" name="Ink 127">
                  <a:extLst>
                    <a:ext uri="{FF2B5EF4-FFF2-40B4-BE49-F238E27FC236}">
                      <a16:creationId xmlns:a16="http://schemas.microsoft.com/office/drawing/2014/main" id="{FB60968B-4ACA-4D17-86F5-84D51B6158B8}"/>
                    </a:ext>
                  </a:extLst>
                </p:cNvPr>
                <p:cNvPicPr/>
                <p:nvPr/>
              </p:nvPicPr>
              <p:blipFill>
                <a:blip r:embed="rId102"/>
                <a:stretch>
                  <a:fillRect/>
                </a:stretch>
              </p:blipFill>
              <p:spPr>
                <a:xfrm>
                  <a:off x="9698544" y="3182256"/>
                  <a:ext cx="7812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130" name="Ink 129">
                  <a:extLst>
                    <a:ext uri="{FF2B5EF4-FFF2-40B4-BE49-F238E27FC236}">
                      <a16:creationId xmlns:a16="http://schemas.microsoft.com/office/drawing/2014/main" id="{4E1F09B7-D87C-43CB-B7DA-7771A77B2BA6}"/>
                    </a:ext>
                  </a:extLst>
                </p14:cNvPr>
                <p14:cNvContentPartPr/>
                <p14:nvPr/>
              </p14:nvContentPartPr>
              <p14:xfrm>
                <a:off x="9838944" y="3105936"/>
                <a:ext cx="60840" cy="177120"/>
              </p14:xfrm>
            </p:contentPart>
          </mc:Choice>
          <mc:Fallback xmlns="">
            <p:pic>
              <p:nvPicPr>
                <p:cNvPr id="130" name="Ink 129">
                  <a:extLst>
                    <a:ext uri="{FF2B5EF4-FFF2-40B4-BE49-F238E27FC236}">
                      <a16:creationId xmlns:a16="http://schemas.microsoft.com/office/drawing/2014/main" id="{4E1F09B7-D87C-43CB-B7DA-7771A77B2BA6}"/>
                    </a:ext>
                  </a:extLst>
                </p:cNvPr>
                <p:cNvPicPr/>
                <p:nvPr/>
              </p:nvPicPr>
              <p:blipFill>
                <a:blip r:embed="rId104"/>
                <a:stretch>
                  <a:fillRect/>
                </a:stretch>
              </p:blipFill>
              <p:spPr>
                <a:xfrm>
                  <a:off x="9829944" y="3096936"/>
                  <a:ext cx="78480" cy="19476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131" name="Ink 130">
                  <a:extLst>
                    <a:ext uri="{FF2B5EF4-FFF2-40B4-BE49-F238E27FC236}">
                      <a16:creationId xmlns:a16="http://schemas.microsoft.com/office/drawing/2014/main" id="{D9A42918-2F61-41D4-A1BF-F57B610581EE}"/>
                    </a:ext>
                  </a:extLst>
                </p14:cNvPr>
                <p14:cNvContentPartPr/>
                <p14:nvPr/>
              </p14:nvContentPartPr>
              <p14:xfrm>
                <a:off x="9966384" y="3108816"/>
                <a:ext cx="4320" cy="63000"/>
              </p14:xfrm>
            </p:contentPart>
          </mc:Choice>
          <mc:Fallback xmlns="">
            <p:pic>
              <p:nvPicPr>
                <p:cNvPr id="131" name="Ink 130">
                  <a:extLst>
                    <a:ext uri="{FF2B5EF4-FFF2-40B4-BE49-F238E27FC236}">
                      <a16:creationId xmlns:a16="http://schemas.microsoft.com/office/drawing/2014/main" id="{D9A42918-2F61-41D4-A1BF-F57B610581EE}"/>
                    </a:ext>
                  </a:extLst>
                </p:cNvPr>
                <p:cNvPicPr/>
                <p:nvPr/>
              </p:nvPicPr>
              <p:blipFill>
                <a:blip r:embed="rId106"/>
                <a:stretch>
                  <a:fillRect/>
                </a:stretch>
              </p:blipFill>
              <p:spPr>
                <a:xfrm>
                  <a:off x="9957744" y="3099816"/>
                  <a:ext cx="2196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132" name="Ink 131">
                  <a:extLst>
                    <a:ext uri="{FF2B5EF4-FFF2-40B4-BE49-F238E27FC236}">
                      <a16:creationId xmlns:a16="http://schemas.microsoft.com/office/drawing/2014/main" id="{D0B8C534-92B8-4209-A4BA-3451427CE994}"/>
                    </a:ext>
                  </a:extLst>
                </p14:cNvPr>
                <p14:cNvContentPartPr/>
                <p14:nvPr/>
              </p14:nvContentPartPr>
              <p14:xfrm>
                <a:off x="9910944" y="3108456"/>
                <a:ext cx="194040" cy="150480"/>
              </p14:xfrm>
            </p:contentPart>
          </mc:Choice>
          <mc:Fallback xmlns="">
            <p:pic>
              <p:nvPicPr>
                <p:cNvPr id="132" name="Ink 131">
                  <a:extLst>
                    <a:ext uri="{FF2B5EF4-FFF2-40B4-BE49-F238E27FC236}">
                      <a16:creationId xmlns:a16="http://schemas.microsoft.com/office/drawing/2014/main" id="{D0B8C534-92B8-4209-A4BA-3451427CE994}"/>
                    </a:ext>
                  </a:extLst>
                </p:cNvPr>
                <p:cNvPicPr/>
                <p:nvPr/>
              </p:nvPicPr>
              <p:blipFill>
                <a:blip r:embed="rId108"/>
                <a:stretch>
                  <a:fillRect/>
                </a:stretch>
              </p:blipFill>
              <p:spPr>
                <a:xfrm>
                  <a:off x="9901944" y="3099456"/>
                  <a:ext cx="211680" cy="16812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134" name="Ink 133">
                  <a:extLst>
                    <a:ext uri="{FF2B5EF4-FFF2-40B4-BE49-F238E27FC236}">
                      <a16:creationId xmlns:a16="http://schemas.microsoft.com/office/drawing/2014/main" id="{BA9673B2-7A1B-4953-8592-D2D8EDEE19CC}"/>
                    </a:ext>
                  </a:extLst>
                </p14:cNvPr>
                <p14:cNvContentPartPr/>
                <p14:nvPr/>
              </p14:nvContentPartPr>
              <p14:xfrm>
                <a:off x="10241064" y="3090456"/>
                <a:ext cx="47160" cy="144000"/>
              </p14:xfrm>
            </p:contentPart>
          </mc:Choice>
          <mc:Fallback xmlns="">
            <p:pic>
              <p:nvPicPr>
                <p:cNvPr id="134" name="Ink 133">
                  <a:extLst>
                    <a:ext uri="{FF2B5EF4-FFF2-40B4-BE49-F238E27FC236}">
                      <a16:creationId xmlns:a16="http://schemas.microsoft.com/office/drawing/2014/main" id="{BA9673B2-7A1B-4953-8592-D2D8EDEE19CC}"/>
                    </a:ext>
                  </a:extLst>
                </p:cNvPr>
                <p:cNvPicPr/>
                <p:nvPr/>
              </p:nvPicPr>
              <p:blipFill>
                <a:blip r:embed="rId110"/>
                <a:stretch>
                  <a:fillRect/>
                </a:stretch>
              </p:blipFill>
              <p:spPr>
                <a:xfrm>
                  <a:off x="10232424" y="3081816"/>
                  <a:ext cx="64800" cy="16164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135" name="Ink 134">
                  <a:extLst>
                    <a:ext uri="{FF2B5EF4-FFF2-40B4-BE49-F238E27FC236}">
                      <a16:creationId xmlns:a16="http://schemas.microsoft.com/office/drawing/2014/main" id="{68C50456-D7BB-480E-8587-A7F7BFCDE488}"/>
                    </a:ext>
                  </a:extLst>
                </p14:cNvPr>
                <p14:cNvContentPartPr/>
                <p14:nvPr/>
              </p14:nvContentPartPr>
              <p14:xfrm>
                <a:off x="10222704" y="3136176"/>
                <a:ext cx="103680" cy="52560"/>
              </p14:xfrm>
            </p:contentPart>
          </mc:Choice>
          <mc:Fallback xmlns="">
            <p:pic>
              <p:nvPicPr>
                <p:cNvPr id="135" name="Ink 134">
                  <a:extLst>
                    <a:ext uri="{FF2B5EF4-FFF2-40B4-BE49-F238E27FC236}">
                      <a16:creationId xmlns:a16="http://schemas.microsoft.com/office/drawing/2014/main" id="{68C50456-D7BB-480E-8587-A7F7BFCDE488}"/>
                    </a:ext>
                  </a:extLst>
                </p:cNvPr>
                <p:cNvPicPr/>
                <p:nvPr/>
              </p:nvPicPr>
              <p:blipFill>
                <a:blip r:embed="rId112"/>
                <a:stretch>
                  <a:fillRect/>
                </a:stretch>
              </p:blipFill>
              <p:spPr>
                <a:xfrm>
                  <a:off x="10214064" y="3127176"/>
                  <a:ext cx="121320" cy="7020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136" name="Ink 135">
                  <a:extLst>
                    <a:ext uri="{FF2B5EF4-FFF2-40B4-BE49-F238E27FC236}">
                      <a16:creationId xmlns:a16="http://schemas.microsoft.com/office/drawing/2014/main" id="{749F43BA-2FFA-4FC6-A1BF-32D78683830B}"/>
                    </a:ext>
                  </a:extLst>
                </p14:cNvPr>
                <p14:cNvContentPartPr/>
                <p14:nvPr/>
              </p14:nvContentPartPr>
              <p14:xfrm>
                <a:off x="10149264" y="3199896"/>
                <a:ext cx="182160" cy="83160"/>
              </p14:xfrm>
            </p:contentPart>
          </mc:Choice>
          <mc:Fallback xmlns="">
            <p:pic>
              <p:nvPicPr>
                <p:cNvPr id="136" name="Ink 135">
                  <a:extLst>
                    <a:ext uri="{FF2B5EF4-FFF2-40B4-BE49-F238E27FC236}">
                      <a16:creationId xmlns:a16="http://schemas.microsoft.com/office/drawing/2014/main" id="{749F43BA-2FFA-4FC6-A1BF-32D78683830B}"/>
                    </a:ext>
                  </a:extLst>
                </p:cNvPr>
                <p:cNvPicPr/>
                <p:nvPr/>
              </p:nvPicPr>
              <p:blipFill>
                <a:blip r:embed="rId114"/>
                <a:stretch>
                  <a:fillRect/>
                </a:stretch>
              </p:blipFill>
              <p:spPr>
                <a:xfrm>
                  <a:off x="10140264" y="3191256"/>
                  <a:ext cx="199800"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137" name="Ink 136">
                  <a:extLst>
                    <a:ext uri="{FF2B5EF4-FFF2-40B4-BE49-F238E27FC236}">
                      <a16:creationId xmlns:a16="http://schemas.microsoft.com/office/drawing/2014/main" id="{70D6BAFF-B999-48D8-8DDD-06E16C18A9A7}"/>
                    </a:ext>
                  </a:extLst>
                </p14:cNvPr>
                <p14:cNvContentPartPr/>
                <p14:nvPr/>
              </p14:nvContentPartPr>
              <p14:xfrm>
                <a:off x="10351224" y="3154536"/>
                <a:ext cx="36360" cy="156240"/>
              </p14:xfrm>
            </p:contentPart>
          </mc:Choice>
          <mc:Fallback xmlns="">
            <p:pic>
              <p:nvPicPr>
                <p:cNvPr id="137" name="Ink 136">
                  <a:extLst>
                    <a:ext uri="{FF2B5EF4-FFF2-40B4-BE49-F238E27FC236}">
                      <a16:creationId xmlns:a16="http://schemas.microsoft.com/office/drawing/2014/main" id="{70D6BAFF-B999-48D8-8DDD-06E16C18A9A7}"/>
                    </a:ext>
                  </a:extLst>
                </p:cNvPr>
                <p:cNvPicPr/>
                <p:nvPr/>
              </p:nvPicPr>
              <p:blipFill>
                <a:blip r:embed="rId116"/>
                <a:stretch>
                  <a:fillRect/>
                </a:stretch>
              </p:blipFill>
              <p:spPr>
                <a:xfrm>
                  <a:off x="10342224" y="3145536"/>
                  <a:ext cx="54000" cy="17388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138" name="Ink 137">
                  <a:extLst>
                    <a:ext uri="{FF2B5EF4-FFF2-40B4-BE49-F238E27FC236}">
                      <a16:creationId xmlns:a16="http://schemas.microsoft.com/office/drawing/2014/main" id="{F1E19803-3FA8-4964-9745-ED04B60D5E46}"/>
                    </a:ext>
                  </a:extLst>
                </p14:cNvPr>
                <p14:cNvContentPartPr/>
                <p14:nvPr/>
              </p14:nvContentPartPr>
              <p14:xfrm>
                <a:off x="10488024" y="3099456"/>
                <a:ext cx="30240" cy="51840"/>
              </p14:xfrm>
            </p:contentPart>
          </mc:Choice>
          <mc:Fallback xmlns="">
            <p:pic>
              <p:nvPicPr>
                <p:cNvPr id="138" name="Ink 137">
                  <a:extLst>
                    <a:ext uri="{FF2B5EF4-FFF2-40B4-BE49-F238E27FC236}">
                      <a16:creationId xmlns:a16="http://schemas.microsoft.com/office/drawing/2014/main" id="{F1E19803-3FA8-4964-9745-ED04B60D5E46}"/>
                    </a:ext>
                  </a:extLst>
                </p:cNvPr>
                <p:cNvPicPr/>
                <p:nvPr/>
              </p:nvPicPr>
              <p:blipFill>
                <a:blip r:embed="rId118"/>
                <a:stretch>
                  <a:fillRect/>
                </a:stretch>
              </p:blipFill>
              <p:spPr>
                <a:xfrm>
                  <a:off x="10479024" y="3090456"/>
                  <a:ext cx="47880" cy="6948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139" name="Ink 138">
                  <a:extLst>
                    <a:ext uri="{FF2B5EF4-FFF2-40B4-BE49-F238E27FC236}">
                      <a16:creationId xmlns:a16="http://schemas.microsoft.com/office/drawing/2014/main" id="{3A85FCC5-F26B-4142-A12C-249A9A290353}"/>
                    </a:ext>
                  </a:extLst>
                </p14:cNvPr>
                <p14:cNvContentPartPr/>
                <p14:nvPr/>
              </p14:nvContentPartPr>
              <p14:xfrm>
                <a:off x="10466784" y="3081096"/>
                <a:ext cx="129960" cy="96480"/>
              </p14:xfrm>
            </p:contentPart>
          </mc:Choice>
          <mc:Fallback xmlns="">
            <p:pic>
              <p:nvPicPr>
                <p:cNvPr id="139" name="Ink 138">
                  <a:extLst>
                    <a:ext uri="{FF2B5EF4-FFF2-40B4-BE49-F238E27FC236}">
                      <a16:creationId xmlns:a16="http://schemas.microsoft.com/office/drawing/2014/main" id="{3A85FCC5-F26B-4142-A12C-249A9A290353}"/>
                    </a:ext>
                  </a:extLst>
                </p:cNvPr>
                <p:cNvPicPr/>
                <p:nvPr/>
              </p:nvPicPr>
              <p:blipFill>
                <a:blip r:embed="rId120"/>
                <a:stretch>
                  <a:fillRect/>
                </a:stretch>
              </p:blipFill>
              <p:spPr>
                <a:xfrm>
                  <a:off x="10458144" y="3072456"/>
                  <a:ext cx="14760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140" name="Ink 139">
                  <a:extLst>
                    <a:ext uri="{FF2B5EF4-FFF2-40B4-BE49-F238E27FC236}">
                      <a16:creationId xmlns:a16="http://schemas.microsoft.com/office/drawing/2014/main" id="{7A45C6AB-CF65-46B3-9D28-C06CC422059B}"/>
                    </a:ext>
                  </a:extLst>
                </p14:cNvPr>
                <p14:cNvContentPartPr/>
                <p14:nvPr/>
              </p14:nvContentPartPr>
              <p14:xfrm>
                <a:off x="10522224" y="3035376"/>
                <a:ext cx="72720" cy="251640"/>
              </p14:xfrm>
            </p:contentPart>
          </mc:Choice>
          <mc:Fallback xmlns="">
            <p:pic>
              <p:nvPicPr>
                <p:cNvPr id="140" name="Ink 139">
                  <a:extLst>
                    <a:ext uri="{FF2B5EF4-FFF2-40B4-BE49-F238E27FC236}">
                      <a16:creationId xmlns:a16="http://schemas.microsoft.com/office/drawing/2014/main" id="{7A45C6AB-CF65-46B3-9D28-C06CC422059B}"/>
                    </a:ext>
                  </a:extLst>
                </p:cNvPr>
                <p:cNvPicPr/>
                <p:nvPr/>
              </p:nvPicPr>
              <p:blipFill>
                <a:blip r:embed="rId122"/>
                <a:stretch>
                  <a:fillRect/>
                </a:stretch>
              </p:blipFill>
              <p:spPr>
                <a:xfrm>
                  <a:off x="10513224" y="3026736"/>
                  <a:ext cx="90360" cy="26928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141" name="Ink 140">
                  <a:extLst>
                    <a:ext uri="{FF2B5EF4-FFF2-40B4-BE49-F238E27FC236}">
                      <a16:creationId xmlns:a16="http://schemas.microsoft.com/office/drawing/2014/main" id="{BDA4272A-1BA1-46FE-AEAE-14C53DABB4F7}"/>
                    </a:ext>
                  </a:extLst>
                </p14:cNvPr>
                <p14:cNvContentPartPr/>
                <p14:nvPr/>
              </p14:nvContentPartPr>
              <p14:xfrm>
                <a:off x="10463904" y="3128976"/>
                <a:ext cx="239400" cy="144360"/>
              </p14:xfrm>
            </p:contentPart>
          </mc:Choice>
          <mc:Fallback xmlns="">
            <p:pic>
              <p:nvPicPr>
                <p:cNvPr id="141" name="Ink 140">
                  <a:extLst>
                    <a:ext uri="{FF2B5EF4-FFF2-40B4-BE49-F238E27FC236}">
                      <a16:creationId xmlns:a16="http://schemas.microsoft.com/office/drawing/2014/main" id="{BDA4272A-1BA1-46FE-AEAE-14C53DABB4F7}"/>
                    </a:ext>
                  </a:extLst>
                </p:cNvPr>
                <p:cNvPicPr/>
                <p:nvPr/>
              </p:nvPicPr>
              <p:blipFill>
                <a:blip r:embed="rId124"/>
                <a:stretch>
                  <a:fillRect/>
                </a:stretch>
              </p:blipFill>
              <p:spPr>
                <a:xfrm>
                  <a:off x="10454904" y="3119976"/>
                  <a:ext cx="257040" cy="16200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142" name="Ink 141">
                  <a:extLst>
                    <a:ext uri="{FF2B5EF4-FFF2-40B4-BE49-F238E27FC236}">
                      <a16:creationId xmlns:a16="http://schemas.microsoft.com/office/drawing/2014/main" id="{56859B3D-5E28-4130-A34A-ED5EE97157DE}"/>
                    </a:ext>
                  </a:extLst>
                </p14:cNvPr>
                <p14:cNvContentPartPr/>
                <p14:nvPr/>
              </p14:nvContentPartPr>
              <p14:xfrm>
                <a:off x="10615824" y="3221136"/>
                <a:ext cx="110520" cy="65880"/>
              </p14:xfrm>
            </p:contentPart>
          </mc:Choice>
          <mc:Fallback xmlns="">
            <p:pic>
              <p:nvPicPr>
                <p:cNvPr id="142" name="Ink 141">
                  <a:extLst>
                    <a:ext uri="{FF2B5EF4-FFF2-40B4-BE49-F238E27FC236}">
                      <a16:creationId xmlns:a16="http://schemas.microsoft.com/office/drawing/2014/main" id="{56859B3D-5E28-4130-A34A-ED5EE97157DE}"/>
                    </a:ext>
                  </a:extLst>
                </p:cNvPr>
                <p:cNvPicPr/>
                <p:nvPr/>
              </p:nvPicPr>
              <p:blipFill>
                <a:blip r:embed="rId126"/>
                <a:stretch>
                  <a:fillRect/>
                </a:stretch>
              </p:blipFill>
              <p:spPr>
                <a:xfrm>
                  <a:off x="10606824" y="3212136"/>
                  <a:ext cx="12816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143" name="Ink 142">
                  <a:extLst>
                    <a:ext uri="{FF2B5EF4-FFF2-40B4-BE49-F238E27FC236}">
                      <a16:creationId xmlns:a16="http://schemas.microsoft.com/office/drawing/2014/main" id="{8B728257-A6FE-49AF-944F-3497866E30A9}"/>
                    </a:ext>
                  </a:extLst>
                </p14:cNvPr>
                <p14:cNvContentPartPr/>
                <p14:nvPr/>
              </p14:nvContentPartPr>
              <p14:xfrm>
                <a:off x="10738224" y="3062736"/>
                <a:ext cx="79920" cy="277560"/>
              </p14:xfrm>
            </p:contentPart>
          </mc:Choice>
          <mc:Fallback xmlns="">
            <p:pic>
              <p:nvPicPr>
                <p:cNvPr id="143" name="Ink 142">
                  <a:extLst>
                    <a:ext uri="{FF2B5EF4-FFF2-40B4-BE49-F238E27FC236}">
                      <a16:creationId xmlns:a16="http://schemas.microsoft.com/office/drawing/2014/main" id="{8B728257-A6FE-49AF-944F-3497866E30A9}"/>
                    </a:ext>
                  </a:extLst>
                </p:cNvPr>
                <p:cNvPicPr/>
                <p:nvPr/>
              </p:nvPicPr>
              <p:blipFill>
                <a:blip r:embed="rId128"/>
                <a:stretch>
                  <a:fillRect/>
                </a:stretch>
              </p:blipFill>
              <p:spPr>
                <a:xfrm>
                  <a:off x="10729584" y="3054096"/>
                  <a:ext cx="97560" cy="295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9">
            <p14:nvContentPartPr>
              <p14:cNvPr id="145" name="Ink 144">
                <a:extLst>
                  <a:ext uri="{FF2B5EF4-FFF2-40B4-BE49-F238E27FC236}">
                    <a16:creationId xmlns:a16="http://schemas.microsoft.com/office/drawing/2014/main" id="{779C5545-4EEA-4787-9BAE-B480CE829174}"/>
                  </a:ext>
                </a:extLst>
              </p14:cNvPr>
              <p14:cNvContentPartPr/>
              <p14:nvPr/>
            </p14:nvContentPartPr>
            <p14:xfrm>
              <a:off x="1800864" y="5476896"/>
              <a:ext cx="360" cy="360"/>
            </p14:xfrm>
          </p:contentPart>
        </mc:Choice>
        <mc:Fallback xmlns="">
          <p:pic>
            <p:nvPicPr>
              <p:cNvPr id="145" name="Ink 144">
                <a:extLst>
                  <a:ext uri="{FF2B5EF4-FFF2-40B4-BE49-F238E27FC236}">
                    <a16:creationId xmlns:a16="http://schemas.microsoft.com/office/drawing/2014/main" id="{779C5545-4EEA-4787-9BAE-B480CE829174}"/>
                  </a:ext>
                </a:extLst>
              </p:cNvPr>
              <p:cNvPicPr/>
              <p:nvPr/>
            </p:nvPicPr>
            <p:blipFill>
              <a:blip r:embed="rId130"/>
              <a:stretch>
                <a:fillRect/>
              </a:stretch>
            </p:blipFill>
            <p:spPr>
              <a:xfrm>
                <a:off x="1791864" y="5467896"/>
                <a:ext cx="18000" cy="18000"/>
              </a:xfrm>
              <a:prstGeom prst="rect">
                <a:avLst/>
              </a:prstGeom>
            </p:spPr>
          </p:pic>
        </mc:Fallback>
      </mc:AlternateContent>
      <p:grpSp>
        <p:nvGrpSpPr>
          <p:cNvPr id="148" name="Group 147">
            <a:extLst>
              <a:ext uri="{FF2B5EF4-FFF2-40B4-BE49-F238E27FC236}">
                <a16:creationId xmlns:a16="http://schemas.microsoft.com/office/drawing/2014/main" id="{613F3620-23C9-4FEF-BE87-BE9DC2B171C5}"/>
              </a:ext>
            </a:extLst>
          </p:cNvPr>
          <p:cNvGrpSpPr/>
          <p:nvPr/>
        </p:nvGrpSpPr>
        <p:grpSpPr>
          <a:xfrm>
            <a:off x="10231344" y="1993176"/>
            <a:ext cx="1373040" cy="554400"/>
            <a:chOff x="10231344" y="1993176"/>
            <a:chExt cx="1373040" cy="554400"/>
          </a:xfrm>
        </p:grpSpPr>
        <mc:AlternateContent xmlns:mc="http://schemas.openxmlformats.org/markup-compatibility/2006" xmlns:p14="http://schemas.microsoft.com/office/powerpoint/2010/main">
          <mc:Choice Requires="p14">
            <p:contentPart p14:bwMode="auto" r:id="rId131">
              <p14:nvContentPartPr>
                <p14:cNvPr id="55" name="Ink 54">
                  <a:extLst>
                    <a:ext uri="{FF2B5EF4-FFF2-40B4-BE49-F238E27FC236}">
                      <a16:creationId xmlns:a16="http://schemas.microsoft.com/office/drawing/2014/main" id="{C53614BE-F30D-412E-B889-B6F561793674}"/>
                    </a:ext>
                  </a:extLst>
                </p14:cNvPr>
                <p14:cNvContentPartPr/>
                <p14:nvPr/>
              </p14:nvContentPartPr>
              <p14:xfrm>
                <a:off x="10231344" y="2066256"/>
                <a:ext cx="55800" cy="315360"/>
              </p14:xfrm>
            </p:contentPart>
          </mc:Choice>
          <mc:Fallback xmlns="">
            <p:pic>
              <p:nvPicPr>
                <p:cNvPr id="55" name="Ink 54">
                  <a:extLst>
                    <a:ext uri="{FF2B5EF4-FFF2-40B4-BE49-F238E27FC236}">
                      <a16:creationId xmlns:a16="http://schemas.microsoft.com/office/drawing/2014/main" id="{C53614BE-F30D-412E-B889-B6F561793674}"/>
                    </a:ext>
                  </a:extLst>
                </p:cNvPr>
                <p:cNvPicPr/>
                <p:nvPr/>
              </p:nvPicPr>
              <p:blipFill>
                <a:blip r:embed="rId132"/>
                <a:stretch>
                  <a:fillRect/>
                </a:stretch>
              </p:blipFill>
              <p:spPr>
                <a:xfrm>
                  <a:off x="10222704" y="2057256"/>
                  <a:ext cx="73440" cy="33300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56" name="Ink 55">
                  <a:extLst>
                    <a:ext uri="{FF2B5EF4-FFF2-40B4-BE49-F238E27FC236}">
                      <a16:creationId xmlns:a16="http://schemas.microsoft.com/office/drawing/2014/main" id="{AFFCCCA5-BE13-4580-9E7F-338EC2A311D7}"/>
                    </a:ext>
                  </a:extLst>
                </p14:cNvPr>
                <p14:cNvContentPartPr/>
                <p14:nvPr/>
              </p14:nvContentPartPr>
              <p14:xfrm>
                <a:off x="10359504" y="2081736"/>
                <a:ext cx="86040" cy="88560"/>
              </p14:xfrm>
            </p:contentPart>
          </mc:Choice>
          <mc:Fallback xmlns="">
            <p:pic>
              <p:nvPicPr>
                <p:cNvPr id="56" name="Ink 55">
                  <a:extLst>
                    <a:ext uri="{FF2B5EF4-FFF2-40B4-BE49-F238E27FC236}">
                      <a16:creationId xmlns:a16="http://schemas.microsoft.com/office/drawing/2014/main" id="{AFFCCCA5-BE13-4580-9E7F-338EC2A311D7}"/>
                    </a:ext>
                  </a:extLst>
                </p:cNvPr>
                <p:cNvPicPr/>
                <p:nvPr/>
              </p:nvPicPr>
              <p:blipFill>
                <a:blip r:embed="rId134"/>
                <a:stretch>
                  <a:fillRect/>
                </a:stretch>
              </p:blipFill>
              <p:spPr>
                <a:xfrm>
                  <a:off x="10350864" y="2073096"/>
                  <a:ext cx="103680" cy="10620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57" name="Ink 56">
                  <a:extLst>
                    <a:ext uri="{FF2B5EF4-FFF2-40B4-BE49-F238E27FC236}">
                      <a16:creationId xmlns:a16="http://schemas.microsoft.com/office/drawing/2014/main" id="{E98CF328-E708-4AE8-9EED-4F6C9F67F0E3}"/>
                    </a:ext>
                  </a:extLst>
                </p14:cNvPr>
                <p14:cNvContentPartPr/>
                <p14:nvPr/>
              </p14:nvContentPartPr>
              <p14:xfrm>
                <a:off x="10358064" y="2066256"/>
                <a:ext cx="102960" cy="94320"/>
              </p14:xfrm>
            </p:contentPart>
          </mc:Choice>
          <mc:Fallback xmlns="">
            <p:pic>
              <p:nvPicPr>
                <p:cNvPr id="57" name="Ink 56">
                  <a:extLst>
                    <a:ext uri="{FF2B5EF4-FFF2-40B4-BE49-F238E27FC236}">
                      <a16:creationId xmlns:a16="http://schemas.microsoft.com/office/drawing/2014/main" id="{E98CF328-E708-4AE8-9EED-4F6C9F67F0E3}"/>
                    </a:ext>
                  </a:extLst>
                </p:cNvPr>
                <p:cNvPicPr/>
                <p:nvPr/>
              </p:nvPicPr>
              <p:blipFill>
                <a:blip r:embed="rId136"/>
                <a:stretch>
                  <a:fillRect/>
                </a:stretch>
              </p:blipFill>
              <p:spPr>
                <a:xfrm>
                  <a:off x="10349064" y="2057256"/>
                  <a:ext cx="120600" cy="11196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59" name="Ink 58">
                  <a:extLst>
                    <a:ext uri="{FF2B5EF4-FFF2-40B4-BE49-F238E27FC236}">
                      <a16:creationId xmlns:a16="http://schemas.microsoft.com/office/drawing/2014/main" id="{718E5994-9FDA-481C-872F-3B8B814E1300}"/>
                    </a:ext>
                  </a:extLst>
                </p14:cNvPr>
                <p14:cNvContentPartPr/>
                <p14:nvPr/>
              </p14:nvContentPartPr>
              <p14:xfrm>
                <a:off x="10535904" y="2093616"/>
                <a:ext cx="55800" cy="66600"/>
              </p14:xfrm>
            </p:contentPart>
          </mc:Choice>
          <mc:Fallback xmlns="">
            <p:pic>
              <p:nvPicPr>
                <p:cNvPr id="59" name="Ink 58">
                  <a:extLst>
                    <a:ext uri="{FF2B5EF4-FFF2-40B4-BE49-F238E27FC236}">
                      <a16:creationId xmlns:a16="http://schemas.microsoft.com/office/drawing/2014/main" id="{718E5994-9FDA-481C-872F-3B8B814E1300}"/>
                    </a:ext>
                  </a:extLst>
                </p:cNvPr>
                <p:cNvPicPr/>
                <p:nvPr/>
              </p:nvPicPr>
              <p:blipFill>
                <a:blip r:embed="rId138"/>
                <a:stretch>
                  <a:fillRect/>
                </a:stretch>
              </p:blipFill>
              <p:spPr>
                <a:xfrm>
                  <a:off x="10526904" y="2084976"/>
                  <a:ext cx="73440" cy="8424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60" name="Ink 59">
                  <a:extLst>
                    <a:ext uri="{FF2B5EF4-FFF2-40B4-BE49-F238E27FC236}">
                      <a16:creationId xmlns:a16="http://schemas.microsoft.com/office/drawing/2014/main" id="{620B7508-4BDC-4136-96EC-47C8F104FA1D}"/>
                    </a:ext>
                  </a:extLst>
                </p14:cNvPr>
                <p14:cNvContentPartPr/>
                <p14:nvPr/>
              </p14:nvContentPartPr>
              <p14:xfrm>
                <a:off x="10670544" y="2111976"/>
                <a:ext cx="191520" cy="11160"/>
              </p14:xfrm>
            </p:contentPart>
          </mc:Choice>
          <mc:Fallback xmlns="">
            <p:pic>
              <p:nvPicPr>
                <p:cNvPr id="60" name="Ink 59">
                  <a:extLst>
                    <a:ext uri="{FF2B5EF4-FFF2-40B4-BE49-F238E27FC236}">
                      <a16:creationId xmlns:a16="http://schemas.microsoft.com/office/drawing/2014/main" id="{620B7508-4BDC-4136-96EC-47C8F104FA1D}"/>
                    </a:ext>
                  </a:extLst>
                </p:cNvPr>
                <p:cNvPicPr/>
                <p:nvPr/>
              </p:nvPicPr>
              <p:blipFill>
                <a:blip r:embed="rId140"/>
                <a:stretch>
                  <a:fillRect/>
                </a:stretch>
              </p:blipFill>
              <p:spPr>
                <a:xfrm>
                  <a:off x="10661904" y="2103336"/>
                  <a:ext cx="20916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61" name="Ink 60">
                  <a:extLst>
                    <a:ext uri="{FF2B5EF4-FFF2-40B4-BE49-F238E27FC236}">
                      <a16:creationId xmlns:a16="http://schemas.microsoft.com/office/drawing/2014/main" id="{A06BE971-9306-4980-BDD1-B1CC6463FC0C}"/>
                    </a:ext>
                  </a:extLst>
                </p14:cNvPr>
                <p14:cNvContentPartPr/>
                <p14:nvPr/>
              </p14:nvContentPartPr>
              <p14:xfrm>
                <a:off x="10762344" y="2139336"/>
                <a:ext cx="39240" cy="56160"/>
              </p14:xfrm>
            </p:contentPart>
          </mc:Choice>
          <mc:Fallback xmlns="">
            <p:pic>
              <p:nvPicPr>
                <p:cNvPr id="61" name="Ink 60">
                  <a:extLst>
                    <a:ext uri="{FF2B5EF4-FFF2-40B4-BE49-F238E27FC236}">
                      <a16:creationId xmlns:a16="http://schemas.microsoft.com/office/drawing/2014/main" id="{A06BE971-9306-4980-BDD1-B1CC6463FC0C}"/>
                    </a:ext>
                  </a:extLst>
                </p:cNvPr>
                <p:cNvPicPr/>
                <p:nvPr/>
              </p:nvPicPr>
              <p:blipFill>
                <a:blip r:embed="rId142"/>
                <a:stretch>
                  <a:fillRect/>
                </a:stretch>
              </p:blipFill>
              <p:spPr>
                <a:xfrm>
                  <a:off x="10753344" y="2130696"/>
                  <a:ext cx="56880" cy="7380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62" name="Ink 61">
                  <a:extLst>
                    <a:ext uri="{FF2B5EF4-FFF2-40B4-BE49-F238E27FC236}">
                      <a16:creationId xmlns:a16="http://schemas.microsoft.com/office/drawing/2014/main" id="{C1F65887-6E1D-4F6E-97C8-8396CA84C1D9}"/>
                    </a:ext>
                  </a:extLst>
                </p14:cNvPr>
                <p14:cNvContentPartPr/>
                <p14:nvPr/>
              </p14:nvContentPartPr>
              <p14:xfrm>
                <a:off x="10689264" y="2019456"/>
                <a:ext cx="50040" cy="48600"/>
              </p14:xfrm>
            </p:contentPart>
          </mc:Choice>
          <mc:Fallback xmlns="">
            <p:pic>
              <p:nvPicPr>
                <p:cNvPr id="62" name="Ink 61">
                  <a:extLst>
                    <a:ext uri="{FF2B5EF4-FFF2-40B4-BE49-F238E27FC236}">
                      <a16:creationId xmlns:a16="http://schemas.microsoft.com/office/drawing/2014/main" id="{C1F65887-6E1D-4F6E-97C8-8396CA84C1D9}"/>
                    </a:ext>
                  </a:extLst>
                </p:cNvPr>
                <p:cNvPicPr/>
                <p:nvPr/>
              </p:nvPicPr>
              <p:blipFill>
                <a:blip r:embed="rId144"/>
                <a:stretch>
                  <a:fillRect/>
                </a:stretch>
              </p:blipFill>
              <p:spPr>
                <a:xfrm>
                  <a:off x="10680624" y="2010456"/>
                  <a:ext cx="67680" cy="6624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63" name="Ink 62">
                  <a:extLst>
                    <a:ext uri="{FF2B5EF4-FFF2-40B4-BE49-F238E27FC236}">
                      <a16:creationId xmlns:a16="http://schemas.microsoft.com/office/drawing/2014/main" id="{67768F20-5534-44A3-94C1-8FA64FE93C85}"/>
                    </a:ext>
                  </a:extLst>
                </p14:cNvPr>
                <p14:cNvContentPartPr/>
                <p14:nvPr/>
              </p14:nvContentPartPr>
              <p14:xfrm>
                <a:off x="10752984" y="2034936"/>
                <a:ext cx="49320" cy="3960"/>
              </p14:xfrm>
            </p:contentPart>
          </mc:Choice>
          <mc:Fallback xmlns="">
            <p:pic>
              <p:nvPicPr>
                <p:cNvPr id="63" name="Ink 62">
                  <a:extLst>
                    <a:ext uri="{FF2B5EF4-FFF2-40B4-BE49-F238E27FC236}">
                      <a16:creationId xmlns:a16="http://schemas.microsoft.com/office/drawing/2014/main" id="{67768F20-5534-44A3-94C1-8FA64FE93C85}"/>
                    </a:ext>
                  </a:extLst>
                </p:cNvPr>
                <p:cNvPicPr/>
                <p:nvPr/>
              </p:nvPicPr>
              <p:blipFill>
                <a:blip r:embed="rId146"/>
                <a:stretch>
                  <a:fillRect/>
                </a:stretch>
              </p:blipFill>
              <p:spPr>
                <a:xfrm>
                  <a:off x="10743984" y="2026296"/>
                  <a:ext cx="6696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64" name="Ink 63">
                  <a:extLst>
                    <a:ext uri="{FF2B5EF4-FFF2-40B4-BE49-F238E27FC236}">
                      <a16:creationId xmlns:a16="http://schemas.microsoft.com/office/drawing/2014/main" id="{878CF783-16EC-426C-9A5C-DBD2900917B4}"/>
                    </a:ext>
                  </a:extLst>
                </p14:cNvPr>
                <p14:cNvContentPartPr/>
                <p14:nvPr/>
              </p14:nvContentPartPr>
              <p14:xfrm>
                <a:off x="10782504" y="1993176"/>
                <a:ext cx="7560" cy="49680"/>
              </p14:xfrm>
            </p:contentPart>
          </mc:Choice>
          <mc:Fallback xmlns="">
            <p:pic>
              <p:nvPicPr>
                <p:cNvPr id="64" name="Ink 63">
                  <a:extLst>
                    <a:ext uri="{FF2B5EF4-FFF2-40B4-BE49-F238E27FC236}">
                      <a16:creationId xmlns:a16="http://schemas.microsoft.com/office/drawing/2014/main" id="{878CF783-16EC-426C-9A5C-DBD2900917B4}"/>
                    </a:ext>
                  </a:extLst>
                </p:cNvPr>
                <p:cNvPicPr/>
                <p:nvPr/>
              </p:nvPicPr>
              <p:blipFill>
                <a:blip r:embed="rId148"/>
                <a:stretch>
                  <a:fillRect/>
                </a:stretch>
              </p:blipFill>
              <p:spPr>
                <a:xfrm>
                  <a:off x="10773864" y="1984536"/>
                  <a:ext cx="25200" cy="6732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65" name="Ink 64">
                  <a:extLst>
                    <a:ext uri="{FF2B5EF4-FFF2-40B4-BE49-F238E27FC236}">
                      <a16:creationId xmlns:a16="http://schemas.microsoft.com/office/drawing/2014/main" id="{96DB4EDF-8C6A-465B-9E34-5AE8FEC43F4A}"/>
                    </a:ext>
                  </a:extLst>
                </p14:cNvPr>
                <p14:cNvContentPartPr/>
                <p14:nvPr/>
              </p14:nvContentPartPr>
              <p14:xfrm>
                <a:off x="10835064" y="2002176"/>
                <a:ext cx="360" cy="43560"/>
              </p14:xfrm>
            </p:contentPart>
          </mc:Choice>
          <mc:Fallback xmlns="">
            <p:pic>
              <p:nvPicPr>
                <p:cNvPr id="65" name="Ink 64">
                  <a:extLst>
                    <a:ext uri="{FF2B5EF4-FFF2-40B4-BE49-F238E27FC236}">
                      <a16:creationId xmlns:a16="http://schemas.microsoft.com/office/drawing/2014/main" id="{96DB4EDF-8C6A-465B-9E34-5AE8FEC43F4A}"/>
                    </a:ext>
                  </a:extLst>
                </p:cNvPr>
                <p:cNvPicPr/>
                <p:nvPr/>
              </p:nvPicPr>
              <p:blipFill>
                <a:blip r:embed="rId150"/>
                <a:stretch>
                  <a:fillRect/>
                </a:stretch>
              </p:blipFill>
              <p:spPr>
                <a:xfrm>
                  <a:off x="10826424" y="1993176"/>
                  <a:ext cx="18000" cy="6120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67" name="Ink 66">
                  <a:extLst>
                    <a:ext uri="{FF2B5EF4-FFF2-40B4-BE49-F238E27FC236}">
                      <a16:creationId xmlns:a16="http://schemas.microsoft.com/office/drawing/2014/main" id="{9865D733-FCF1-4FD4-950F-529AF04FBF0B}"/>
                    </a:ext>
                  </a:extLst>
                </p14:cNvPr>
                <p14:cNvContentPartPr/>
                <p14:nvPr/>
              </p14:nvContentPartPr>
              <p14:xfrm>
                <a:off x="10780704" y="2020536"/>
                <a:ext cx="360" cy="16560"/>
              </p14:xfrm>
            </p:contentPart>
          </mc:Choice>
          <mc:Fallback xmlns="">
            <p:pic>
              <p:nvPicPr>
                <p:cNvPr id="67" name="Ink 66">
                  <a:extLst>
                    <a:ext uri="{FF2B5EF4-FFF2-40B4-BE49-F238E27FC236}">
                      <a16:creationId xmlns:a16="http://schemas.microsoft.com/office/drawing/2014/main" id="{9865D733-FCF1-4FD4-950F-529AF04FBF0B}"/>
                    </a:ext>
                  </a:extLst>
                </p:cNvPr>
                <p:cNvPicPr/>
                <p:nvPr/>
              </p:nvPicPr>
              <p:blipFill>
                <a:blip r:embed="rId152"/>
                <a:stretch>
                  <a:fillRect/>
                </a:stretch>
              </p:blipFill>
              <p:spPr>
                <a:xfrm>
                  <a:off x="10771704" y="2011536"/>
                  <a:ext cx="1800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68" name="Ink 67">
                  <a:extLst>
                    <a:ext uri="{FF2B5EF4-FFF2-40B4-BE49-F238E27FC236}">
                      <a16:creationId xmlns:a16="http://schemas.microsoft.com/office/drawing/2014/main" id="{3B0C1823-50D3-4303-A785-3D2ACE3C9129}"/>
                    </a:ext>
                  </a:extLst>
                </p14:cNvPr>
                <p14:cNvContentPartPr/>
                <p14:nvPr/>
              </p14:nvContentPartPr>
              <p14:xfrm>
                <a:off x="10773144" y="2020536"/>
                <a:ext cx="7560" cy="36720"/>
              </p14:xfrm>
            </p:contentPart>
          </mc:Choice>
          <mc:Fallback xmlns="">
            <p:pic>
              <p:nvPicPr>
                <p:cNvPr id="68" name="Ink 67">
                  <a:extLst>
                    <a:ext uri="{FF2B5EF4-FFF2-40B4-BE49-F238E27FC236}">
                      <a16:creationId xmlns:a16="http://schemas.microsoft.com/office/drawing/2014/main" id="{3B0C1823-50D3-4303-A785-3D2ACE3C9129}"/>
                    </a:ext>
                  </a:extLst>
                </p:cNvPr>
                <p:cNvPicPr/>
                <p:nvPr/>
              </p:nvPicPr>
              <p:blipFill>
                <a:blip r:embed="rId154"/>
                <a:stretch>
                  <a:fillRect/>
                </a:stretch>
              </p:blipFill>
              <p:spPr>
                <a:xfrm>
                  <a:off x="10764504" y="2011536"/>
                  <a:ext cx="25200" cy="5436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69" name="Ink 68">
                  <a:extLst>
                    <a:ext uri="{FF2B5EF4-FFF2-40B4-BE49-F238E27FC236}">
                      <a16:creationId xmlns:a16="http://schemas.microsoft.com/office/drawing/2014/main" id="{2967B6F1-7006-444A-9061-442E8375B26D}"/>
                    </a:ext>
                  </a:extLst>
                </p14:cNvPr>
                <p14:cNvContentPartPr/>
                <p14:nvPr/>
              </p14:nvContentPartPr>
              <p14:xfrm>
                <a:off x="10817784" y="2011536"/>
                <a:ext cx="9000" cy="47880"/>
              </p14:xfrm>
            </p:contentPart>
          </mc:Choice>
          <mc:Fallback xmlns="">
            <p:pic>
              <p:nvPicPr>
                <p:cNvPr id="69" name="Ink 68">
                  <a:extLst>
                    <a:ext uri="{FF2B5EF4-FFF2-40B4-BE49-F238E27FC236}">
                      <a16:creationId xmlns:a16="http://schemas.microsoft.com/office/drawing/2014/main" id="{2967B6F1-7006-444A-9061-442E8375B26D}"/>
                    </a:ext>
                  </a:extLst>
                </p:cNvPr>
                <p:cNvPicPr/>
                <p:nvPr/>
              </p:nvPicPr>
              <p:blipFill>
                <a:blip r:embed="rId156"/>
                <a:stretch>
                  <a:fillRect/>
                </a:stretch>
              </p:blipFill>
              <p:spPr>
                <a:xfrm>
                  <a:off x="10808784" y="2002536"/>
                  <a:ext cx="26640" cy="6552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70" name="Ink 69">
                  <a:extLst>
                    <a:ext uri="{FF2B5EF4-FFF2-40B4-BE49-F238E27FC236}">
                      <a16:creationId xmlns:a16="http://schemas.microsoft.com/office/drawing/2014/main" id="{3A9E5DC0-3389-4815-9421-1BE9C80EFFF7}"/>
                    </a:ext>
                  </a:extLst>
                </p14:cNvPr>
                <p14:cNvContentPartPr/>
                <p14:nvPr/>
              </p14:nvContentPartPr>
              <p14:xfrm>
                <a:off x="10897704" y="2166696"/>
                <a:ext cx="11160" cy="14400"/>
              </p14:xfrm>
            </p:contentPart>
          </mc:Choice>
          <mc:Fallback xmlns="">
            <p:pic>
              <p:nvPicPr>
                <p:cNvPr id="70" name="Ink 69">
                  <a:extLst>
                    <a:ext uri="{FF2B5EF4-FFF2-40B4-BE49-F238E27FC236}">
                      <a16:creationId xmlns:a16="http://schemas.microsoft.com/office/drawing/2014/main" id="{3A9E5DC0-3389-4815-9421-1BE9C80EFFF7}"/>
                    </a:ext>
                  </a:extLst>
                </p:cNvPr>
                <p:cNvPicPr/>
                <p:nvPr/>
              </p:nvPicPr>
              <p:blipFill>
                <a:blip r:embed="rId158"/>
                <a:stretch>
                  <a:fillRect/>
                </a:stretch>
              </p:blipFill>
              <p:spPr>
                <a:xfrm>
                  <a:off x="10888704" y="2157696"/>
                  <a:ext cx="2880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71" name="Ink 70">
                  <a:extLst>
                    <a:ext uri="{FF2B5EF4-FFF2-40B4-BE49-F238E27FC236}">
                      <a16:creationId xmlns:a16="http://schemas.microsoft.com/office/drawing/2014/main" id="{DD08BFE2-48CE-4F5E-982D-0D50A5311F34}"/>
                    </a:ext>
                  </a:extLst>
                </p14:cNvPr>
                <p14:cNvContentPartPr/>
                <p14:nvPr/>
              </p14:nvContentPartPr>
              <p14:xfrm>
                <a:off x="11014704" y="2064816"/>
                <a:ext cx="40320" cy="171720"/>
              </p14:xfrm>
            </p:contentPart>
          </mc:Choice>
          <mc:Fallback xmlns="">
            <p:pic>
              <p:nvPicPr>
                <p:cNvPr id="71" name="Ink 70">
                  <a:extLst>
                    <a:ext uri="{FF2B5EF4-FFF2-40B4-BE49-F238E27FC236}">
                      <a16:creationId xmlns:a16="http://schemas.microsoft.com/office/drawing/2014/main" id="{DD08BFE2-48CE-4F5E-982D-0D50A5311F34}"/>
                    </a:ext>
                  </a:extLst>
                </p:cNvPr>
                <p:cNvPicPr/>
                <p:nvPr/>
              </p:nvPicPr>
              <p:blipFill>
                <a:blip r:embed="rId160"/>
                <a:stretch>
                  <a:fillRect/>
                </a:stretch>
              </p:blipFill>
              <p:spPr>
                <a:xfrm>
                  <a:off x="11005704" y="2055816"/>
                  <a:ext cx="57960" cy="18936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72" name="Ink 71">
                  <a:extLst>
                    <a:ext uri="{FF2B5EF4-FFF2-40B4-BE49-F238E27FC236}">
                      <a16:creationId xmlns:a16="http://schemas.microsoft.com/office/drawing/2014/main" id="{68FAE0FB-7E30-42FA-B708-52BC901BDF11}"/>
                    </a:ext>
                  </a:extLst>
                </p14:cNvPr>
                <p14:cNvContentPartPr/>
                <p14:nvPr/>
              </p14:nvContentPartPr>
              <p14:xfrm>
                <a:off x="10963584" y="2139336"/>
                <a:ext cx="110160" cy="9360"/>
              </p14:xfrm>
            </p:contentPart>
          </mc:Choice>
          <mc:Fallback xmlns="">
            <p:pic>
              <p:nvPicPr>
                <p:cNvPr id="72" name="Ink 71">
                  <a:extLst>
                    <a:ext uri="{FF2B5EF4-FFF2-40B4-BE49-F238E27FC236}">
                      <a16:creationId xmlns:a16="http://schemas.microsoft.com/office/drawing/2014/main" id="{68FAE0FB-7E30-42FA-B708-52BC901BDF11}"/>
                    </a:ext>
                  </a:extLst>
                </p:cNvPr>
                <p:cNvPicPr/>
                <p:nvPr/>
              </p:nvPicPr>
              <p:blipFill>
                <a:blip r:embed="rId162"/>
                <a:stretch>
                  <a:fillRect/>
                </a:stretch>
              </p:blipFill>
              <p:spPr>
                <a:xfrm>
                  <a:off x="10954584" y="2130696"/>
                  <a:ext cx="127800" cy="2700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73" name="Ink 72">
                  <a:extLst>
                    <a:ext uri="{FF2B5EF4-FFF2-40B4-BE49-F238E27FC236}">
                      <a16:creationId xmlns:a16="http://schemas.microsoft.com/office/drawing/2014/main" id="{C9B41562-A6A1-4C48-83D5-83DA2EFDC362}"/>
                    </a:ext>
                  </a:extLst>
                </p14:cNvPr>
                <p14:cNvContentPartPr/>
                <p14:nvPr/>
              </p14:nvContentPartPr>
              <p14:xfrm>
                <a:off x="11108664" y="2111976"/>
                <a:ext cx="28800" cy="88200"/>
              </p14:xfrm>
            </p:contentPart>
          </mc:Choice>
          <mc:Fallback xmlns="">
            <p:pic>
              <p:nvPicPr>
                <p:cNvPr id="73" name="Ink 72">
                  <a:extLst>
                    <a:ext uri="{FF2B5EF4-FFF2-40B4-BE49-F238E27FC236}">
                      <a16:creationId xmlns:a16="http://schemas.microsoft.com/office/drawing/2014/main" id="{C9B41562-A6A1-4C48-83D5-83DA2EFDC362}"/>
                    </a:ext>
                  </a:extLst>
                </p:cNvPr>
                <p:cNvPicPr/>
                <p:nvPr/>
              </p:nvPicPr>
              <p:blipFill>
                <a:blip r:embed="rId164"/>
                <a:stretch>
                  <a:fillRect/>
                </a:stretch>
              </p:blipFill>
              <p:spPr>
                <a:xfrm>
                  <a:off x="11099664" y="2103336"/>
                  <a:ext cx="46440" cy="10584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74" name="Ink 73">
                  <a:extLst>
                    <a:ext uri="{FF2B5EF4-FFF2-40B4-BE49-F238E27FC236}">
                      <a16:creationId xmlns:a16="http://schemas.microsoft.com/office/drawing/2014/main" id="{F4C5584E-836E-4301-A573-2329DCB64B52}"/>
                    </a:ext>
                  </a:extLst>
                </p14:cNvPr>
                <p14:cNvContentPartPr/>
                <p14:nvPr/>
              </p14:nvContentPartPr>
              <p14:xfrm>
                <a:off x="11164464" y="2139336"/>
                <a:ext cx="69480" cy="70200"/>
              </p14:xfrm>
            </p:contentPart>
          </mc:Choice>
          <mc:Fallback xmlns="">
            <p:pic>
              <p:nvPicPr>
                <p:cNvPr id="74" name="Ink 73">
                  <a:extLst>
                    <a:ext uri="{FF2B5EF4-FFF2-40B4-BE49-F238E27FC236}">
                      <a16:creationId xmlns:a16="http://schemas.microsoft.com/office/drawing/2014/main" id="{F4C5584E-836E-4301-A573-2329DCB64B52}"/>
                    </a:ext>
                  </a:extLst>
                </p:cNvPr>
                <p:cNvPicPr/>
                <p:nvPr/>
              </p:nvPicPr>
              <p:blipFill>
                <a:blip r:embed="rId166"/>
                <a:stretch>
                  <a:fillRect/>
                </a:stretch>
              </p:blipFill>
              <p:spPr>
                <a:xfrm>
                  <a:off x="11155824" y="2130696"/>
                  <a:ext cx="87120" cy="8784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75" name="Ink 74">
                  <a:extLst>
                    <a:ext uri="{FF2B5EF4-FFF2-40B4-BE49-F238E27FC236}">
                      <a16:creationId xmlns:a16="http://schemas.microsoft.com/office/drawing/2014/main" id="{BF21D68D-896B-4B49-ACAE-072CA4485A03}"/>
                    </a:ext>
                  </a:extLst>
                </p14:cNvPr>
                <p14:cNvContentPartPr/>
                <p14:nvPr/>
              </p14:nvContentPartPr>
              <p14:xfrm>
                <a:off x="11158344" y="2120976"/>
                <a:ext cx="70560" cy="66960"/>
              </p14:xfrm>
            </p:contentPart>
          </mc:Choice>
          <mc:Fallback xmlns="">
            <p:pic>
              <p:nvPicPr>
                <p:cNvPr id="75" name="Ink 74">
                  <a:extLst>
                    <a:ext uri="{FF2B5EF4-FFF2-40B4-BE49-F238E27FC236}">
                      <a16:creationId xmlns:a16="http://schemas.microsoft.com/office/drawing/2014/main" id="{BF21D68D-896B-4B49-ACAE-072CA4485A03}"/>
                    </a:ext>
                  </a:extLst>
                </p:cNvPr>
                <p:cNvPicPr/>
                <p:nvPr/>
              </p:nvPicPr>
              <p:blipFill>
                <a:blip r:embed="rId168"/>
                <a:stretch>
                  <a:fillRect/>
                </a:stretch>
              </p:blipFill>
              <p:spPr>
                <a:xfrm>
                  <a:off x="11149704" y="2112336"/>
                  <a:ext cx="88200" cy="8460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76" name="Ink 75">
                  <a:extLst>
                    <a:ext uri="{FF2B5EF4-FFF2-40B4-BE49-F238E27FC236}">
                      <a16:creationId xmlns:a16="http://schemas.microsoft.com/office/drawing/2014/main" id="{C36B93EB-134E-427E-802D-63895860E41E}"/>
                    </a:ext>
                  </a:extLst>
                </p14:cNvPr>
                <p14:cNvContentPartPr/>
                <p14:nvPr/>
              </p14:nvContentPartPr>
              <p14:xfrm>
                <a:off x="11277504" y="2120976"/>
                <a:ext cx="13320" cy="112320"/>
              </p14:xfrm>
            </p:contentPart>
          </mc:Choice>
          <mc:Fallback xmlns="">
            <p:pic>
              <p:nvPicPr>
                <p:cNvPr id="76" name="Ink 75">
                  <a:extLst>
                    <a:ext uri="{FF2B5EF4-FFF2-40B4-BE49-F238E27FC236}">
                      <a16:creationId xmlns:a16="http://schemas.microsoft.com/office/drawing/2014/main" id="{C36B93EB-134E-427E-802D-63895860E41E}"/>
                    </a:ext>
                  </a:extLst>
                </p:cNvPr>
                <p:cNvPicPr/>
                <p:nvPr/>
              </p:nvPicPr>
              <p:blipFill>
                <a:blip r:embed="rId170"/>
                <a:stretch>
                  <a:fillRect/>
                </a:stretch>
              </p:blipFill>
              <p:spPr>
                <a:xfrm>
                  <a:off x="11268504" y="2112336"/>
                  <a:ext cx="30960"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78" name="Ink 77">
                  <a:extLst>
                    <a:ext uri="{FF2B5EF4-FFF2-40B4-BE49-F238E27FC236}">
                      <a16:creationId xmlns:a16="http://schemas.microsoft.com/office/drawing/2014/main" id="{09CCB5FD-D57F-4F8B-BB0D-54CC1E3F8F04}"/>
                    </a:ext>
                  </a:extLst>
                </p14:cNvPr>
                <p14:cNvContentPartPr/>
                <p14:nvPr/>
              </p14:nvContentPartPr>
              <p14:xfrm>
                <a:off x="11421864" y="2073456"/>
                <a:ext cx="35280" cy="38880"/>
              </p14:xfrm>
            </p:contentPart>
          </mc:Choice>
          <mc:Fallback xmlns="">
            <p:pic>
              <p:nvPicPr>
                <p:cNvPr id="78" name="Ink 77">
                  <a:extLst>
                    <a:ext uri="{FF2B5EF4-FFF2-40B4-BE49-F238E27FC236}">
                      <a16:creationId xmlns:a16="http://schemas.microsoft.com/office/drawing/2014/main" id="{09CCB5FD-D57F-4F8B-BB0D-54CC1E3F8F04}"/>
                    </a:ext>
                  </a:extLst>
                </p:cNvPr>
                <p:cNvPicPr/>
                <p:nvPr/>
              </p:nvPicPr>
              <p:blipFill>
                <a:blip r:embed="rId172"/>
                <a:stretch>
                  <a:fillRect/>
                </a:stretch>
              </p:blipFill>
              <p:spPr>
                <a:xfrm>
                  <a:off x="11413224" y="2064456"/>
                  <a:ext cx="52920" cy="5652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79" name="Ink 78">
                  <a:extLst>
                    <a:ext uri="{FF2B5EF4-FFF2-40B4-BE49-F238E27FC236}">
                      <a16:creationId xmlns:a16="http://schemas.microsoft.com/office/drawing/2014/main" id="{547F5E8C-FB57-4DE3-A49B-B3C2D207318F}"/>
                    </a:ext>
                  </a:extLst>
                </p14:cNvPr>
                <p14:cNvContentPartPr/>
                <p14:nvPr/>
              </p14:nvContentPartPr>
              <p14:xfrm>
                <a:off x="11456784" y="2066256"/>
                <a:ext cx="30600" cy="20880"/>
              </p14:xfrm>
            </p:contentPart>
          </mc:Choice>
          <mc:Fallback xmlns="">
            <p:pic>
              <p:nvPicPr>
                <p:cNvPr id="79" name="Ink 78">
                  <a:extLst>
                    <a:ext uri="{FF2B5EF4-FFF2-40B4-BE49-F238E27FC236}">
                      <a16:creationId xmlns:a16="http://schemas.microsoft.com/office/drawing/2014/main" id="{547F5E8C-FB57-4DE3-A49B-B3C2D207318F}"/>
                    </a:ext>
                  </a:extLst>
                </p:cNvPr>
                <p:cNvPicPr/>
                <p:nvPr/>
              </p:nvPicPr>
              <p:blipFill>
                <a:blip r:embed="rId174"/>
                <a:stretch>
                  <a:fillRect/>
                </a:stretch>
              </p:blipFill>
              <p:spPr>
                <a:xfrm>
                  <a:off x="11448144" y="2057256"/>
                  <a:ext cx="48240" cy="3852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80" name="Ink 79">
                  <a:extLst>
                    <a:ext uri="{FF2B5EF4-FFF2-40B4-BE49-F238E27FC236}">
                      <a16:creationId xmlns:a16="http://schemas.microsoft.com/office/drawing/2014/main" id="{9533B2E9-A595-47B5-8BA9-3D84F2B974CF}"/>
                    </a:ext>
                  </a:extLst>
                </p14:cNvPr>
                <p14:cNvContentPartPr/>
                <p14:nvPr/>
              </p14:nvContentPartPr>
              <p14:xfrm>
                <a:off x="11448144" y="2084256"/>
                <a:ext cx="27720" cy="194760"/>
              </p14:xfrm>
            </p:contentPart>
          </mc:Choice>
          <mc:Fallback xmlns="">
            <p:pic>
              <p:nvPicPr>
                <p:cNvPr id="80" name="Ink 79">
                  <a:extLst>
                    <a:ext uri="{FF2B5EF4-FFF2-40B4-BE49-F238E27FC236}">
                      <a16:creationId xmlns:a16="http://schemas.microsoft.com/office/drawing/2014/main" id="{9533B2E9-A595-47B5-8BA9-3D84F2B974CF}"/>
                    </a:ext>
                  </a:extLst>
                </p:cNvPr>
                <p:cNvPicPr/>
                <p:nvPr/>
              </p:nvPicPr>
              <p:blipFill>
                <a:blip r:embed="rId176"/>
                <a:stretch>
                  <a:fillRect/>
                </a:stretch>
              </p:blipFill>
              <p:spPr>
                <a:xfrm>
                  <a:off x="11439144" y="2075616"/>
                  <a:ext cx="45360" cy="21240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82" name="Ink 81">
                  <a:extLst>
                    <a:ext uri="{FF2B5EF4-FFF2-40B4-BE49-F238E27FC236}">
                      <a16:creationId xmlns:a16="http://schemas.microsoft.com/office/drawing/2014/main" id="{362CB595-BD30-4CDA-A0AB-AE00B16020D2}"/>
                    </a:ext>
                  </a:extLst>
                </p14:cNvPr>
                <p14:cNvContentPartPr/>
                <p14:nvPr/>
              </p14:nvContentPartPr>
              <p14:xfrm>
                <a:off x="10387224" y="2322216"/>
                <a:ext cx="79200" cy="87840"/>
              </p14:xfrm>
            </p:contentPart>
          </mc:Choice>
          <mc:Fallback xmlns="">
            <p:pic>
              <p:nvPicPr>
                <p:cNvPr id="82" name="Ink 81">
                  <a:extLst>
                    <a:ext uri="{FF2B5EF4-FFF2-40B4-BE49-F238E27FC236}">
                      <a16:creationId xmlns:a16="http://schemas.microsoft.com/office/drawing/2014/main" id="{362CB595-BD30-4CDA-A0AB-AE00B16020D2}"/>
                    </a:ext>
                  </a:extLst>
                </p:cNvPr>
                <p:cNvPicPr/>
                <p:nvPr/>
              </p:nvPicPr>
              <p:blipFill>
                <a:blip r:embed="rId178"/>
                <a:stretch>
                  <a:fillRect/>
                </a:stretch>
              </p:blipFill>
              <p:spPr>
                <a:xfrm>
                  <a:off x="10378584" y="2313216"/>
                  <a:ext cx="96840" cy="10548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83" name="Ink 82">
                  <a:extLst>
                    <a:ext uri="{FF2B5EF4-FFF2-40B4-BE49-F238E27FC236}">
                      <a16:creationId xmlns:a16="http://schemas.microsoft.com/office/drawing/2014/main" id="{224095AB-84C0-4F62-8D1D-91C46FAD71F7}"/>
                    </a:ext>
                  </a:extLst>
                </p14:cNvPr>
                <p14:cNvContentPartPr/>
                <p14:nvPr/>
              </p14:nvContentPartPr>
              <p14:xfrm>
                <a:off x="10399464" y="2303856"/>
                <a:ext cx="79560" cy="76320"/>
              </p14:xfrm>
            </p:contentPart>
          </mc:Choice>
          <mc:Fallback xmlns="">
            <p:pic>
              <p:nvPicPr>
                <p:cNvPr id="83" name="Ink 82">
                  <a:extLst>
                    <a:ext uri="{FF2B5EF4-FFF2-40B4-BE49-F238E27FC236}">
                      <a16:creationId xmlns:a16="http://schemas.microsoft.com/office/drawing/2014/main" id="{224095AB-84C0-4F62-8D1D-91C46FAD71F7}"/>
                    </a:ext>
                  </a:extLst>
                </p:cNvPr>
                <p:cNvPicPr/>
                <p:nvPr/>
              </p:nvPicPr>
              <p:blipFill>
                <a:blip r:embed="rId180"/>
                <a:stretch>
                  <a:fillRect/>
                </a:stretch>
              </p:blipFill>
              <p:spPr>
                <a:xfrm>
                  <a:off x="10390464" y="2295216"/>
                  <a:ext cx="9720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181">
              <p14:nvContentPartPr>
                <p14:cNvPr id="84" name="Ink 83">
                  <a:extLst>
                    <a:ext uri="{FF2B5EF4-FFF2-40B4-BE49-F238E27FC236}">
                      <a16:creationId xmlns:a16="http://schemas.microsoft.com/office/drawing/2014/main" id="{436DC110-414E-4899-ACCF-21B5CDC60143}"/>
                    </a:ext>
                  </a:extLst>
                </p14:cNvPr>
                <p14:cNvContentPartPr/>
                <p14:nvPr/>
              </p14:nvContentPartPr>
              <p14:xfrm>
                <a:off x="10542744" y="2340576"/>
                <a:ext cx="73800" cy="61200"/>
              </p14:xfrm>
            </p:contentPart>
          </mc:Choice>
          <mc:Fallback xmlns="">
            <p:pic>
              <p:nvPicPr>
                <p:cNvPr id="84" name="Ink 83">
                  <a:extLst>
                    <a:ext uri="{FF2B5EF4-FFF2-40B4-BE49-F238E27FC236}">
                      <a16:creationId xmlns:a16="http://schemas.microsoft.com/office/drawing/2014/main" id="{436DC110-414E-4899-ACCF-21B5CDC60143}"/>
                    </a:ext>
                  </a:extLst>
                </p:cNvPr>
                <p:cNvPicPr/>
                <p:nvPr/>
              </p:nvPicPr>
              <p:blipFill>
                <a:blip r:embed="rId182"/>
                <a:stretch>
                  <a:fillRect/>
                </a:stretch>
              </p:blipFill>
              <p:spPr>
                <a:xfrm>
                  <a:off x="10534104" y="2331576"/>
                  <a:ext cx="91440" cy="78840"/>
                </a:xfrm>
                <a:prstGeom prst="rect">
                  <a:avLst/>
                </a:prstGeom>
              </p:spPr>
            </p:pic>
          </mc:Fallback>
        </mc:AlternateContent>
        <mc:AlternateContent xmlns:mc="http://schemas.openxmlformats.org/markup-compatibility/2006" xmlns:p14="http://schemas.microsoft.com/office/powerpoint/2010/main">
          <mc:Choice Requires="p14">
            <p:contentPart p14:bwMode="auto" r:id="rId183">
              <p14:nvContentPartPr>
                <p14:cNvPr id="85" name="Ink 84">
                  <a:extLst>
                    <a:ext uri="{FF2B5EF4-FFF2-40B4-BE49-F238E27FC236}">
                      <a16:creationId xmlns:a16="http://schemas.microsoft.com/office/drawing/2014/main" id="{ACF25928-6154-4F79-9F4F-3C5625A0A3A9}"/>
                    </a:ext>
                  </a:extLst>
                </p14:cNvPr>
                <p14:cNvContentPartPr/>
                <p14:nvPr/>
              </p14:nvContentPartPr>
              <p14:xfrm>
                <a:off x="10659384" y="2367936"/>
                <a:ext cx="182520" cy="10440"/>
              </p14:xfrm>
            </p:contentPart>
          </mc:Choice>
          <mc:Fallback xmlns="">
            <p:pic>
              <p:nvPicPr>
                <p:cNvPr id="85" name="Ink 84">
                  <a:extLst>
                    <a:ext uri="{FF2B5EF4-FFF2-40B4-BE49-F238E27FC236}">
                      <a16:creationId xmlns:a16="http://schemas.microsoft.com/office/drawing/2014/main" id="{ACF25928-6154-4F79-9F4F-3C5625A0A3A9}"/>
                    </a:ext>
                  </a:extLst>
                </p:cNvPr>
                <p:cNvPicPr/>
                <p:nvPr/>
              </p:nvPicPr>
              <p:blipFill>
                <a:blip r:embed="rId184"/>
                <a:stretch>
                  <a:fillRect/>
                </a:stretch>
              </p:blipFill>
              <p:spPr>
                <a:xfrm>
                  <a:off x="10650384" y="2358936"/>
                  <a:ext cx="20016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185">
              <p14:nvContentPartPr>
                <p14:cNvPr id="86" name="Ink 85">
                  <a:extLst>
                    <a:ext uri="{FF2B5EF4-FFF2-40B4-BE49-F238E27FC236}">
                      <a16:creationId xmlns:a16="http://schemas.microsoft.com/office/drawing/2014/main" id="{45AFD13C-ABA5-4D8C-926C-6B6F5EA88D8B}"/>
                    </a:ext>
                  </a:extLst>
                </p14:cNvPr>
                <p14:cNvContentPartPr/>
                <p14:nvPr/>
              </p14:nvContentPartPr>
              <p14:xfrm>
                <a:off x="10734624" y="2413656"/>
                <a:ext cx="59400" cy="63000"/>
              </p14:xfrm>
            </p:contentPart>
          </mc:Choice>
          <mc:Fallback xmlns="">
            <p:pic>
              <p:nvPicPr>
                <p:cNvPr id="86" name="Ink 85">
                  <a:extLst>
                    <a:ext uri="{FF2B5EF4-FFF2-40B4-BE49-F238E27FC236}">
                      <a16:creationId xmlns:a16="http://schemas.microsoft.com/office/drawing/2014/main" id="{45AFD13C-ABA5-4D8C-926C-6B6F5EA88D8B}"/>
                    </a:ext>
                  </a:extLst>
                </p:cNvPr>
                <p:cNvPicPr/>
                <p:nvPr/>
              </p:nvPicPr>
              <p:blipFill>
                <a:blip r:embed="rId186"/>
                <a:stretch>
                  <a:fillRect/>
                </a:stretch>
              </p:blipFill>
              <p:spPr>
                <a:xfrm>
                  <a:off x="10725624" y="2405016"/>
                  <a:ext cx="7704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87" name="Ink 86">
                  <a:extLst>
                    <a:ext uri="{FF2B5EF4-FFF2-40B4-BE49-F238E27FC236}">
                      <a16:creationId xmlns:a16="http://schemas.microsoft.com/office/drawing/2014/main" id="{5837325A-D3D8-4D11-B48D-EC0F451045D4}"/>
                    </a:ext>
                  </a:extLst>
                </p14:cNvPr>
                <p14:cNvContentPartPr/>
                <p14:nvPr/>
              </p14:nvContentPartPr>
              <p14:xfrm>
                <a:off x="10683144" y="2303856"/>
                <a:ext cx="43200" cy="47880"/>
              </p14:xfrm>
            </p:contentPart>
          </mc:Choice>
          <mc:Fallback xmlns="">
            <p:pic>
              <p:nvPicPr>
                <p:cNvPr id="87" name="Ink 86">
                  <a:extLst>
                    <a:ext uri="{FF2B5EF4-FFF2-40B4-BE49-F238E27FC236}">
                      <a16:creationId xmlns:a16="http://schemas.microsoft.com/office/drawing/2014/main" id="{5837325A-D3D8-4D11-B48D-EC0F451045D4}"/>
                    </a:ext>
                  </a:extLst>
                </p:cNvPr>
                <p:cNvPicPr/>
                <p:nvPr/>
              </p:nvPicPr>
              <p:blipFill>
                <a:blip r:embed="rId188"/>
                <a:stretch>
                  <a:fillRect/>
                </a:stretch>
              </p:blipFill>
              <p:spPr>
                <a:xfrm>
                  <a:off x="10674144" y="2295216"/>
                  <a:ext cx="60840" cy="6552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88" name="Ink 87">
                  <a:extLst>
                    <a:ext uri="{FF2B5EF4-FFF2-40B4-BE49-F238E27FC236}">
                      <a16:creationId xmlns:a16="http://schemas.microsoft.com/office/drawing/2014/main" id="{EEB52AF9-7911-4723-B1E7-E7E646B9EE0D}"/>
                    </a:ext>
                  </a:extLst>
                </p14:cNvPr>
                <p14:cNvContentPartPr/>
                <p14:nvPr/>
              </p14:nvContentPartPr>
              <p14:xfrm>
                <a:off x="10734624" y="2313216"/>
                <a:ext cx="49680" cy="8640"/>
              </p14:xfrm>
            </p:contentPart>
          </mc:Choice>
          <mc:Fallback xmlns="">
            <p:pic>
              <p:nvPicPr>
                <p:cNvPr id="88" name="Ink 87">
                  <a:extLst>
                    <a:ext uri="{FF2B5EF4-FFF2-40B4-BE49-F238E27FC236}">
                      <a16:creationId xmlns:a16="http://schemas.microsoft.com/office/drawing/2014/main" id="{EEB52AF9-7911-4723-B1E7-E7E646B9EE0D}"/>
                    </a:ext>
                  </a:extLst>
                </p:cNvPr>
                <p:cNvPicPr/>
                <p:nvPr/>
              </p:nvPicPr>
              <p:blipFill>
                <a:blip r:embed="rId190"/>
                <a:stretch>
                  <a:fillRect/>
                </a:stretch>
              </p:blipFill>
              <p:spPr>
                <a:xfrm>
                  <a:off x="10725624" y="2304216"/>
                  <a:ext cx="6732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191">
              <p14:nvContentPartPr>
                <p14:cNvPr id="89" name="Ink 88">
                  <a:extLst>
                    <a:ext uri="{FF2B5EF4-FFF2-40B4-BE49-F238E27FC236}">
                      <a16:creationId xmlns:a16="http://schemas.microsoft.com/office/drawing/2014/main" id="{31F0B2A1-1B68-482D-9AD6-7F9635A97512}"/>
                    </a:ext>
                  </a:extLst>
                </p14:cNvPr>
                <p14:cNvContentPartPr/>
                <p14:nvPr/>
              </p14:nvContentPartPr>
              <p14:xfrm>
                <a:off x="10765584" y="2294856"/>
                <a:ext cx="5760" cy="45000"/>
              </p14:xfrm>
            </p:contentPart>
          </mc:Choice>
          <mc:Fallback xmlns="">
            <p:pic>
              <p:nvPicPr>
                <p:cNvPr id="89" name="Ink 88">
                  <a:extLst>
                    <a:ext uri="{FF2B5EF4-FFF2-40B4-BE49-F238E27FC236}">
                      <a16:creationId xmlns:a16="http://schemas.microsoft.com/office/drawing/2014/main" id="{31F0B2A1-1B68-482D-9AD6-7F9635A97512}"/>
                    </a:ext>
                  </a:extLst>
                </p:cNvPr>
                <p:cNvPicPr/>
                <p:nvPr/>
              </p:nvPicPr>
              <p:blipFill>
                <a:blip r:embed="rId192"/>
                <a:stretch>
                  <a:fillRect/>
                </a:stretch>
              </p:blipFill>
              <p:spPr>
                <a:xfrm>
                  <a:off x="10756944" y="2286216"/>
                  <a:ext cx="23400" cy="62640"/>
                </a:xfrm>
                <a:prstGeom prst="rect">
                  <a:avLst/>
                </a:prstGeom>
              </p:spPr>
            </p:pic>
          </mc:Fallback>
        </mc:AlternateContent>
        <mc:AlternateContent xmlns:mc="http://schemas.openxmlformats.org/markup-compatibility/2006" xmlns:p14="http://schemas.microsoft.com/office/powerpoint/2010/main">
          <mc:Choice Requires="p14">
            <p:contentPart p14:bwMode="auto" r:id="rId193">
              <p14:nvContentPartPr>
                <p14:cNvPr id="90" name="Ink 89">
                  <a:extLst>
                    <a:ext uri="{FF2B5EF4-FFF2-40B4-BE49-F238E27FC236}">
                      <a16:creationId xmlns:a16="http://schemas.microsoft.com/office/drawing/2014/main" id="{7B0E06DE-A5EB-41A4-A9B2-301A9446EBCD}"/>
                    </a:ext>
                  </a:extLst>
                </p14:cNvPr>
                <p14:cNvContentPartPr/>
                <p14:nvPr/>
              </p14:nvContentPartPr>
              <p14:xfrm>
                <a:off x="10808064" y="2285496"/>
                <a:ext cx="9720" cy="49320"/>
              </p14:xfrm>
            </p:contentPart>
          </mc:Choice>
          <mc:Fallback xmlns="">
            <p:pic>
              <p:nvPicPr>
                <p:cNvPr id="90" name="Ink 89">
                  <a:extLst>
                    <a:ext uri="{FF2B5EF4-FFF2-40B4-BE49-F238E27FC236}">
                      <a16:creationId xmlns:a16="http://schemas.microsoft.com/office/drawing/2014/main" id="{7B0E06DE-A5EB-41A4-A9B2-301A9446EBCD}"/>
                    </a:ext>
                  </a:extLst>
                </p:cNvPr>
                <p:cNvPicPr/>
                <p:nvPr/>
              </p:nvPicPr>
              <p:blipFill>
                <a:blip r:embed="rId194"/>
                <a:stretch>
                  <a:fillRect/>
                </a:stretch>
              </p:blipFill>
              <p:spPr>
                <a:xfrm>
                  <a:off x="10799064" y="2276856"/>
                  <a:ext cx="27360" cy="66960"/>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92" name="Ink 91">
                  <a:extLst>
                    <a:ext uri="{FF2B5EF4-FFF2-40B4-BE49-F238E27FC236}">
                      <a16:creationId xmlns:a16="http://schemas.microsoft.com/office/drawing/2014/main" id="{9F41A8A6-279F-49B1-BF11-295B022F9E25}"/>
                    </a:ext>
                  </a:extLst>
                </p14:cNvPr>
                <p14:cNvContentPartPr/>
                <p14:nvPr/>
              </p14:nvContentPartPr>
              <p14:xfrm>
                <a:off x="10887984" y="2422656"/>
                <a:ext cx="39240" cy="36720"/>
              </p14:xfrm>
            </p:contentPart>
          </mc:Choice>
          <mc:Fallback xmlns="">
            <p:pic>
              <p:nvPicPr>
                <p:cNvPr id="92" name="Ink 91">
                  <a:extLst>
                    <a:ext uri="{FF2B5EF4-FFF2-40B4-BE49-F238E27FC236}">
                      <a16:creationId xmlns:a16="http://schemas.microsoft.com/office/drawing/2014/main" id="{9F41A8A6-279F-49B1-BF11-295B022F9E25}"/>
                    </a:ext>
                  </a:extLst>
                </p:cNvPr>
                <p:cNvPicPr/>
                <p:nvPr/>
              </p:nvPicPr>
              <p:blipFill>
                <a:blip r:embed="rId196"/>
                <a:stretch>
                  <a:fillRect/>
                </a:stretch>
              </p:blipFill>
              <p:spPr>
                <a:xfrm>
                  <a:off x="10878984" y="2414016"/>
                  <a:ext cx="56880" cy="54360"/>
                </a:xfrm>
                <a:prstGeom prst="rect">
                  <a:avLst/>
                </a:prstGeom>
              </p:spPr>
            </p:pic>
          </mc:Fallback>
        </mc:AlternateContent>
        <mc:AlternateContent xmlns:mc="http://schemas.openxmlformats.org/markup-compatibility/2006" xmlns:p14="http://schemas.microsoft.com/office/powerpoint/2010/main">
          <mc:Choice Requires="p14">
            <p:contentPart p14:bwMode="auto" r:id="rId197">
              <p14:nvContentPartPr>
                <p14:cNvPr id="93" name="Ink 92">
                  <a:extLst>
                    <a:ext uri="{FF2B5EF4-FFF2-40B4-BE49-F238E27FC236}">
                      <a16:creationId xmlns:a16="http://schemas.microsoft.com/office/drawing/2014/main" id="{1C4D5CB8-B809-4A33-AEF7-9F037E0669E8}"/>
                    </a:ext>
                  </a:extLst>
                </p14:cNvPr>
                <p14:cNvContentPartPr/>
                <p14:nvPr/>
              </p14:nvContentPartPr>
              <p14:xfrm>
                <a:off x="11025504" y="2313216"/>
                <a:ext cx="111960" cy="226800"/>
              </p14:xfrm>
            </p:contentPart>
          </mc:Choice>
          <mc:Fallback xmlns="">
            <p:pic>
              <p:nvPicPr>
                <p:cNvPr id="93" name="Ink 92">
                  <a:extLst>
                    <a:ext uri="{FF2B5EF4-FFF2-40B4-BE49-F238E27FC236}">
                      <a16:creationId xmlns:a16="http://schemas.microsoft.com/office/drawing/2014/main" id="{1C4D5CB8-B809-4A33-AEF7-9F037E0669E8}"/>
                    </a:ext>
                  </a:extLst>
                </p:cNvPr>
                <p:cNvPicPr/>
                <p:nvPr/>
              </p:nvPicPr>
              <p:blipFill>
                <a:blip r:embed="rId198"/>
                <a:stretch>
                  <a:fillRect/>
                </a:stretch>
              </p:blipFill>
              <p:spPr>
                <a:xfrm>
                  <a:off x="11016504" y="2304216"/>
                  <a:ext cx="129600" cy="244440"/>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94" name="Ink 93">
                  <a:extLst>
                    <a:ext uri="{FF2B5EF4-FFF2-40B4-BE49-F238E27FC236}">
                      <a16:creationId xmlns:a16="http://schemas.microsoft.com/office/drawing/2014/main" id="{D9CD486F-C699-434E-9336-7CAC739F901A}"/>
                    </a:ext>
                  </a:extLst>
                </p14:cNvPr>
                <p14:cNvContentPartPr/>
                <p14:nvPr/>
              </p14:nvContentPartPr>
              <p14:xfrm>
                <a:off x="11008944" y="2441016"/>
                <a:ext cx="126000" cy="7560"/>
              </p14:xfrm>
            </p:contentPart>
          </mc:Choice>
          <mc:Fallback xmlns="">
            <p:pic>
              <p:nvPicPr>
                <p:cNvPr id="94" name="Ink 93">
                  <a:extLst>
                    <a:ext uri="{FF2B5EF4-FFF2-40B4-BE49-F238E27FC236}">
                      <a16:creationId xmlns:a16="http://schemas.microsoft.com/office/drawing/2014/main" id="{D9CD486F-C699-434E-9336-7CAC739F901A}"/>
                    </a:ext>
                  </a:extLst>
                </p:cNvPr>
                <p:cNvPicPr/>
                <p:nvPr/>
              </p:nvPicPr>
              <p:blipFill>
                <a:blip r:embed="rId200"/>
                <a:stretch>
                  <a:fillRect/>
                </a:stretch>
              </p:blipFill>
              <p:spPr>
                <a:xfrm>
                  <a:off x="11000304" y="2432376"/>
                  <a:ext cx="14364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201">
              <p14:nvContentPartPr>
                <p14:cNvPr id="95" name="Ink 94">
                  <a:extLst>
                    <a:ext uri="{FF2B5EF4-FFF2-40B4-BE49-F238E27FC236}">
                      <a16:creationId xmlns:a16="http://schemas.microsoft.com/office/drawing/2014/main" id="{A1062CF9-DA73-4DED-8C28-72C144C9BCC7}"/>
                    </a:ext>
                  </a:extLst>
                </p14:cNvPr>
                <p14:cNvContentPartPr/>
                <p14:nvPr/>
              </p14:nvContentPartPr>
              <p14:xfrm>
                <a:off x="11164104" y="2404296"/>
                <a:ext cx="9720" cy="66600"/>
              </p14:xfrm>
            </p:contentPart>
          </mc:Choice>
          <mc:Fallback xmlns="">
            <p:pic>
              <p:nvPicPr>
                <p:cNvPr id="95" name="Ink 94">
                  <a:extLst>
                    <a:ext uri="{FF2B5EF4-FFF2-40B4-BE49-F238E27FC236}">
                      <a16:creationId xmlns:a16="http://schemas.microsoft.com/office/drawing/2014/main" id="{A1062CF9-DA73-4DED-8C28-72C144C9BCC7}"/>
                    </a:ext>
                  </a:extLst>
                </p:cNvPr>
                <p:cNvPicPr/>
                <p:nvPr/>
              </p:nvPicPr>
              <p:blipFill>
                <a:blip r:embed="rId202"/>
                <a:stretch>
                  <a:fillRect/>
                </a:stretch>
              </p:blipFill>
              <p:spPr>
                <a:xfrm>
                  <a:off x="11155464" y="2395656"/>
                  <a:ext cx="27360" cy="84240"/>
                </a:xfrm>
                <a:prstGeom prst="rect">
                  <a:avLst/>
                </a:prstGeom>
              </p:spPr>
            </p:pic>
          </mc:Fallback>
        </mc:AlternateContent>
        <mc:AlternateContent xmlns:mc="http://schemas.openxmlformats.org/markup-compatibility/2006" xmlns:p14="http://schemas.microsoft.com/office/powerpoint/2010/main">
          <mc:Choice Requires="p14">
            <p:contentPart p14:bwMode="auto" r:id="rId203">
              <p14:nvContentPartPr>
                <p14:cNvPr id="96" name="Ink 95">
                  <a:extLst>
                    <a:ext uri="{FF2B5EF4-FFF2-40B4-BE49-F238E27FC236}">
                      <a16:creationId xmlns:a16="http://schemas.microsoft.com/office/drawing/2014/main" id="{BE2059BA-A03C-407B-A468-FCCF65186258}"/>
                    </a:ext>
                  </a:extLst>
                </p14:cNvPr>
                <p14:cNvContentPartPr/>
                <p14:nvPr/>
              </p14:nvContentPartPr>
              <p14:xfrm>
                <a:off x="11210184" y="2407896"/>
                <a:ext cx="46800" cy="59040"/>
              </p14:xfrm>
            </p:contentPart>
          </mc:Choice>
          <mc:Fallback xmlns="">
            <p:pic>
              <p:nvPicPr>
                <p:cNvPr id="96" name="Ink 95">
                  <a:extLst>
                    <a:ext uri="{FF2B5EF4-FFF2-40B4-BE49-F238E27FC236}">
                      <a16:creationId xmlns:a16="http://schemas.microsoft.com/office/drawing/2014/main" id="{BE2059BA-A03C-407B-A468-FCCF65186258}"/>
                    </a:ext>
                  </a:extLst>
                </p:cNvPr>
                <p:cNvPicPr/>
                <p:nvPr/>
              </p:nvPicPr>
              <p:blipFill>
                <a:blip r:embed="rId204"/>
                <a:stretch>
                  <a:fillRect/>
                </a:stretch>
              </p:blipFill>
              <p:spPr>
                <a:xfrm>
                  <a:off x="11201184" y="2399256"/>
                  <a:ext cx="64440" cy="76680"/>
                </a:xfrm>
                <a:prstGeom prst="rect">
                  <a:avLst/>
                </a:prstGeom>
              </p:spPr>
            </p:pic>
          </mc:Fallback>
        </mc:AlternateContent>
        <mc:AlternateContent xmlns:mc="http://schemas.openxmlformats.org/markup-compatibility/2006" xmlns:p14="http://schemas.microsoft.com/office/powerpoint/2010/main">
          <mc:Choice Requires="p14">
            <p:contentPart p14:bwMode="auto" r:id="rId205">
              <p14:nvContentPartPr>
                <p14:cNvPr id="97" name="Ink 96">
                  <a:extLst>
                    <a:ext uri="{FF2B5EF4-FFF2-40B4-BE49-F238E27FC236}">
                      <a16:creationId xmlns:a16="http://schemas.microsoft.com/office/drawing/2014/main" id="{98903F77-1D7E-4704-AB15-CDF2E73D7939}"/>
                    </a:ext>
                  </a:extLst>
                </p14:cNvPr>
                <p14:cNvContentPartPr/>
                <p14:nvPr/>
              </p14:nvContentPartPr>
              <p14:xfrm>
                <a:off x="11189304" y="2404296"/>
                <a:ext cx="131040" cy="141840"/>
              </p14:xfrm>
            </p:contentPart>
          </mc:Choice>
          <mc:Fallback xmlns="">
            <p:pic>
              <p:nvPicPr>
                <p:cNvPr id="97" name="Ink 96">
                  <a:extLst>
                    <a:ext uri="{FF2B5EF4-FFF2-40B4-BE49-F238E27FC236}">
                      <a16:creationId xmlns:a16="http://schemas.microsoft.com/office/drawing/2014/main" id="{98903F77-1D7E-4704-AB15-CDF2E73D7939}"/>
                    </a:ext>
                  </a:extLst>
                </p:cNvPr>
                <p:cNvPicPr/>
                <p:nvPr/>
              </p:nvPicPr>
              <p:blipFill>
                <a:blip r:embed="rId206"/>
                <a:stretch>
                  <a:fillRect/>
                </a:stretch>
              </p:blipFill>
              <p:spPr>
                <a:xfrm>
                  <a:off x="11180664" y="2395656"/>
                  <a:ext cx="148680" cy="159480"/>
                </a:xfrm>
                <a:prstGeom prst="rect">
                  <a:avLst/>
                </a:prstGeom>
              </p:spPr>
            </p:pic>
          </mc:Fallback>
        </mc:AlternateContent>
        <mc:AlternateContent xmlns:mc="http://schemas.openxmlformats.org/markup-compatibility/2006" xmlns:p14="http://schemas.microsoft.com/office/powerpoint/2010/main">
          <mc:Choice Requires="p14">
            <p:contentPart p14:bwMode="auto" r:id="rId207">
              <p14:nvContentPartPr>
                <p14:cNvPr id="98" name="Ink 97">
                  <a:extLst>
                    <a:ext uri="{FF2B5EF4-FFF2-40B4-BE49-F238E27FC236}">
                      <a16:creationId xmlns:a16="http://schemas.microsoft.com/office/drawing/2014/main" id="{3A0C5B33-7E5D-4A16-9528-7DDC8515359D}"/>
                    </a:ext>
                  </a:extLst>
                </p14:cNvPr>
                <p14:cNvContentPartPr/>
                <p14:nvPr/>
              </p14:nvContentPartPr>
              <p14:xfrm>
                <a:off x="11524464" y="2377296"/>
                <a:ext cx="26280" cy="161640"/>
              </p14:xfrm>
            </p:contentPart>
          </mc:Choice>
          <mc:Fallback xmlns="">
            <p:pic>
              <p:nvPicPr>
                <p:cNvPr id="98" name="Ink 97">
                  <a:extLst>
                    <a:ext uri="{FF2B5EF4-FFF2-40B4-BE49-F238E27FC236}">
                      <a16:creationId xmlns:a16="http://schemas.microsoft.com/office/drawing/2014/main" id="{3A0C5B33-7E5D-4A16-9528-7DDC8515359D}"/>
                    </a:ext>
                  </a:extLst>
                </p:cNvPr>
                <p:cNvPicPr/>
                <p:nvPr/>
              </p:nvPicPr>
              <p:blipFill>
                <a:blip r:embed="rId208"/>
                <a:stretch>
                  <a:fillRect/>
                </a:stretch>
              </p:blipFill>
              <p:spPr>
                <a:xfrm>
                  <a:off x="11515464" y="2368296"/>
                  <a:ext cx="43920" cy="179280"/>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99" name="Ink 98">
                  <a:extLst>
                    <a:ext uri="{FF2B5EF4-FFF2-40B4-BE49-F238E27FC236}">
                      <a16:creationId xmlns:a16="http://schemas.microsoft.com/office/drawing/2014/main" id="{743B44CE-9990-4418-9FC7-45B96F305E48}"/>
                    </a:ext>
                  </a:extLst>
                </p14:cNvPr>
                <p14:cNvContentPartPr/>
                <p14:nvPr/>
              </p14:nvContentPartPr>
              <p14:xfrm>
                <a:off x="11493504" y="2468376"/>
                <a:ext cx="110880" cy="79200"/>
              </p14:xfrm>
            </p:contentPart>
          </mc:Choice>
          <mc:Fallback xmlns="">
            <p:pic>
              <p:nvPicPr>
                <p:cNvPr id="99" name="Ink 98">
                  <a:extLst>
                    <a:ext uri="{FF2B5EF4-FFF2-40B4-BE49-F238E27FC236}">
                      <a16:creationId xmlns:a16="http://schemas.microsoft.com/office/drawing/2014/main" id="{743B44CE-9990-4418-9FC7-45B96F305E48}"/>
                    </a:ext>
                  </a:extLst>
                </p:cNvPr>
                <p:cNvPicPr/>
                <p:nvPr/>
              </p:nvPicPr>
              <p:blipFill>
                <a:blip r:embed="rId210"/>
                <a:stretch>
                  <a:fillRect/>
                </a:stretch>
              </p:blipFill>
              <p:spPr>
                <a:xfrm>
                  <a:off x="11484864" y="2459736"/>
                  <a:ext cx="12852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211">
              <p14:nvContentPartPr>
                <p14:cNvPr id="146" name="Ink 145">
                  <a:extLst>
                    <a:ext uri="{FF2B5EF4-FFF2-40B4-BE49-F238E27FC236}">
                      <a16:creationId xmlns:a16="http://schemas.microsoft.com/office/drawing/2014/main" id="{EC02AD58-6EA5-4E48-8F41-FA4088914DF1}"/>
                    </a:ext>
                  </a:extLst>
                </p14:cNvPr>
                <p14:cNvContentPartPr/>
                <p14:nvPr/>
              </p14:nvContentPartPr>
              <p14:xfrm>
                <a:off x="10542744" y="2038896"/>
                <a:ext cx="360" cy="360"/>
              </p14:xfrm>
            </p:contentPart>
          </mc:Choice>
          <mc:Fallback xmlns="">
            <p:pic>
              <p:nvPicPr>
                <p:cNvPr id="146" name="Ink 145">
                  <a:extLst>
                    <a:ext uri="{FF2B5EF4-FFF2-40B4-BE49-F238E27FC236}">
                      <a16:creationId xmlns:a16="http://schemas.microsoft.com/office/drawing/2014/main" id="{EC02AD58-6EA5-4E48-8F41-FA4088914DF1}"/>
                    </a:ext>
                  </a:extLst>
                </p:cNvPr>
                <p:cNvPicPr/>
                <p:nvPr/>
              </p:nvPicPr>
              <p:blipFill>
                <a:blip r:embed="rId130"/>
                <a:stretch>
                  <a:fillRect/>
                </a:stretch>
              </p:blipFill>
              <p:spPr>
                <a:xfrm>
                  <a:off x="10534104" y="2029896"/>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47" name="Ink 146">
                  <a:extLst>
                    <a:ext uri="{FF2B5EF4-FFF2-40B4-BE49-F238E27FC236}">
                      <a16:creationId xmlns:a16="http://schemas.microsoft.com/office/drawing/2014/main" id="{A97545BA-5EF5-4840-AD53-F4B77D48C893}"/>
                    </a:ext>
                  </a:extLst>
                </p14:cNvPr>
                <p14:cNvContentPartPr/>
                <p14:nvPr/>
              </p14:nvContentPartPr>
              <p14:xfrm>
                <a:off x="10542744" y="2120976"/>
                <a:ext cx="360" cy="360"/>
              </p14:xfrm>
            </p:contentPart>
          </mc:Choice>
          <mc:Fallback xmlns="">
            <p:pic>
              <p:nvPicPr>
                <p:cNvPr id="147" name="Ink 146">
                  <a:extLst>
                    <a:ext uri="{FF2B5EF4-FFF2-40B4-BE49-F238E27FC236}">
                      <a16:creationId xmlns:a16="http://schemas.microsoft.com/office/drawing/2014/main" id="{A97545BA-5EF5-4840-AD53-F4B77D48C893}"/>
                    </a:ext>
                  </a:extLst>
                </p:cNvPr>
                <p:cNvPicPr/>
                <p:nvPr/>
              </p:nvPicPr>
              <p:blipFill>
                <a:blip r:embed="rId130"/>
                <a:stretch>
                  <a:fillRect/>
                </a:stretch>
              </p:blipFill>
              <p:spPr>
                <a:xfrm>
                  <a:off x="10534104" y="2112336"/>
                  <a:ext cx="18000" cy="18000"/>
                </a:xfrm>
                <a:prstGeom prst="rect">
                  <a:avLst/>
                </a:prstGeom>
              </p:spPr>
            </p:pic>
          </mc:Fallback>
        </mc:AlternateContent>
      </p:grpSp>
    </p:spTree>
    <p:extLst>
      <p:ext uri="{BB962C8B-B14F-4D97-AF65-F5344CB8AC3E}">
        <p14:creationId xmlns:p14="http://schemas.microsoft.com/office/powerpoint/2010/main" val="313576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4666</TotalTime>
  <Words>1027</Words>
  <Application>Microsoft Office PowerPoint</Application>
  <PresentationFormat>Widescreen</PresentationFormat>
  <Paragraphs>99</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-apple-system</vt:lpstr>
      <vt:lpstr>Arial</vt:lpstr>
      <vt:lpstr>Calibri</vt:lpstr>
      <vt:lpstr>Calibri Light</vt:lpstr>
      <vt:lpstr>Cambria Math</vt:lpstr>
      <vt:lpstr>Office Theme</vt:lpstr>
      <vt:lpstr>Tutorial 4 -  Supplements for Lecture 4 notes</vt:lpstr>
      <vt:lpstr>Example: The Operation of Partition(A, p, r)</vt:lpstr>
      <vt:lpstr>Example: The Operation of Partition(A, p, r)</vt:lpstr>
      <vt:lpstr>Time cost of Quick-Sort</vt:lpstr>
      <vt:lpstr>Time cost of Quick-Sort</vt:lpstr>
      <vt:lpstr>Time cost of Quick-Sort</vt:lpstr>
      <vt:lpstr>Time cost of Quick-Sort</vt:lpstr>
      <vt:lpstr>Time cost of Quick-Sort</vt:lpstr>
      <vt:lpstr>Time cost of Quick-Sort</vt:lpstr>
      <vt:lpstr>Random Selection</vt:lpstr>
      <vt:lpstr>Random Selection</vt:lpstr>
      <vt:lpstr>Random Selection</vt:lpstr>
      <vt:lpstr>Random Selection</vt:lpstr>
      <vt:lpstr>Random Selection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Tutorial 2 notes</dc:title>
  <dc:creator>UIC</dc:creator>
  <cp:lastModifiedBy>UIC</cp:lastModifiedBy>
  <cp:revision>40</cp:revision>
  <cp:lastPrinted>2025-03-14T07:35:08Z</cp:lastPrinted>
  <dcterms:created xsi:type="dcterms:W3CDTF">2025-02-28T06:29:05Z</dcterms:created>
  <dcterms:modified xsi:type="dcterms:W3CDTF">2025-03-17T04:32:18Z</dcterms:modified>
</cp:coreProperties>
</file>